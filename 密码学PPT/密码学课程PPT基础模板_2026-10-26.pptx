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仿宋" panose="02010609060101010101" pitchFamily="49" charset="-122"/>
      <p:regular r:id="rId11"/>
    </p:embeddedFont>
  </p:embeddedFontLst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2F15E-5D6B-442B-933E-7799681FA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D1B6E7-D865-4886-AC3F-48AB3A870D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7D696-DF76-4555-A79D-DC4BFF25193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8A9D339-BB5B-4C3A-B2B7-9CBB9C4E47C0}" type="datetime1">
              <a:t>2026/10/26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DDD08-DE53-41EC-81ED-219C1CFF73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DE1D-FAFA-407F-99A6-290E2830A7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9FECF-F113-47BC-9046-2B60B30EA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4B5E0-1163-4C4D-889B-47035990D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8A46E-8C4F-457B-9C9C-5F3E02EA779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81B71CB-29D2-4DBC-AF2A-1FCC5F563C20}" type="datetime1">
              <a:t>2026/10/26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8AF4A-54E6-43D8-AE83-BFEA122DC3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C2B06-390E-4CD5-BFB7-73970ACBB2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27CD5-D298-4AD1-A16A-AC8C1178A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3EDF3-24B8-4EDC-9DCB-7A0C3AF75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9143F-0630-4040-B2DB-344428EF140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C9BFDBF-5092-470D-8664-8CBF468710CC}" type="datetime1">
              <a:t>2026/10/26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BAE03-688C-405B-AD8D-EA74BB4220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725B9-BB82-4965-B47A-348732A837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55ACA-41E2-4CC2-95A8-B10F39DAB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FBC39-2288-4D25-A8FC-09466ECCE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3A9DE-76E6-46D5-A068-3280CEA9AB3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2CCB4-15CD-4AC8-8DA8-C72D6A25732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82533AF-406D-4B06-BB6E-C528BCCECD7B}" type="datetime1">
              <a:t>2026/10/26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C6D62F-47A6-453C-A3E2-66481646022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92E23-22FC-4984-95DB-E563699E4E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DEE9B-711A-49B6-BC41-D1CD468A7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4068D-D675-4F45-AA74-FA079C353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20DC8E-0DEE-4AB2-8497-475D1A1E3BB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90A426-7155-45DD-8F03-E6AC6B60489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884C6E-DB11-43E8-AC1C-A325F08429C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98B755-1047-45F6-9BFF-8B90F762E77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E21CCE8-BB93-4A75-96D3-864F731A74B5}" type="datetime1">
              <a:t>2026/10/26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61A7EA-92A4-4055-ADD8-8A1AADF246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A9EFD5-17BC-4073-8CFA-DB574D30C7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69ED6-0F69-4A93-81AE-296944468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DDD30B-ED9D-4CC1-8276-F73F047CDA5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B7703C6-7AC3-4921-B780-5ADEF8FE5013}" type="datetime1">
              <a:t>2026/10/26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CA5268-7450-404F-8AF9-456E5F16958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C61AA3E-4702-4913-9BBF-B060B47B151F}"/>
              </a:ext>
            </a:extLst>
          </p:cNvPr>
          <p:cNvSpPr>
            <a:spLocks noGrp="1"/>
          </p:cNvSpPr>
          <p:nvPr/>
        </p:nvSpPr>
        <p:spPr>
          <a:xfrm>
            <a:off x="15544800" y="9563100"/>
            <a:ext cx="2133600" cy="4413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r" defTabSz="914400">
              <a:buNone/>
              <a:defRPr sz="1400" kern="1200" baseline="0">
                <a:solidFill>
                  <a:srgbClr val="FFC000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85871A-B444-403A-974B-567BD068ACA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749045E-F8C2-41C8-ADE6-89BE560A61ED}" type="datetime1">
              <a:t>2026/10/26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F05446-A3B0-4D27-B491-CDD53CD1E6F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93631-22EA-4744-9965-2D0E779719B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544800" y="9410700"/>
            <a:ext cx="2133600" cy="441325"/>
          </a:xfrm>
        </p:spPr>
        <p:txBody>
          <a:bodyPr/>
          <a:lstStyle>
            <a:lvl1pPr algn="r">
              <a:buNone/>
              <a:defRPr sz="1400" baseline="0">
                <a:solidFill>
                  <a:srgbClr val="FFC000"/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B9381-4B39-4F6A-8EAC-4BAF40327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9BCC6-4FBE-4D36-BC09-6371905A2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6CAB94-8F8C-40E3-BB10-09351DFB3DE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3AA99B-967C-43B0-8ED1-E780F91443B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A39D223-DDBD-403C-82E7-9E2EAEADB10F}" type="datetime1">
              <a:t>2026/10/26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5A647-9B43-4549-981E-FC1DA528C33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32EF0-3F9C-4194-867A-CB2D2E4C6F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B7DE7-0DA8-4710-83F5-0EF93F6A6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113E23-B55C-4372-AC20-09ED032429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73489-B3F7-487C-807A-5AA3EEB26CC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C6BA3-B77A-49E7-BA75-1267B454BD1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BCA9BF3-DE70-496E-B987-2B997E53C5A7}" type="datetime1">
              <a:t>2026/10/26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9FE773-7345-4D91-A963-7A5E000516B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28C86-CF0C-4091-BC4F-B55EFD2528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DEB43-867C-44FF-8A01-5E11EEB7A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FEF7A0-CF90-49B8-AA2A-2B4CBE49A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7055E-B403-45C7-BC0A-6D0BEC53C90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230D09-9DB0-4520-9696-351536FFCB52}" type="datetime1">
              <a:t>2026/10/26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461AA-5614-4FFF-96B7-8AAE20B39C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04DBD-D2C8-4D67-80EC-F398C53317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DAE0F8-564A-467A-9B7F-990C895A3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689A1D-EA2D-495D-85CD-4A899560A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8F080-0F0F-47A4-9CDD-A8DE481BC58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ADFA8B1-0659-4802-8546-A40933AC0B00}" type="datetime1">
              <a:t>2026/10/26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C434E-3DE8-4C11-900A-9C2ED3F1904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419D9-559A-4666-8AE4-D01F7AC12C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>
                <a:alpha val="0"/>
              </a:srgbClr>
            </a:gs>
            <a:gs pos="100000">
              <a:srgbClr val="DEE9FF">
                <a:alpha val="100000"/>
              </a:srgb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9DC7D0-16E6-4A0B-B62F-63AD0B86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10CA-6D88-46D7-8F5E-55F190A23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120E7-B810-4542-9870-6DA7F05C62B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057E3-1096-4013-ADF6-9F6D6B2EF579}" type="datetime1">
              <a:t>2026/10/26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7F17A-63FD-42DB-B9D1-535BF1EB074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75337-A917-4BFB-96EF-E5B89ADED65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963EC96-01BB-44DD-A3D7-17BA439C6455}"/>
              </a:ext>
            </a:extLst>
          </p:cNvPr>
          <p:cNvSpPr>
            <a:spLocks noGrp="1"/>
          </p:cNvSpPr>
          <p:nvPr/>
        </p:nvSpPr>
        <p:spPr>
          <a:xfrm>
            <a:off x="5340279" y="765907"/>
            <a:ext cx="7607443" cy="760744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0"/>
                </a:srgbClr>
              </a:gs>
              <a:gs pos="100000">
                <a:srgbClr val="DDEEFF">
                  <a:alpha val="100000"/>
                </a:srgbClr>
              </a:gs>
            </a:gsLst>
            <a:lin ang="5400000"/>
          </a:gradFill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D5550F6-CAB2-4C06-9743-BB04323FFD1E}"/>
              </a:ext>
            </a:extLst>
          </p:cNvPr>
          <p:cNvSpPr>
            <a:spLocks noGrp="1"/>
          </p:cNvSpPr>
          <p:nvPr/>
        </p:nvSpPr>
        <p:spPr>
          <a:xfrm>
            <a:off x="6053476" y="1479104"/>
            <a:ext cx="6181047" cy="6181047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5DF968C-13D7-440C-904F-AEBE7EC7EBF5}"/>
              </a:ext>
            </a:extLst>
          </p:cNvPr>
          <p:cNvSpPr>
            <a:spLocks noGrp="1"/>
          </p:cNvSpPr>
          <p:nvPr/>
        </p:nvSpPr>
        <p:spPr>
          <a:xfrm>
            <a:off x="1925612" y="2707517"/>
            <a:ext cx="14436775" cy="189674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935"/>
              </a:lnSpc>
              <a:buNone/>
            </a:pPr>
            <a:r>
              <a:rPr sz="10300" b="1" dirty="0" err="1">
                <a:solidFill>
                  <a:srgbClr val="004AAD"/>
                </a:solidFill>
                <a:latin typeface="仿宋"/>
                <a:ea typeface="仿宋"/>
                <a:cs typeface="仿宋"/>
              </a:rPr>
              <a:t>课程名称-主标题</a:t>
            </a:r>
            <a:endParaRPr sz="10300" b="1" dirty="0">
              <a:solidFill>
                <a:srgbClr val="004AAD"/>
              </a:solidFill>
              <a:latin typeface="仿宋"/>
              <a:ea typeface="仿宋"/>
              <a:cs typeface="仿宋"/>
            </a:endParaRPr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4E7E5C9B-85F3-4F58-B699-F218617C609C}"/>
              </a:ext>
            </a:extLst>
          </p:cNvPr>
          <p:cNvSpPr>
            <a:spLocks noGrp="1"/>
          </p:cNvSpPr>
          <p:nvPr/>
        </p:nvSpPr>
        <p:spPr>
          <a:xfrm>
            <a:off x="780296" y="3604350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AC38D"/>
          </a:solidFill>
        </p:spPr>
        <p:txBody>
          <a:bodyPr/>
          <a:lstStyle/>
          <a:p>
            <a:endParaRPr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86C1BB8-225F-47BF-9105-C20F86108042}"/>
              </a:ext>
            </a:extLst>
          </p:cNvPr>
          <p:cNvSpPr>
            <a:spLocks noGrp="1"/>
          </p:cNvSpPr>
          <p:nvPr/>
        </p:nvSpPr>
        <p:spPr>
          <a:xfrm>
            <a:off x="796974" y="3621028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B9F1BBA2-4C16-46E6-A43C-5BB45FD5BD20}"/>
              </a:ext>
            </a:extLst>
          </p:cNvPr>
          <p:cNvSpPr>
            <a:spLocks noGrp="1"/>
          </p:cNvSpPr>
          <p:nvPr/>
        </p:nvSpPr>
        <p:spPr>
          <a:xfrm>
            <a:off x="780296" y="4024558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9ECDFF"/>
          </a:solidFill>
        </p:spPr>
        <p:txBody>
          <a:bodyPr/>
          <a:lstStyle/>
          <a:p>
            <a:endParaRPr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20EDE08-1F11-4CDB-81CD-781DAADC14FA}"/>
              </a:ext>
            </a:extLst>
          </p:cNvPr>
          <p:cNvSpPr>
            <a:spLocks noGrp="1"/>
          </p:cNvSpPr>
          <p:nvPr/>
        </p:nvSpPr>
        <p:spPr>
          <a:xfrm>
            <a:off x="796974" y="4041236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626262A3-FEEB-4627-ACDC-EBF8F9E38CCB}"/>
              </a:ext>
            </a:extLst>
          </p:cNvPr>
          <p:cNvSpPr>
            <a:spLocks noGrp="1"/>
          </p:cNvSpPr>
          <p:nvPr/>
        </p:nvSpPr>
        <p:spPr>
          <a:xfrm>
            <a:off x="780296" y="4444767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AC38D"/>
          </a:solidFill>
        </p:spPr>
        <p:txBody>
          <a:bodyPr/>
          <a:lstStyle/>
          <a:p>
            <a:endParaRPr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440390D9-DE14-4A34-A36A-8C654F23DB1C}"/>
              </a:ext>
            </a:extLst>
          </p:cNvPr>
          <p:cNvSpPr>
            <a:spLocks noGrp="1"/>
          </p:cNvSpPr>
          <p:nvPr/>
        </p:nvSpPr>
        <p:spPr>
          <a:xfrm>
            <a:off x="796974" y="4461445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122A869E-4B7D-4BEC-B666-610C7E354561}"/>
              </a:ext>
            </a:extLst>
          </p:cNvPr>
          <p:cNvSpPr>
            <a:spLocks noGrp="1"/>
          </p:cNvSpPr>
          <p:nvPr/>
        </p:nvSpPr>
        <p:spPr>
          <a:xfrm>
            <a:off x="780296" y="4864976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9ECDFF"/>
          </a:solidFill>
        </p:spPr>
        <p:txBody>
          <a:bodyPr/>
          <a:lstStyle/>
          <a:p>
            <a:endParaRPr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87F15EDD-A8FE-426F-ADED-2921EBA9D881}"/>
              </a:ext>
            </a:extLst>
          </p:cNvPr>
          <p:cNvSpPr>
            <a:spLocks noGrp="1"/>
          </p:cNvSpPr>
          <p:nvPr/>
        </p:nvSpPr>
        <p:spPr>
          <a:xfrm>
            <a:off x="796974" y="4881654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5FDDF82E-904E-49DC-8F4C-4029F7C65DF9}"/>
              </a:ext>
            </a:extLst>
          </p:cNvPr>
          <p:cNvSpPr>
            <a:spLocks noGrp="1"/>
          </p:cNvSpPr>
          <p:nvPr/>
        </p:nvSpPr>
        <p:spPr>
          <a:xfrm>
            <a:off x="17329794" y="3604350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AC38D"/>
          </a:solidFill>
        </p:spPr>
        <p:txBody>
          <a:bodyPr/>
          <a:lstStyle/>
          <a:p>
            <a:endParaRPr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BB29730C-8B90-46C4-BAE6-9EE541C8B3A7}"/>
              </a:ext>
            </a:extLst>
          </p:cNvPr>
          <p:cNvSpPr>
            <a:spLocks noGrp="1"/>
          </p:cNvSpPr>
          <p:nvPr/>
        </p:nvSpPr>
        <p:spPr>
          <a:xfrm>
            <a:off x="17346472" y="3621028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791185DF-E165-44F1-93D6-37484488F7EF}"/>
              </a:ext>
            </a:extLst>
          </p:cNvPr>
          <p:cNvSpPr>
            <a:spLocks noGrp="1"/>
          </p:cNvSpPr>
          <p:nvPr/>
        </p:nvSpPr>
        <p:spPr>
          <a:xfrm>
            <a:off x="17329794" y="4024558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9ECDFF"/>
          </a:solidFill>
        </p:spPr>
        <p:txBody>
          <a:bodyPr/>
          <a:lstStyle/>
          <a:p>
            <a:endParaRPr/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51B49690-0DBB-4FAB-95A0-EAC6261A43A2}"/>
              </a:ext>
            </a:extLst>
          </p:cNvPr>
          <p:cNvSpPr>
            <a:spLocks noGrp="1"/>
          </p:cNvSpPr>
          <p:nvPr/>
        </p:nvSpPr>
        <p:spPr>
          <a:xfrm>
            <a:off x="17346472" y="4041236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DBAA39CD-45FE-4F3E-9BB8-3D335879AA8C}"/>
              </a:ext>
            </a:extLst>
          </p:cNvPr>
          <p:cNvSpPr>
            <a:spLocks noGrp="1"/>
          </p:cNvSpPr>
          <p:nvPr/>
        </p:nvSpPr>
        <p:spPr>
          <a:xfrm>
            <a:off x="17329794" y="4444767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AC38D"/>
          </a:solidFill>
        </p:spPr>
        <p:txBody>
          <a:bodyPr/>
          <a:lstStyle/>
          <a:p>
            <a:endParaRPr/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1D04CC15-4EBE-4F07-A901-D41BB999FA37}"/>
              </a:ext>
            </a:extLst>
          </p:cNvPr>
          <p:cNvSpPr>
            <a:spLocks noGrp="1"/>
          </p:cNvSpPr>
          <p:nvPr/>
        </p:nvSpPr>
        <p:spPr>
          <a:xfrm>
            <a:off x="17346472" y="4461445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4091A0B3-9484-40E8-AEC5-CE151DCD3688}"/>
              </a:ext>
            </a:extLst>
          </p:cNvPr>
          <p:cNvSpPr>
            <a:spLocks noGrp="1"/>
          </p:cNvSpPr>
          <p:nvPr/>
        </p:nvSpPr>
        <p:spPr>
          <a:xfrm>
            <a:off x="17329794" y="4864976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9ECDFF"/>
          </a:solidFill>
        </p:spPr>
        <p:txBody>
          <a:bodyPr/>
          <a:lstStyle/>
          <a:p>
            <a:endParaRPr/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700EE054-B14E-4CD9-A817-BFBBB27CC8FB}"/>
              </a:ext>
            </a:extLst>
          </p:cNvPr>
          <p:cNvSpPr>
            <a:spLocks noGrp="1"/>
          </p:cNvSpPr>
          <p:nvPr/>
        </p:nvSpPr>
        <p:spPr>
          <a:xfrm>
            <a:off x="17346472" y="4881654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7F071EF8-2A1C-4E9C-9BEE-3027E1256EF0}"/>
              </a:ext>
            </a:extLst>
          </p:cNvPr>
          <p:cNvSpPr>
            <a:spLocks noGrp="1"/>
          </p:cNvSpPr>
          <p:nvPr/>
        </p:nvSpPr>
        <p:spPr>
          <a:xfrm>
            <a:off x="2183389" y="5333657"/>
            <a:ext cx="13921220" cy="12192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9600"/>
              </a:lnSpc>
              <a:buNone/>
            </a:pPr>
            <a:r>
              <a:rPr sz="8000" b="1">
                <a:solidFill>
                  <a:srgbClr val="004AAD"/>
                </a:solidFill>
                <a:latin typeface="仿宋"/>
                <a:ea typeface="仿宋"/>
                <a:cs typeface="仿宋"/>
              </a:rPr>
              <a:t>第X章 章节名称</a:t>
            </a:r>
          </a:p>
        </p:txBody>
      </p:sp>
      <p:sp>
        <p:nvSpPr>
          <p:cNvPr id="43" name="Freeform 43">
            <a:extLst>
              <a:ext uri="{FF2B5EF4-FFF2-40B4-BE49-F238E27FC236}">
                <a16:creationId xmlns:a16="http://schemas.microsoft.com/office/drawing/2014/main" id="{61DC2BA2-7F8E-43AE-97E9-A8D26B9C96C8}"/>
              </a:ext>
            </a:extLst>
          </p:cNvPr>
          <p:cNvSpPr>
            <a:spLocks noGrp="1"/>
          </p:cNvSpPr>
          <p:nvPr/>
        </p:nvSpPr>
        <p:spPr>
          <a:xfrm>
            <a:off x="-1028700" y="8495193"/>
            <a:ext cx="20887940" cy="1518438"/>
          </a:xfrm>
          <a:custGeom>
            <a:avLst/>
            <a:gdLst/>
            <a:ahLst/>
            <a:cxnLst/>
            <a:rect l="l" t="t" r="r" b="b"/>
            <a:pathLst>
              <a:path w="5501351" h="399918">
                <a:moveTo>
                  <a:pt x="18903" y="0"/>
                </a:moveTo>
                <a:lnTo>
                  <a:pt x="5482448" y="0"/>
                </a:lnTo>
                <a:cubicBezTo>
                  <a:pt x="5487461" y="0"/>
                  <a:pt x="5492269" y="1992"/>
                  <a:pt x="5495814" y="5536"/>
                </a:cubicBezTo>
                <a:cubicBezTo>
                  <a:pt x="5499359" y="9081"/>
                  <a:pt x="5501351" y="13889"/>
                  <a:pt x="5501351" y="18903"/>
                </a:cubicBezTo>
                <a:lnTo>
                  <a:pt x="5501351" y="381015"/>
                </a:lnTo>
                <a:cubicBezTo>
                  <a:pt x="5501351" y="391455"/>
                  <a:pt x="5492888" y="399918"/>
                  <a:pt x="5482448" y="399918"/>
                </a:cubicBezTo>
                <a:lnTo>
                  <a:pt x="18903" y="399918"/>
                </a:lnTo>
                <a:cubicBezTo>
                  <a:pt x="8463" y="399918"/>
                  <a:pt x="0" y="391455"/>
                  <a:pt x="0" y="381015"/>
                </a:cubicBezTo>
                <a:lnTo>
                  <a:pt x="0" y="18903"/>
                </a:lnTo>
                <a:cubicBezTo>
                  <a:pt x="0" y="8463"/>
                  <a:pt x="8463" y="0"/>
                  <a:pt x="18903" y="0"/>
                </a:cubicBezTo>
                <a:close/>
              </a:path>
            </a:pathLst>
          </a:custGeom>
          <a:gradFill rotWithShape="1">
            <a:gsLst>
              <a:gs pos="0">
                <a:srgbClr val="FFAD5C">
                  <a:alpha val="100000"/>
                </a:srgbClr>
              </a:gs>
              <a:gs pos="100000">
                <a:srgbClr val="FFE1C4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endParaRPr/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1578A645-8900-412E-ABFC-CEC3C6704B52}"/>
              </a:ext>
            </a:extLst>
          </p:cNvPr>
          <p:cNvSpPr>
            <a:spLocks noGrp="1"/>
          </p:cNvSpPr>
          <p:nvPr/>
        </p:nvSpPr>
        <p:spPr>
          <a:xfrm>
            <a:off x="-1028700" y="8495193"/>
            <a:ext cx="20887940" cy="151843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46" name="Freeform 46">
            <a:extLst>
              <a:ext uri="{FF2B5EF4-FFF2-40B4-BE49-F238E27FC236}">
                <a16:creationId xmlns:a16="http://schemas.microsoft.com/office/drawing/2014/main" id="{0E34D665-92C2-4F9A-86A9-6B87AD1F71C3}"/>
              </a:ext>
            </a:extLst>
          </p:cNvPr>
          <p:cNvSpPr>
            <a:spLocks noGrp="1"/>
          </p:cNvSpPr>
          <p:nvPr/>
        </p:nvSpPr>
        <p:spPr>
          <a:xfrm>
            <a:off x="-1299970" y="8706724"/>
            <a:ext cx="20887940" cy="1718463"/>
          </a:xfrm>
          <a:custGeom>
            <a:avLst/>
            <a:gdLst/>
            <a:ahLst/>
            <a:cxnLst/>
            <a:rect l="l" t="t" r="r" b="b"/>
            <a:pathLst>
              <a:path w="5501351" h="452599">
                <a:moveTo>
                  <a:pt x="18903" y="0"/>
                </a:moveTo>
                <a:lnTo>
                  <a:pt x="5482448" y="0"/>
                </a:lnTo>
                <a:cubicBezTo>
                  <a:pt x="5487461" y="0"/>
                  <a:pt x="5492269" y="1992"/>
                  <a:pt x="5495814" y="5536"/>
                </a:cubicBezTo>
                <a:cubicBezTo>
                  <a:pt x="5499359" y="9081"/>
                  <a:pt x="5501351" y="13889"/>
                  <a:pt x="5501351" y="18903"/>
                </a:cubicBezTo>
                <a:lnTo>
                  <a:pt x="5501351" y="433697"/>
                </a:lnTo>
                <a:cubicBezTo>
                  <a:pt x="5501351" y="444136"/>
                  <a:pt x="5492888" y="452599"/>
                  <a:pt x="5482448" y="452599"/>
                </a:cubicBezTo>
                <a:lnTo>
                  <a:pt x="18903" y="452599"/>
                </a:lnTo>
                <a:cubicBezTo>
                  <a:pt x="8463" y="452599"/>
                  <a:pt x="0" y="444136"/>
                  <a:pt x="0" y="433697"/>
                </a:cubicBezTo>
                <a:lnTo>
                  <a:pt x="0" y="18903"/>
                </a:lnTo>
                <a:cubicBezTo>
                  <a:pt x="0" y="8463"/>
                  <a:pt x="8463" y="0"/>
                  <a:pt x="18903" y="0"/>
                </a:cubicBezTo>
                <a:close/>
              </a:path>
            </a:pathLst>
          </a:custGeom>
          <a:solidFill>
            <a:srgbClr val="013E7C"/>
          </a:solidFill>
        </p:spPr>
        <p:txBody>
          <a:bodyPr/>
          <a:lstStyle/>
          <a:p>
            <a:endParaRPr/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44CA2F97-578A-4EAF-B645-D5914F336BD7}"/>
              </a:ext>
            </a:extLst>
          </p:cNvPr>
          <p:cNvSpPr>
            <a:spLocks noGrp="1"/>
          </p:cNvSpPr>
          <p:nvPr/>
        </p:nvSpPr>
        <p:spPr>
          <a:xfrm>
            <a:off x="-1299970" y="8706724"/>
            <a:ext cx="20887940" cy="1718463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8D9C46-A392-4006-9C49-54343AD524C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352206" y="9254412"/>
            <a:ext cx="2133600" cy="365125"/>
          </a:xfrm>
        </p:spPr>
        <p:txBody>
          <a:bodyPr/>
          <a:lstStyle/>
          <a:p>
            <a:fld id="{AD75FED6-38D0-DE9C-92C0-6E7FA635581C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1557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C024BB92-65D1-4458-B708-32F93913CBF1}"/>
              </a:ext>
            </a:extLst>
          </p:cNvPr>
          <p:cNvSpPr>
            <a:spLocks noGrp="1"/>
          </p:cNvSpPr>
          <p:nvPr/>
        </p:nvSpPr>
        <p:spPr>
          <a:xfrm>
            <a:off x="780296" y="3604350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AC38D"/>
          </a:solidFill>
        </p:spPr>
        <p:txBody>
          <a:bodyPr/>
          <a:lstStyle/>
          <a:p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239D101-94BF-4AE0-B8AF-EEFBF1C663DF}"/>
              </a:ext>
            </a:extLst>
          </p:cNvPr>
          <p:cNvSpPr>
            <a:spLocks noGrp="1"/>
          </p:cNvSpPr>
          <p:nvPr/>
        </p:nvSpPr>
        <p:spPr>
          <a:xfrm>
            <a:off x="796974" y="3621028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272919D-BA60-4D4B-9FEE-5778EBC8827E}"/>
              </a:ext>
            </a:extLst>
          </p:cNvPr>
          <p:cNvSpPr>
            <a:spLocks noGrp="1"/>
          </p:cNvSpPr>
          <p:nvPr/>
        </p:nvSpPr>
        <p:spPr>
          <a:xfrm>
            <a:off x="780296" y="4024558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9ECDFF"/>
          </a:solidFill>
        </p:spPr>
        <p:txBody>
          <a:bodyPr/>
          <a:lstStyle/>
          <a:p>
            <a:endParaRPr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5B308AD-6273-4832-8FBB-1CE96951C0FF}"/>
              </a:ext>
            </a:extLst>
          </p:cNvPr>
          <p:cNvSpPr>
            <a:spLocks noGrp="1"/>
          </p:cNvSpPr>
          <p:nvPr/>
        </p:nvSpPr>
        <p:spPr>
          <a:xfrm>
            <a:off x="796974" y="4041236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A417913-B635-4506-AF78-20514678CBC7}"/>
              </a:ext>
            </a:extLst>
          </p:cNvPr>
          <p:cNvSpPr>
            <a:spLocks noGrp="1"/>
          </p:cNvSpPr>
          <p:nvPr/>
        </p:nvSpPr>
        <p:spPr>
          <a:xfrm>
            <a:off x="780296" y="4444767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AC38D"/>
          </a:solidFill>
        </p:spPr>
        <p:txBody>
          <a:bodyPr/>
          <a:lstStyle/>
          <a:p>
            <a:endParaRPr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E5600CB-8256-4F04-B6DD-38ABABADAD3A}"/>
              </a:ext>
            </a:extLst>
          </p:cNvPr>
          <p:cNvSpPr>
            <a:spLocks noGrp="1"/>
          </p:cNvSpPr>
          <p:nvPr/>
        </p:nvSpPr>
        <p:spPr>
          <a:xfrm>
            <a:off x="796974" y="4461445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A2A4F31B-CEDD-49F0-9F0A-8DA6739367EC}"/>
              </a:ext>
            </a:extLst>
          </p:cNvPr>
          <p:cNvSpPr>
            <a:spLocks noGrp="1"/>
          </p:cNvSpPr>
          <p:nvPr/>
        </p:nvSpPr>
        <p:spPr>
          <a:xfrm>
            <a:off x="780296" y="4864976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9ECDFF"/>
          </a:solidFill>
        </p:spPr>
        <p:txBody>
          <a:bodyPr/>
          <a:lstStyle/>
          <a:p>
            <a:endParaRPr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6349824-01EF-401F-9705-FE22462E1CC6}"/>
              </a:ext>
            </a:extLst>
          </p:cNvPr>
          <p:cNvSpPr>
            <a:spLocks noGrp="1"/>
          </p:cNvSpPr>
          <p:nvPr/>
        </p:nvSpPr>
        <p:spPr>
          <a:xfrm>
            <a:off x="796974" y="4881654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925DD39B-7F09-4B57-AD82-D692F8BA8825}"/>
              </a:ext>
            </a:extLst>
          </p:cNvPr>
          <p:cNvSpPr>
            <a:spLocks noGrp="1"/>
          </p:cNvSpPr>
          <p:nvPr/>
        </p:nvSpPr>
        <p:spPr>
          <a:xfrm>
            <a:off x="17329794" y="3604350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AC38D"/>
          </a:solidFill>
        </p:spPr>
        <p:txBody>
          <a:bodyPr/>
          <a:lstStyle/>
          <a:p>
            <a:endParaRPr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E9057BB-0200-4F77-91F0-6AA32D472E1D}"/>
              </a:ext>
            </a:extLst>
          </p:cNvPr>
          <p:cNvSpPr>
            <a:spLocks noGrp="1"/>
          </p:cNvSpPr>
          <p:nvPr/>
        </p:nvSpPr>
        <p:spPr>
          <a:xfrm>
            <a:off x="17346472" y="3621028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35EAE4D9-0632-4460-9A14-40E4EE689258}"/>
              </a:ext>
            </a:extLst>
          </p:cNvPr>
          <p:cNvSpPr>
            <a:spLocks noGrp="1"/>
          </p:cNvSpPr>
          <p:nvPr/>
        </p:nvSpPr>
        <p:spPr>
          <a:xfrm>
            <a:off x="17329794" y="4024558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9ECDFF"/>
          </a:solidFill>
        </p:spPr>
        <p:txBody>
          <a:bodyPr/>
          <a:lstStyle/>
          <a:p>
            <a:endParaRPr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B916031-D016-47DB-9D20-3DD0D322001F}"/>
              </a:ext>
            </a:extLst>
          </p:cNvPr>
          <p:cNvSpPr>
            <a:spLocks noGrp="1"/>
          </p:cNvSpPr>
          <p:nvPr/>
        </p:nvSpPr>
        <p:spPr>
          <a:xfrm>
            <a:off x="17346472" y="4041236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9942662E-7785-4698-AB67-2AF0432CD236}"/>
              </a:ext>
            </a:extLst>
          </p:cNvPr>
          <p:cNvSpPr>
            <a:spLocks noGrp="1"/>
          </p:cNvSpPr>
          <p:nvPr/>
        </p:nvSpPr>
        <p:spPr>
          <a:xfrm>
            <a:off x="17329794" y="4444767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AC38D"/>
          </a:solidFill>
        </p:spPr>
        <p:txBody>
          <a:bodyPr/>
          <a:lstStyle/>
          <a:p>
            <a:endParaRPr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FB1FB8C8-EB63-4BA6-924B-75FA0BE90435}"/>
              </a:ext>
            </a:extLst>
          </p:cNvPr>
          <p:cNvSpPr>
            <a:spLocks noGrp="1"/>
          </p:cNvSpPr>
          <p:nvPr/>
        </p:nvSpPr>
        <p:spPr>
          <a:xfrm>
            <a:off x="17346472" y="4461445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3A611CC9-F938-46E0-8E58-928146D24618}"/>
              </a:ext>
            </a:extLst>
          </p:cNvPr>
          <p:cNvSpPr>
            <a:spLocks noGrp="1"/>
          </p:cNvSpPr>
          <p:nvPr/>
        </p:nvSpPr>
        <p:spPr>
          <a:xfrm>
            <a:off x="17329794" y="4864976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9ECDFF"/>
          </a:solidFill>
        </p:spPr>
        <p:txBody>
          <a:bodyPr/>
          <a:lstStyle/>
          <a:p>
            <a:endParaRPr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3FDF6CD-70C7-48F4-8D5D-2E5B3A47DAF8}"/>
              </a:ext>
            </a:extLst>
          </p:cNvPr>
          <p:cNvSpPr>
            <a:spLocks noGrp="1"/>
          </p:cNvSpPr>
          <p:nvPr/>
        </p:nvSpPr>
        <p:spPr>
          <a:xfrm>
            <a:off x="17346472" y="4881654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46004166-71F9-461A-8AA1-4DAEFB9E0461}"/>
              </a:ext>
            </a:extLst>
          </p:cNvPr>
          <p:cNvSpPr>
            <a:spLocks noGrp="1"/>
          </p:cNvSpPr>
          <p:nvPr/>
        </p:nvSpPr>
        <p:spPr>
          <a:xfrm>
            <a:off x="2948340" y="3196873"/>
            <a:ext cx="2336787" cy="317580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12880"/>
              </a:lnSpc>
              <a:buNone/>
            </a:pPr>
            <a:r>
              <a:rPr sz="9200" b="1">
                <a:solidFill>
                  <a:srgbClr val="004AAD"/>
                </a:solidFill>
                <a:latin typeface="仿宋"/>
                <a:ea typeface="仿宋"/>
                <a:cs typeface="仿宋"/>
              </a:rPr>
              <a:t>目录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AC2C5EC2-388A-4BAF-9C67-DEE4C19FB068}"/>
              </a:ext>
            </a:extLst>
          </p:cNvPr>
          <p:cNvSpPr>
            <a:spLocks noGrp="1"/>
          </p:cNvSpPr>
          <p:nvPr/>
        </p:nvSpPr>
        <p:spPr>
          <a:xfrm>
            <a:off x="2744623" y="4610382"/>
            <a:ext cx="2745105" cy="49410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200"/>
              </a:lnSpc>
              <a:buNone/>
            </a:pPr>
            <a:r>
              <a:rPr sz="3000">
                <a:solidFill>
                  <a:srgbClr val="004AAD"/>
                </a:solidFill>
                <a:latin typeface="Times New Roman"/>
                <a:ea typeface="Times New Roman"/>
                <a:cs typeface="Times New Roman"/>
              </a:rPr>
              <a:t>CONTENTS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9D4D4DF3-8FDE-4AAC-BD4C-8E3A592164FF}"/>
              </a:ext>
            </a:extLst>
          </p:cNvPr>
          <p:cNvSpPr>
            <a:spLocks noGrp="1"/>
          </p:cNvSpPr>
          <p:nvPr/>
        </p:nvSpPr>
        <p:spPr>
          <a:xfrm>
            <a:off x="8291082" y="1369652"/>
            <a:ext cx="836133" cy="65883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5600"/>
              </a:lnSpc>
              <a:buNone/>
            </a:pPr>
            <a:r>
              <a:rPr sz="4000" b="1">
                <a:solidFill>
                  <a:srgbClr val="004AAD"/>
                </a:solidFill>
                <a:latin typeface="Times New Roman"/>
                <a:ea typeface="Times New Roman"/>
                <a:cs typeface="Times New Roman"/>
              </a:rPr>
              <a:t>1.1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29C86285-1BD1-4547-8C9F-0D725427BCBE}"/>
              </a:ext>
            </a:extLst>
          </p:cNvPr>
          <p:cNvSpPr>
            <a:spLocks noGrp="1"/>
          </p:cNvSpPr>
          <p:nvPr/>
        </p:nvSpPr>
        <p:spPr>
          <a:xfrm>
            <a:off x="9635490" y="1369695"/>
            <a:ext cx="5497195" cy="74676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sz="4200" b="1">
                <a:solidFill>
                  <a:srgbClr val="000000"/>
                </a:solidFill>
                <a:latin typeface="仿宋"/>
                <a:ea typeface="仿宋"/>
                <a:cs typeface="仿宋"/>
              </a:rPr>
              <a:t>第一节标题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E7C3548F-8E6C-4B13-A260-E6986A6885C4}"/>
              </a:ext>
            </a:extLst>
          </p:cNvPr>
          <p:cNvSpPr>
            <a:spLocks noGrp="1"/>
          </p:cNvSpPr>
          <p:nvPr/>
        </p:nvSpPr>
        <p:spPr>
          <a:xfrm>
            <a:off x="8291082" y="2354537"/>
            <a:ext cx="923721" cy="65883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5600"/>
              </a:lnSpc>
              <a:buNone/>
            </a:pPr>
            <a:r>
              <a:rPr sz="4000" b="1">
                <a:solidFill>
                  <a:srgbClr val="004AAD"/>
                </a:solidFill>
                <a:latin typeface="Times New Roman"/>
                <a:ea typeface="Times New Roman"/>
                <a:cs typeface="Times New Roman"/>
              </a:rPr>
              <a:t>1.2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AE0CABD5-1A49-4591-92B6-EDA037FED60A}"/>
              </a:ext>
            </a:extLst>
          </p:cNvPr>
          <p:cNvSpPr>
            <a:spLocks noGrp="1"/>
          </p:cNvSpPr>
          <p:nvPr/>
        </p:nvSpPr>
        <p:spPr>
          <a:xfrm>
            <a:off x="8291082" y="3338787"/>
            <a:ext cx="923721" cy="65883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5600"/>
              </a:lnSpc>
              <a:buNone/>
            </a:pPr>
            <a:r>
              <a:rPr sz="4000" b="1">
                <a:solidFill>
                  <a:srgbClr val="004AAD"/>
                </a:solidFill>
                <a:latin typeface="Times New Roman"/>
                <a:ea typeface="Times New Roman"/>
                <a:cs typeface="Times New Roman"/>
              </a:rPr>
              <a:t>1.3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A737007D-D3B6-45F1-8DB3-AA4ABED92462}"/>
              </a:ext>
            </a:extLst>
          </p:cNvPr>
          <p:cNvSpPr>
            <a:spLocks noGrp="1"/>
          </p:cNvSpPr>
          <p:nvPr/>
        </p:nvSpPr>
        <p:spPr>
          <a:xfrm>
            <a:off x="9635490" y="3338830"/>
            <a:ext cx="5539105" cy="74676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sz="4200" b="1">
                <a:solidFill>
                  <a:srgbClr val="000000"/>
                </a:solidFill>
                <a:latin typeface="仿宋"/>
                <a:ea typeface="仿宋"/>
                <a:cs typeface="仿宋"/>
              </a:rPr>
              <a:t>第三节标题</a:t>
            </a:r>
          </a:p>
        </p:txBody>
      </p:sp>
      <p:sp>
        <p:nvSpPr>
          <p:cNvPr id="52" name="Freeform 52">
            <a:extLst>
              <a:ext uri="{FF2B5EF4-FFF2-40B4-BE49-F238E27FC236}">
                <a16:creationId xmlns:a16="http://schemas.microsoft.com/office/drawing/2014/main" id="{FBDD1D36-242A-4B2B-9ACD-86B0ABB81EFB}"/>
              </a:ext>
            </a:extLst>
          </p:cNvPr>
          <p:cNvSpPr>
            <a:spLocks noGrp="1"/>
          </p:cNvSpPr>
          <p:nvPr/>
        </p:nvSpPr>
        <p:spPr>
          <a:xfrm>
            <a:off x="-1028572" y="9109075"/>
            <a:ext cx="20888196" cy="1035152"/>
          </a:xfrm>
          <a:custGeom>
            <a:avLst/>
            <a:gdLst/>
            <a:ahLst/>
            <a:cxnLst/>
            <a:rect l="l" t="t" r="r" b="b"/>
            <a:pathLst>
              <a:path w="5501351" h="399918">
                <a:moveTo>
                  <a:pt x="18903" y="0"/>
                </a:moveTo>
                <a:lnTo>
                  <a:pt x="5482448" y="0"/>
                </a:lnTo>
                <a:cubicBezTo>
                  <a:pt x="5487461" y="0"/>
                  <a:pt x="5492269" y="1992"/>
                  <a:pt x="5495814" y="5536"/>
                </a:cubicBezTo>
                <a:cubicBezTo>
                  <a:pt x="5499359" y="9081"/>
                  <a:pt x="5501351" y="13889"/>
                  <a:pt x="5501351" y="18903"/>
                </a:cubicBezTo>
                <a:lnTo>
                  <a:pt x="5501351" y="381015"/>
                </a:lnTo>
                <a:cubicBezTo>
                  <a:pt x="5501351" y="391455"/>
                  <a:pt x="5492888" y="399918"/>
                  <a:pt x="5482448" y="399918"/>
                </a:cubicBezTo>
                <a:lnTo>
                  <a:pt x="18903" y="399918"/>
                </a:lnTo>
                <a:cubicBezTo>
                  <a:pt x="8463" y="399918"/>
                  <a:pt x="0" y="391455"/>
                  <a:pt x="0" y="381015"/>
                </a:cubicBezTo>
                <a:lnTo>
                  <a:pt x="0" y="18903"/>
                </a:lnTo>
                <a:cubicBezTo>
                  <a:pt x="0" y="8463"/>
                  <a:pt x="8463" y="0"/>
                  <a:pt x="18903" y="0"/>
                </a:cubicBezTo>
                <a:close/>
              </a:path>
            </a:pathLst>
          </a:custGeom>
          <a:gradFill rotWithShape="1">
            <a:gsLst>
              <a:gs pos="0">
                <a:srgbClr val="FFAD5C">
                  <a:alpha val="100000"/>
                </a:srgbClr>
              </a:gs>
              <a:gs pos="100000">
                <a:srgbClr val="FFE1C4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endParaRPr/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BBFAAD3A-9DF9-438C-AD88-9DEA265C48DC}"/>
              </a:ext>
            </a:extLst>
          </p:cNvPr>
          <p:cNvSpPr>
            <a:spLocks noGrp="1"/>
          </p:cNvSpPr>
          <p:nvPr/>
        </p:nvSpPr>
        <p:spPr>
          <a:xfrm>
            <a:off x="-1028572" y="9109075"/>
            <a:ext cx="20888196" cy="1035152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55" name="Freeform 55">
            <a:extLst>
              <a:ext uri="{FF2B5EF4-FFF2-40B4-BE49-F238E27FC236}">
                <a16:creationId xmlns:a16="http://schemas.microsoft.com/office/drawing/2014/main" id="{7DD64CAD-8BFC-4EA0-B45C-87B95BB856EF}"/>
              </a:ext>
            </a:extLst>
          </p:cNvPr>
          <p:cNvSpPr>
            <a:spLocks noGrp="1"/>
          </p:cNvSpPr>
          <p:nvPr/>
        </p:nvSpPr>
        <p:spPr>
          <a:xfrm>
            <a:off x="-1299845" y="9253280"/>
            <a:ext cx="20888196" cy="1171514"/>
          </a:xfrm>
          <a:custGeom>
            <a:avLst/>
            <a:gdLst/>
            <a:ahLst/>
            <a:cxnLst/>
            <a:rect l="l" t="t" r="r" b="b"/>
            <a:pathLst>
              <a:path w="5501351" h="452599">
                <a:moveTo>
                  <a:pt x="18903" y="0"/>
                </a:moveTo>
                <a:lnTo>
                  <a:pt x="5482448" y="0"/>
                </a:lnTo>
                <a:cubicBezTo>
                  <a:pt x="5487461" y="0"/>
                  <a:pt x="5492269" y="1992"/>
                  <a:pt x="5495814" y="5536"/>
                </a:cubicBezTo>
                <a:cubicBezTo>
                  <a:pt x="5499359" y="9081"/>
                  <a:pt x="5501351" y="13889"/>
                  <a:pt x="5501351" y="18903"/>
                </a:cubicBezTo>
                <a:lnTo>
                  <a:pt x="5501351" y="433697"/>
                </a:lnTo>
                <a:cubicBezTo>
                  <a:pt x="5501351" y="444136"/>
                  <a:pt x="5492888" y="452599"/>
                  <a:pt x="5482448" y="452599"/>
                </a:cubicBezTo>
                <a:lnTo>
                  <a:pt x="18903" y="452599"/>
                </a:lnTo>
                <a:cubicBezTo>
                  <a:pt x="8463" y="452599"/>
                  <a:pt x="0" y="444136"/>
                  <a:pt x="0" y="433697"/>
                </a:cubicBezTo>
                <a:lnTo>
                  <a:pt x="0" y="18903"/>
                </a:lnTo>
                <a:cubicBezTo>
                  <a:pt x="0" y="8463"/>
                  <a:pt x="8463" y="0"/>
                  <a:pt x="18903" y="0"/>
                </a:cubicBezTo>
                <a:close/>
              </a:path>
            </a:pathLst>
          </a:custGeom>
          <a:solidFill>
            <a:srgbClr val="013E7C"/>
          </a:solidFill>
        </p:spPr>
        <p:txBody>
          <a:bodyPr/>
          <a:lstStyle/>
          <a:p>
            <a:endParaRPr/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DD2829C1-12E4-4FE6-ADB7-35C777224FDC}"/>
              </a:ext>
            </a:extLst>
          </p:cNvPr>
          <p:cNvSpPr>
            <a:spLocks noGrp="1"/>
          </p:cNvSpPr>
          <p:nvPr/>
        </p:nvSpPr>
        <p:spPr>
          <a:xfrm>
            <a:off x="-1299845" y="9253280"/>
            <a:ext cx="20888196" cy="1171514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66" name="TextBox 44">
            <a:extLst>
              <a:ext uri="{FF2B5EF4-FFF2-40B4-BE49-F238E27FC236}">
                <a16:creationId xmlns:a16="http://schemas.microsoft.com/office/drawing/2014/main" id="{619F6FE1-6ED0-4958-968E-D1E25105FB32}"/>
              </a:ext>
            </a:extLst>
          </p:cNvPr>
          <p:cNvSpPr>
            <a:spLocks noGrp="1"/>
          </p:cNvSpPr>
          <p:nvPr/>
        </p:nvSpPr>
        <p:spPr>
          <a:xfrm>
            <a:off x="9635421" y="4323037"/>
            <a:ext cx="4766247" cy="74676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sz="4200" b="1">
                <a:solidFill>
                  <a:srgbClr val="000000"/>
                </a:solidFill>
                <a:latin typeface="仿宋"/>
                <a:ea typeface="仿宋"/>
                <a:cs typeface="仿宋"/>
              </a:rPr>
              <a:t>第四节标题</a:t>
            </a:r>
          </a:p>
        </p:txBody>
      </p:sp>
      <p:sp>
        <p:nvSpPr>
          <p:cNvPr id="67" name="TextBox 43">
            <a:extLst>
              <a:ext uri="{FF2B5EF4-FFF2-40B4-BE49-F238E27FC236}">
                <a16:creationId xmlns:a16="http://schemas.microsoft.com/office/drawing/2014/main" id="{FDE1D0C8-1A26-4AB9-92A3-262F95EF05AC}"/>
              </a:ext>
            </a:extLst>
          </p:cNvPr>
          <p:cNvSpPr>
            <a:spLocks noGrp="1"/>
          </p:cNvSpPr>
          <p:nvPr/>
        </p:nvSpPr>
        <p:spPr>
          <a:xfrm>
            <a:off x="8291082" y="4323037"/>
            <a:ext cx="923721" cy="65883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5600"/>
              </a:lnSpc>
              <a:buNone/>
            </a:pPr>
            <a:r>
              <a:rPr sz="4000" b="1">
                <a:solidFill>
                  <a:srgbClr val="004AAD"/>
                </a:solidFill>
                <a:latin typeface="Times New Roman"/>
                <a:ea typeface="Times New Roman"/>
                <a:cs typeface="Times New Roman"/>
              </a:rPr>
              <a:t>1.4</a:t>
            </a:r>
          </a:p>
        </p:txBody>
      </p:sp>
      <p:sp>
        <p:nvSpPr>
          <p:cNvPr id="62" name="TextBox 34">
            <a:extLst>
              <a:ext uri="{FF2B5EF4-FFF2-40B4-BE49-F238E27FC236}">
                <a16:creationId xmlns:a16="http://schemas.microsoft.com/office/drawing/2014/main" id="{7C88458F-C8F7-4933-97A7-9AC2F37A8F9C}"/>
              </a:ext>
            </a:extLst>
          </p:cNvPr>
          <p:cNvSpPr>
            <a:spLocks noGrp="1"/>
          </p:cNvSpPr>
          <p:nvPr/>
        </p:nvSpPr>
        <p:spPr>
          <a:xfrm>
            <a:off x="9635490" y="2354580"/>
            <a:ext cx="5833110" cy="74676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sz="4200" b="1">
                <a:solidFill>
                  <a:srgbClr val="000000"/>
                </a:solidFill>
                <a:latin typeface="仿宋"/>
                <a:ea typeface="仿宋"/>
                <a:cs typeface="仿宋"/>
              </a:rPr>
              <a:t>第二节标题</a:t>
            </a:r>
          </a:p>
        </p:txBody>
      </p:sp>
      <p:sp>
        <p:nvSpPr>
          <p:cNvPr id="57" name="TextBox 44">
            <a:extLst>
              <a:ext uri="{FF2B5EF4-FFF2-40B4-BE49-F238E27FC236}">
                <a16:creationId xmlns:a16="http://schemas.microsoft.com/office/drawing/2014/main" id="{13B29698-0BCF-4547-BD99-1DAFC57634C2}"/>
              </a:ext>
            </a:extLst>
          </p:cNvPr>
          <p:cNvSpPr>
            <a:spLocks noGrp="1"/>
          </p:cNvSpPr>
          <p:nvPr/>
        </p:nvSpPr>
        <p:spPr>
          <a:xfrm>
            <a:off x="9635421" y="5307287"/>
            <a:ext cx="5070732" cy="74676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sz="4200" b="1">
                <a:solidFill>
                  <a:srgbClr val="000000"/>
                </a:solidFill>
                <a:latin typeface="仿宋"/>
                <a:ea typeface="仿宋"/>
                <a:cs typeface="仿宋"/>
              </a:rPr>
              <a:t>第五节标题</a:t>
            </a:r>
          </a:p>
        </p:txBody>
      </p:sp>
      <p:sp>
        <p:nvSpPr>
          <p:cNvPr id="58" name="TextBox 43">
            <a:extLst>
              <a:ext uri="{FF2B5EF4-FFF2-40B4-BE49-F238E27FC236}">
                <a16:creationId xmlns:a16="http://schemas.microsoft.com/office/drawing/2014/main" id="{832FF237-F943-4DBE-B49E-F688EDAF0E73}"/>
              </a:ext>
            </a:extLst>
          </p:cNvPr>
          <p:cNvSpPr>
            <a:spLocks noGrp="1"/>
          </p:cNvSpPr>
          <p:nvPr/>
        </p:nvSpPr>
        <p:spPr>
          <a:xfrm>
            <a:off x="8291082" y="5307287"/>
            <a:ext cx="923721" cy="65883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5600"/>
              </a:lnSpc>
              <a:buNone/>
            </a:pPr>
            <a:r>
              <a:rPr sz="4000" b="1">
                <a:solidFill>
                  <a:srgbClr val="004AAD"/>
                </a:solidFill>
                <a:latin typeface="Times New Roman"/>
                <a:ea typeface="Times New Roman"/>
                <a:cs typeface="Times New Roman"/>
              </a:rPr>
              <a:t>1.5</a:t>
            </a:r>
          </a:p>
        </p:txBody>
      </p:sp>
      <p:sp>
        <p:nvSpPr>
          <p:cNvPr id="73" name="TextBox 44">
            <a:extLst>
              <a:ext uri="{FF2B5EF4-FFF2-40B4-BE49-F238E27FC236}">
                <a16:creationId xmlns:a16="http://schemas.microsoft.com/office/drawing/2014/main" id="{632A09A0-8B11-4FDF-A5A3-AD2D1C6AAC48}"/>
              </a:ext>
            </a:extLst>
          </p:cNvPr>
          <p:cNvSpPr>
            <a:spLocks noGrp="1"/>
          </p:cNvSpPr>
          <p:nvPr/>
        </p:nvSpPr>
        <p:spPr>
          <a:xfrm>
            <a:off x="9635421" y="6290267"/>
            <a:ext cx="3810216" cy="74676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sz="4200" b="1">
                <a:solidFill>
                  <a:srgbClr val="000000"/>
                </a:solidFill>
                <a:latin typeface="仿宋"/>
                <a:ea typeface="仿宋"/>
                <a:cs typeface="仿宋"/>
              </a:rPr>
              <a:t>第六节标题</a:t>
            </a:r>
          </a:p>
        </p:txBody>
      </p:sp>
      <p:sp>
        <p:nvSpPr>
          <p:cNvPr id="74" name="TextBox 43">
            <a:extLst>
              <a:ext uri="{FF2B5EF4-FFF2-40B4-BE49-F238E27FC236}">
                <a16:creationId xmlns:a16="http://schemas.microsoft.com/office/drawing/2014/main" id="{D337311C-CBDB-4F1F-88B8-AF826F4A1457}"/>
              </a:ext>
            </a:extLst>
          </p:cNvPr>
          <p:cNvSpPr>
            <a:spLocks noGrp="1"/>
          </p:cNvSpPr>
          <p:nvPr/>
        </p:nvSpPr>
        <p:spPr>
          <a:xfrm>
            <a:off x="8291082" y="6290267"/>
            <a:ext cx="923721" cy="65883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5600"/>
              </a:lnSpc>
              <a:buNone/>
            </a:pPr>
            <a:r>
              <a:rPr sz="4000" b="1">
                <a:solidFill>
                  <a:srgbClr val="004AAD"/>
                </a:solidFill>
                <a:latin typeface="Times New Roman"/>
                <a:ea typeface="Times New Roman"/>
                <a:cs typeface="Times New Roman"/>
              </a:rPr>
              <a:t>1.6</a:t>
            </a:r>
          </a:p>
        </p:txBody>
      </p:sp>
      <p:sp>
        <p:nvSpPr>
          <p:cNvPr id="45" name="TextBox 33">
            <a:extLst>
              <a:ext uri="{FF2B5EF4-FFF2-40B4-BE49-F238E27FC236}">
                <a16:creationId xmlns:a16="http://schemas.microsoft.com/office/drawing/2014/main" id="{102BE5CC-0469-467B-9443-4F8FD0A6B210}"/>
              </a:ext>
            </a:extLst>
          </p:cNvPr>
          <p:cNvSpPr>
            <a:spLocks noGrp="1"/>
          </p:cNvSpPr>
          <p:nvPr/>
        </p:nvSpPr>
        <p:spPr>
          <a:xfrm>
            <a:off x="8378077" y="7280232"/>
            <a:ext cx="836133" cy="65883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5600"/>
              </a:lnSpc>
              <a:buNone/>
            </a:pPr>
            <a:r>
              <a:rPr sz="4000" b="1">
                <a:solidFill>
                  <a:srgbClr val="004AAD"/>
                </a:solidFill>
                <a:latin typeface="Times New Roman"/>
                <a:ea typeface="Times New Roman"/>
                <a:cs typeface="Times New Roman"/>
              </a:rPr>
              <a:t>1.7</a:t>
            </a:r>
          </a:p>
        </p:txBody>
      </p:sp>
      <p:sp>
        <p:nvSpPr>
          <p:cNvPr id="46" name="TextBox 34">
            <a:extLst>
              <a:ext uri="{FF2B5EF4-FFF2-40B4-BE49-F238E27FC236}">
                <a16:creationId xmlns:a16="http://schemas.microsoft.com/office/drawing/2014/main" id="{98335FA4-AD3E-473E-B37A-E91733EF83A7}"/>
              </a:ext>
            </a:extLst>
          </p:cNvPr>
          <p:cNvSpPr>
            <a:spLocks noGrp="1"/>
          </p:cNvSpPr>
          <p:nvPr/>
        </p:nvSpPr>
        <p:spPr>
          <a:xfrm>
            <a:off x="9677400" y="7273290"/>
            <a:ext cx="5497195" cy="65832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sz="4200" b="1">
                <a:solidFill>
                  <a:srgbClr val="000000"/>
                </a:solidFill>
                <a:latin typeface="仿宋"/>
                <a:ea typeface="仿宋"/>
                <a:cs typeface="仿宋"/>
              </a:rPr>
              <a:t>本章小结</a:t>
            </a:r>
          </a:p>
        </p:txBody>
      </p:sp>
      <p:sp>
        <p:nvSpPr>
          <p:cNvPr id="32" name="灯片编号占位符 31">
            <a:extLst>
              <a:ext uri="{FF2B5EF4-FFF2-40B4-BE49-F238E27FC236}">
                <a16:creationId xmlns:a16="http://schemas.microsoft.com/office/drawing/2014/main" id="{2835168F-0B4D-4E2F-B065-E41ED81754C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378279" y="9581905"/>
            <a:ext cx="2133600" cy="441325"/>
          </a:xfrm>
        </p:spPr>
        <p:txBody>
          <a:bodyPr/>
          <a:lstStyle/>
          <a:p>
            <a:fld id="{E2598689-54C9-18A7-3A19-ED76AA08988F}" type="slidenum">
              <a:t>2</a:t>
            </a:fld>
            <a:endParaRPr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EF7304A-0C9E-4BEA-BBCE-EA2F7206EAF2}"/>
              </a:ext>
            </a:extLst>
          </p:cNvPr>
          <p:cNvSpPr>
            <a:spLocks noGrp="1"/>
          </p:cNvSpPr>
          <p:nvPr/>
        </p:nvSpPr>
        <p:spPr>
          <a:xfrm>
            <a:off x="796975" y="605801"/>
            <a:ext cx="370005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ln w="0"/>
                <a:gradFill flip="none" rotWithShape="1">
                  <a:gsLst>
                    <a:gs pos="0">
                      <a:schemeClr val="accent1">
                        <a:lumMod val="0"/>
                        <a:lumOff val="100000"/>
                      </a:schemeClr>
                    </a:gs>
                    <a:gs pos="35000">
                      <a:schemeClr val="accent1">
                        <a:lumMod val="0"/>
                        <a:lumOff val="100000"/>
                      </a:schemeClr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</a:rPr>
              <a:t>◆◆◆</a:t>
            </a:r>
            <a:r>
              <a:rPr>
                <a:solidFill>
                  <a:schemeClr val="accent1"/>
                </a:solidFill>
              </a:rPr>
              <a:t> </a:t>
            </a:r>
            <a:r>
              <a:rPr b="1">
                <a:solidFill>
                  <a:schemeClr val="tx2"/>
                </a:solidFill>
                <a:latin typeface="仿宋"/>
                <a:ea typeface="仿宋"/>
                <a:cs typeface="仿宋"/>
              </a:rPr>
              <a:t>密码学——基础理论与应用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A7EB3FBA-AEB7-44AF-A411-BB77D5256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726" y="975133"/>
            <a:ext cx="2771429" cy="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20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4F989B23-C512-4BB8-9901-ACEEC44DB26D}"/>
              </a:ext>
            </a:extLst>
          </p:cNvPr>
          <p:cNvSpPr>
            <a:spLocks noGrp="1"/>
          </p:cNvSpPr>
          <p:nvPr/>
        </p:nvSpPr>
        <p:spPr>
          <a:xfrm>
            <a:off x="780296" y="3604350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AC38D"/>
          </a:solidFill>
        </p:spPr>
        <p:txBody>
          <a:bodyPr/>
          <a:lstStyle/>
          <a:p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8957253-BA14-457E-BD0C-B2A5BC135419}"/>
              </a:ext>
            </a:extLst>
          </p:cNvPr>
          <p:cNvSpPr>
            <a:spLocks noGrp="1"/>
          </p:cNvSpPr>
          <p:nvPr/>
        </p:nvSpPr>
        <p:spPr>
          <a:xfrm>
            <a:off x="796974" y="3621028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0205593-A842-4073-80DA-D9517EAAE2F8}"/>
              </a:ext>
            </a:extLst>
          </p:cNvPr>
          <p:cNvSpPr>
            <a:spLocks noGrp="1"/>
          </p:cNvSpPr>
          <p:nvPr/>
        </p:nvSpPr>
        <p:spPr>
          <a:xfrm>
            <a:off x="780296" y="4024558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9ECDFF"/>
          </a:solidFill>
        </p:spPr>
        <p:txBody>
          <a:bodyPr/>
          <a:lstStyle/>
          <a:p>
            <a:endParaRPr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25A47EB-4062-4F2C-A1CA-3F2AFE0DDE40}"/>
              </a:ext>
            </a:extLst>
          </p:cNvPr>
          <p:cNvSpPr>
            <a:spLocks noGrp="1"/>
          </p:cNvSpPr>
          <p:nvPr/>
        </p:nvSpPr>
        <p:spPr>
          <a:xfrm>
            <a:off x="796974" y="4041236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DC72EC7-192F-448F-9677-0A9A72D4D3C6}"/>
              </a:ext>
            </a:extLst>
          </p:cNvPr>
          <p:cNvSpPr>
            <a:spLocks noGrp="1"/>
          </p:cNvSpPr>
          <p:nvPr/>
        </p:nvSpPr>
        <p:spPr>
          <a:xfrm>
            <a:off x="780296" y="4444767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AC38D"/>
          </a:solidFill>
        </p:spPr>
        <p:txBody>
          <a:bodyPr/>
          <a:lstStyle/>
          <a:p>
            <a:endParaRPr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9352C14-8B41-4A05-B3FE-35E41BE5C214}"/>
              </a:ext>
            </a:extLst>
          </p:cNvPr>
          <p:cNvSpPr>
            <a:spLocks noGrp="1"/>
          </p:cNvSpPr>
          <p:nvPr/>
        </p:nvSpPr>
        <p:spPr>
          <a:xfrm>
            <a:off x="796974" y="4461445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5248BB19-46B0-4C94-B771-1E0D42196BF4}"/>
              </a:ext>
            </a:extLst>
          </p:cNvPr>
          <p:cNvSpPr>
            <a:spLocks noGrp="1"/>
          </p:cNvSpPr>
          <p:nvPr/>
        </p:nvSpPr>
        <p:spPr>
          <a:xfrm>
            <a:off x="780296" y="4864976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9ECDFF"/>
          </a:solidFill>
        </p:spPr>
        <p:txBody>
          <a:bodyPr/>
          <a:lstStyle/>
          <a:p>
            <a:endParaRPr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08CB40B-3834-4CA1-8B90-69AD2E4F6B44}"/>
              </a:ext>
            </a:extLst>
          </p:cNvPr>
          <p:cNvSpPr>
            <a:spLocks noGrp="1"/>
          </p:cNvSpPr>
          <p:nvPr/>
        </p:nvSpPr>
        <p:spPr>
          <a:xfrm>
            <a:off x="796974" y="4881654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B43437EC-01A2-4F1D-91FE-0C39B197607A}"/>
              </a:ext>
            </a:extLst>
          </p:cNvPr>
          <p:cNvSpPr>
            <a:spLocks noGrp="1"/>
          </p:cNvSpPr>
          <p:nvPr/>
        </p:nvSpPr>
        <p:spPr>
          <a:xfrm>
            <a:off x="17329794" y="3604350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AC38D"/>
          </a:solidFill>
        </p:spPr>
        <p:txBody>
          <a:bodyPr/>
          <a:lstStyle/>
          <a:p>
            <a:endParaRPr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1AA55DB-B7A8-42F1-8054-568490E69B82}"/>
              </a:ext>
            </a:extLst>
          </p:cNvPr>
          <p:cNvSpPr>
            <a:spLocks noGrp="1"/>
          </p:cNvSpPr>
          <p:nvPr/>
        </p:nvSpPr>
        <p:spPr>
          <a:xfrm>
            <a:off x="17346472" y="3621028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43F6965D-40B4-4EC0-8A4D-BF4B8E5BAEBE}"/>
              </a:ext>
            </a:extLst>
          </p:cNvPr>
          <p:cNvSpPr>
            <a:spLocks noGrp="1"/>
          </p:cNvSpPr>
          <p:nvPr/>
        </p:nvSpPr>
        <p:spPr>
          <a:xfrm>
            <a:off x="17329794" y="4024558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9ECDFF"/>
          </a:solidFill>
        </p:spPr>
        <p:txBody>
          <a:bodyPr/>
          <a:lstStyle/>
          <a:p>
            <a:endParaRPr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31B89C8-AE9B-42EA-8B8A-E683447708F6}"/>
              </a:ext>
            </a:extLst>
          </p:cNvPr>
          <p:cNvSpPr>
            <a:spLocks noGrp="1"/>
          </p:cNvSpPr>
          <p:nvPr/>
        </p:nvSpPr>
        <p:spPr>
          <a:xfrm>
            <a:off x="17346472" y="4041236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5023E3DC-2EF8-4BC2-92C4-110F71EF0DF8}"/>
              </a:ext>
            </a:extLst>
          </p:cNvPr>
          <p:cNvSpPr>
            <a:spLocks noGrp="1"/>
          </p:cNvSpPr>
          <p:nvPr/>
        </p:nvSpPr>
        <p:spPr>
          <a:xfrm>
            <a:off x="17329794" y="4444767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AC38D"/>
          </a:solidFill>
        </p:spPr>
        <p:txBody>
          <a:bodyPr/>
          <a:lstStyle/>
          <a:p>
            <a:endParaRPr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3159A51-870A-4287-A9DE-D0BEE2D32543}"/>
              </a:ext>
            </a:extLst>
          </p:cNvPr>
          <p:cNvSpPr>
            <a:spLocks noGrp="1"/>
          </p:cNvSpPr>
          <p:nvPr/>
        </p:nvSpPr>
        <p:spPr>
          <a:xfrm>
            <a:off x="17346472" y="4461445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FC03E9D9-855A-4154-8C18-3C268ACAFCA0}"/>
              </a:ext>
            </a:extLst>
          </p:cNvPr>
          <p:cNvSpPr>
            <a:spLocks noGrp="1"/>
          </p:cNvSpPr>
          <p:nvPr/>
        </p:nvSpPr>
        <p:spPr>
          <a:xfrm>
            <a:off x="17329794" y="4864976"/>
            <a:ext cx="177909" cy="17790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9ECDFF"/>
          </a:solidFill>
        </p:spPr>
        <p:txBody>
          <a:bodyPr/>
          <a:lstStyle/>
          <a:p>
            <a:endParaRPr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0ED295B3-4A69-41E4-A0D6-6EAF92ED5F58}"/>
              </a:ext>
            </a:extLst>
          </p:cNvPr>
          <p:cNvSpPr>
            <a:spLocks noGrp="1"/>
          </p:cNvSpPr>
          <p:nvPr/>
        </p:nvSpPr>
        <p:spPr>
          <a:xfrm>
            <a:off x="17346472" y="4881654"/>
            <a:ext cx="144551" cy="14455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9F5BC7F0-7A82-4755-8C81-127A21489481}"/>
              </a:ext>
            </a:extLst>
          </p:cNvPr>
          <p:cNvSpPr>
            <a:spLocks noGrp="1"/>
          </p:cNvSpPr>
          <p:nvPr/>
        </p:nvSpPr>
        <p:spPr>
          <a:xfrm>
            <a:off x="5340277" y="802276"/>
            <a:ext cx="7607443" cy="760744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0"/>
                </a:srgbClr>
              </a:gs>
              <a:gs pos="100000">
                <a:srgbClr val="DDEEFF">
                  <a:alpha val="100000"/>
                </a:srgbClr>
              </a:gs>
            </a:gsLst>
            <a:lin ang="5400000"/>
          </a:gradFill>
        </p:spPr>
        <p:txBody>
          <a:bodyPr/>
          <a:lstStyle/>
          <a:p>
            <a:endParaRPr/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055EAD20-358D-40B2-BD99-6F25452CB04B}"/>
              </a:ext>
            </a:extLst>
          </p:cNvPr>
          <p:cNvSpPr>
            <a:spLocks noGrp="1"/>
          </p:cNvSpPr>
          <p:nvPr/>
        </p:nvSpPr>
        <p:spPr>
          <a:xfrm>
            <a:off x="6053474" y="1515473"/>
            <a:ext cx="6181047" cy="6181047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6D99840F-8E67-4240-BCD4-684E2E2005DB}"/>
              </a:ext>
            </a:extLst>
          </p:cNvPr>
          <p:cNvSpPr>
            <a:spLocks noGrp="1"/>
          </p:cNvSpPr>
          <p:nvPr/>
        </p:nvSpPr>
        <p:spPr>
          <a:xfrm>
            <a:off x="7781241" y="2834725"/>
            <a:ext cx="2725514" cy="216916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17080"/>
              </a:lnSpc>
              <a:buNone/>
            </a:pPr>
            <a:r>
              <a:rPr sz="12200">
                <a:solidFill>
                  <a:srgbClr val="004AAD"/>
                </a:solidFill>
                <a:latin typeface="Times New Roman"/>
                <a:ea typeface="Times New Roman"/>
                <a:cs typeface="Times New Roman"/>
              </a:rPr>
              <a:t>1.1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C4AC5D3F-409C-44E6-B365-8660AB8477D2}"/>
              </a:ext>
            </a:extLst>
          </p:cNvPr>
          <p:cNvSpPr>
            <a:spLocks noGrp="1"/>
          </p:cNvSpPr>
          <p:nvPr/>
        </p:nvSpPr>
        <p:spPr>
          <a:xfrm>
            <a:off x="3428998" y="5143500"/>
            <a:ext cx="11429999" cy="14224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00"/>
              </a:lnSpc>
              <a:buNone/>
            </a:pPr>
            <a:r>
              <a:rPr sz="9600" b="1">
                <a:solidFill>
                  <a:srgbClr val="004AAD"/>
                </a:solidFill>
                <a:latin typeface="仿宋"/>
                <a:ea typeface="仿宋"/>
                <a:cs typeface="仿宋"/>
              </a:rPr>
              <a:t>章节标题</a:t>
            </a:r>
          </a:p>
        </p:txBody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D2E4080D-1225-4BF8-9D3C-C7E4F893EFC2}"/>
              </a:ext>
            </a:extLst>
          </p:cNvPr>
          <p:cNvSpPr>
            <a:spLocks noGrp="1"/>
          </p:cNvSpPr>
          <p:nvPr/>
        </p:nvSpPr>
        <p:spPr>
          <a:xfrm>
            <a:off x="-1028700" y="9030575"/>
            <a:ext cx="20887940" cy="1097222"/>
          </a:xfrm>
          <a:custGeom>
            <a:avLst/>
            <a:gdLst/>
            <a:ahLst/>
            <a:cxnLst/>
            <a:rect l="l" t="t" r="r" b="b"/>
            <a:pathLst>
              <a:path w="5501351" h="288980">
                <a:moveTo>
                  <a:pt x="18903" y="0"/>
                </a:moveTo>
                <a:lnTo>
                  <a:pt x="5482448" y="0"/>
                </a:lnTo>
                <a:cubicBezTo>
                  <a:pt x="5487461" y="0"/>
                  <a:pt x="5492269" y="1992"/>
                  <a:pt x="5495814" y="5536"/>
                </a:cubicBezTo>
                <a:cubicBezTo>
                  <a:pt x="5499359" y="9081"/>
                  <a:pt x="5501351" y="13889"/>
                  <a:pt x="5501351" y="18903"/>
                </a:cubicBezTo>
                <a:lnTo>
                  <a:pt x="5501351" y="270078"/>
                </a:lnTo>
                <a:cubicBezTo>
                  <a:pt x="5501351" y="280517"/>
                  <a:pt x="5492888" y="288980"/>
                  <a:pt x="5482448" y="288980"/>
                </a:cubicBezTo>
                <a:lnTo>
                  <a:pt x="18903" y="288980"/>
                </a:lnTo>
                <a:cubicBezTo>
                  <a:pt x="8463" y="288980"/>
                  <a:pt x="0" y="280517"/>
                  <a:pt x="0" y="270078"/>
                </a:cubicBezTo>
                <a:lnTo>
                  <a:pt x="0" y="18903"/>
                </a:lnTo>
                <a:cubicBezTo>
                  <a:pt x="0" y="8463"/>
                  <a:pt x="8463" y="0"/>
                  <a:pt x="18903" y="0"/>
                </a:cubicBezTo>
                <a:close/>
              </a:path>
            </a:pathLst>
          </a:custGeom>
          <a:gradFill rotWithShape="1">
            <a:gsLst>
              <a:gs pos="0">
                <a:srgbClr val="FFAD5C">
                  <a:alpha val="100000"/>
                </a:srgbClr>
              </a:gs>
              <a:gs pos="100000">
                <a:srgbClr val="FFE1C4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endParaRPr/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74B425B7-1F4A-4D4F-8C1C-1047801B2F0C}"/>
              </a:ext>
            </a:extLst>
          </p:cNvPr>
          <p:cNvSpPr>
            <a:spLocks noGrp="1"/>
          </p:cNvSpPr>
          <p:nvPr/>
        </p:nvSpPr>
        <p:spPr>
          <a:xfrm>
            <a:off x="-1028700" y="9030575"/>
            <a:ext cx="20887940" cy="1097222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42" name="Freeform 42">
            <a:extLst>
              <a:ext uri="{FF2B5EF4-FFF2-40B4-BE49-F238E27FC236}">
                <a16:creationId xmlns:a16="http://schemas.microsoft.com/office/drawing/2014/main" id="{AD269EB4-A570-451F-A2C5-BB997245D775}"/>
              </a:ext>
            </a:extLst>
          </p:cNvPr>
          <p:cNvSpPr>
            <a:spLocks noGrp="1"/>
          </p:cNvSpPr>
          <p:nvPr/>
        </p:nvSpPr>
        <p:spPr>
          <a:xfrm>
            <a:off x="-1299970" y="9183427"/>
            <a:ext cx="20887940" cy="1241760"/>
          </a:xfrm>
          <a:custGeom>
            <a:avLst/>
            <a:gdLst/>
            <a:ahLst/>
            <a:cxnLst/>
            <a:rect l="l" t="t" r="r" b="b"/>
            <a:pathLst>
              <a:path w="5501351" h="327048">
                <a:moveTo>
                  <a:pt x="18903" y="0"/>
                </a:moveTo>
                <a:lnTo>
                  <a:pt x="5482448" y="0"/>
                </a:lnTo>
                <a:cubicBezTo>
                  <a:pt x="5487461" y="0"/>
                  <a:pt x="5492269" y="1992"/>
                  <a:pt x="5495814" y="5536"/>
                </a:cubicBezTo>
                <a:cubicBezTo>
                  <a:pt x="5499359" y="9081"/>
                  <a:pt x="5501351" y="13889"/>
                  <a:pt x="5501351" y="18903"/>
                </a:cubicBezTo>
                <a:lnTo>
                  <a:pt x="5501351" y="308145"/>
                </a:lnTo>
                <a:cubicBezTo>
                  <a:pt x="5501351" y="318585"/>
                  <a:pt x="5492888" y="327048"/>
                  <a:pt x="5482448" y="327048"/>
                </a:cubicBezTo>
                <a:lnTo>
                  <a:pt x="18903" y="327048"/>
                </a:lnTo>
                <a:cubicBezTo>
                  <a:pt x="8463" y="327048"/>
                  <a:pt x="0" y="318585"/>
                  <a:pt x="0" y="308145"/>
                </a:cubicBezTo>
                <a:lnTo>
                  <a:pt x="0" y="18903"/>
                </a:lnTo>
                <a:cubicBezTo>
                  <a:pt x="0" y="8463"/>
                  <a:pt x="8463" y="0"/>
                  <a:pt x="18903" y="0"/>
                </a:cubicBezTo>
                <a:close/>
              </a:path>
            </a:pathLst>
          </a:custGeom>
          <a:solidFill>
            <a:srgbClr val="013E7C"/>
          </a:solidFill>
        </p:spPr>
        <p:txBody>
          <a:bodyPr/>
          <a:lstStyle/>
          <a:p>
            <a:endParaRPr/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D64BE4F7-39CF-4606-9795-8A45FC5DEB2C}"/>
              </a:ext>
            </a:extLst>
          </p:cNvPr>
          <p:cNvSpPr>
            <a:spLocks noGrp="1"/>
          </p:cNvSpPr>
          <p:nvPr/>
        </p:nvSpPr>
        <p:spPr>
          <a:xfrm>
            <a:off x="-1299970" y="9183427"/>
            <a:ext cx="20887940" cy="1241760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33" name="灯片编号占位符 32">
            <a:extLst>
              <a:ext uri="{FF2B5EF4-FFF2-40B4-BE49-F238E27FC236}">
                <a16:creationId xmlns:a16="http://schemas.microsoft.com/office/drawing/2014/main" id="{0E7B682D-D550-4EC4-98CB-1748205ED7A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374104" y="9522714"/>
            <a:ext cx="2133600" cy="441325"/>
          </a:xfrm>
        </p:spPr>
        <p:txBody>
          <a:bodyPr/>
          <a:lstStyle/>
          <a:p>
            <a:fld id="{202359C0-8A7A-196E-DD58-8E6569619F09}" type="slidenum">
              <a:t>3</a:t>
            </a:fld>
            <a:endParaRPr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B376C78-807A-4FEC-9E4B-99E0235FC410}"/>
              </a:ext>
            </a:extLst>
          </p:cNvPr>
          <p:cNvSpPr>
            <a:spLocks noGrp="1"/>
          </p:cNvSpPr>
          <p:nvPr/>
        </p:nvSpPr>
        <p:spPr>
          <a:xfrm>
            <a:off x="958201" y="563241"/>
            <a:ext cx="370005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ln w="0"/>
                <a:gradFill flip="none" rotWithShape="1">
                  <a:gsLst>
                    <a:gs pos="0">
                      <a:schemeClr val="accent1">
                        <a:lumMod val="0"/>
                        <a:lumOff val="100000"/>
                      </a:schemeClr>
                    </a:gs>
                    <a:gs pos="35000">
                      <a:schemeClr val="accent1">
                        <a:lumMod val="0"/>
                        <a:lumOff val="100000"/>
                      </a:schemeClr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</a:rPr>
              <a:t>◆◆◆</a:t>
            </a:r>
            <a:r>
              <a:rPr>
                <a:solidFill>
                  <a:schemeClr val="accent1"/>
                </a:solidFill>
              </a:rPr>
              <a:t> </a:t>
            </a:r>
            <a:r>
              <a:rPr b="1">
                <a:solidFill>
                  <a:schemeClr val="tx2"/>
                </a:solidFill>
                <a:latin typeface="仿宋"/>
                <a:ea typeface="仿宋"/>
                <a:cs typeface="仿宋"/>
              </a:rPr>
              <a:t>密码学——基础理论与应用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A469659C-8D63-4C82-93C0-E81F6B964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952" y="932573"/>
            <a:ext cx="2771429" cy="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551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7ABC7EFD-1CE4-4E1E-BFF0-6221EA8B27A8}"/>
              </a:ext>
            </a:extLst>
          </p:cNvPr>
          <p:cNvSpPr>
            <a:spLocks noGrp="1"/>
          </p:cNvSpPr>
          <p:nvPr/>
        </p:nvSpPr>
        <p:spPr>
          <a:xfrm>
            <a:off x="412090" y="1028700"/>
            <a:ext cx="7800783" cy="275915"/>
          </a:xfrm>
          <a:custGeom>
            <a:avLst/>
            <a:gdLst/>
            <a:ahLst/>
            <a:cxnLst/>
            <a:rect l="l" t="t" r="r" b="b"/>
            <a:pathLst>
              <a:path w="2054527" h="72669">
                <a:moveTo>
                  <a:pt x="36335" y="0"/>
                </a:moveTo>
                <a:lnTo>
                  <a:pt x="2018193" y="0"/>
                </a:lnTo>
                <a:cubicBezTo>
                  <a:pt x="2027829" y="0"/>
                  <a:pt x="2037071" y="3828"/>
                  <a:pt x="2043885" y="10642"/>
                </a:cubicBezTo>
                <a:cubicBezTo>
                  <a:pt x="2050699" y="17456"/>
                  <a:pt x="2054527" y="26698"/>
                  <a:pt x="2054527" y="36335"/>
                </a:cubicBezTo>
                <a:lnTo>
                  <a:pt x="2054527" y="36335"/>
                </a:lnTo>
                <a:cubicBezTo>
                  <a:pt x="2054527" y="45971"/>
                  <a:pt x="2050699" y="55213"/>
                  <a:pt x="2043885" y="62027"/>
                </a:cubicBezTo>
                <a:cubicBezTo>
                  <a:pt x="2037071" y="68841"/>
                  <a:pt x="2027829" y="72669"/>
                  <a:pt x="2018193" y="72669"/>
                </a:cubicBezTo>
                <a:lnTo>
                  <a:pt x="36335" y="72669"/>
                </a:lnTo>
                <a:cubicBezTo>
                  <a:pt x="26698" y="72669"/>
                  <a:pt x="17456" y="68841"/>
                  <a:pt x="10642" y="62027"/>
                </a:cubicBezTo>
                <a:cubicBezTo>
                  <a:pt x="3828" y="55213"/>
                  <a:pt x="0" y="45971"/>
                  <a:pt x="0" y="36335"/>
                </a:cubicBezTo>
                <a:lnTo>
                  <a:pt x="0" y="36335"/>
                </a:lnTo>
                <a:cubicBezTo>
                  <a:pt x="0" y="26698"/>
                  <a:pt x="3828" y="17456"/>
                  <a:pt x="10642" y="10642"/>
                </a:cubicBezTo>
                <a:cubicBezTo>
                  <a:pt x="17456" y="3828"/>
                  <a:pt x="26698" y="0"/>
                  <a:pt x="36335" y="0"/>
                </a:cubicBezTo>
                <a:close/>
              </a:path>
            </a:pathLst>
          </a:custGeom>
          <a:gradFill rotWithShape="1">
            <a:gsLst>
              <a:gs pos="0">
                <a:srgbClr val="DDEEFF">
                  <a:alpha val="100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110E314-A119-427E-969C-067C64852C30}"/>
              </a:ext>
            </a:extLst>
          </p:cNvPr>
          <p:cNvSpPr>
            <a:spLocks noGrp="1"/>
          </p:cNvSpPr>
          <p:nvPr/>
        </p:nvSpPr>
        <p:spPr>
          <a:xfrm>
            <a:off x="412090" y="1028700"/>
            <a:ext cx="7800783" cy="275915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D2EE6994-BE39-4B2B-A9E9-DD35BE05A188}"/>
              </a:ext>
            </a:extLst>
          </p:cNvPr>
          <p:cNvSpPr>
            <a:spLocks noGrp="1"/>
          </p:cNvSpPr>
          <p:nvPr/>
        </p:nvSpPr>
        <p:spPr>
          <a:xfrm>
            <a:off x="1734632" y="2324100"/>
            <a:ext cx="14818191" cy="124130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indent="914400" algn="just">
              <a:lnSpc>
                <a:spcPct val="120000"/>
              </a:lnSpc>
              <a:buNone/>
            </a:pPr>
            <a:r>
              <a:rPr sz="3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/>
              </a:rPr>
              <a:t>【正文内容】请在此输入正文。正文使用宋体36磅，首行缩进1.27厘米，行距1.20倍。需要强调的关键词可以加粗。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08AC1A62-A6CB-4036-906E-FAA60C2DC5A3}"/>
              </a:ext>
            </a:extLst>
          </p:cNvPr>
          <p:cNvSpPr>
            <a:spLocks noGrp="1"/>
          </p:cNvSpPr>
          <p:nvPr/>
        </p:nvSpPr>
        <p:spPr>
          <a:xfrm>
            <a:off x="2210043" y="509179"/>
            <a:ext cx="9458717" cy="7112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5600"/>
              </a:lnSpc>
              <a:buNone/>
            </a:pPr>
            <a:r>
              <a:rPr sz="4000" b="1" dirty="0" err="1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stA="70000" endA="5000" endPos="70000" dir="5400000" sy="-100000" algn="bl" rotWithShape="0"/>
                </a:effectLst>
                <a:latin typeface="仿宋"/>
                <a:ea typeface="仿宋"/>
                <a:cs typeface="仿宋"/>
              </a:rPr>
              <a:t>标准正文页标题</a:t>
            </a:r>
            <a:endParaRPr sz="4000" b="1" dirty="0"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stA="70000" endA="5000" endPos="70000" dir="5400000" sy="-100000" algn="bl" rotWithShape="0"/>
              </a:effectLst>
              <a:latin typeface="仿宋"/>
              <a:ea typeface="仿宋"/>
              <a:cs typeface="仿宋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588DFACD-2678-4295-95CF-74FD45688FA7}"/>
              </a:ext>
            </a:extLst>
          </p:cNvPr>
          <p:cNvSpPr>
            <a:spLocks noGrp="1"/>
          </p:cNvSpPr>
          <p:nvPr/>
        </p:nvSpPr>
        <p:spPr>
          <a:xfrm>
            <a:off x="1216848" y="429424"/>
            <a:ext cx="1049507" cy="8350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6575"/>
              </a:lnSpc>
              <a:buNone/>
            </a:pPr>
            <a:r>
              <a:rPr sz="4695" dirty="0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stA="70000" endA="5000" endPos="70000" dir="5400000" sy="-100000" algn="bl" rotWithShape="0"/>
                </a:effectLst>
                <a:latin typeface="Times New Roman"/>
                <a:ea typeface="Times New Roman"/>
                <a:cs typeface="Times New Roman"/>
              </a:rPr>
              <a:t>1.1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4C8BCE-800F-4991-858C-D52C67A2E1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D6AB9A-5F9E-5F59-51AB-3C8734130965}" type="slidenum">
              <a:rPr/>
              <a:t>4</a:t>
            </a:fld>
            <a:endParaRPr/>
          </a:p>
        </p:txBody>
      </p:sp>
      <p:pic>
        <p:nvPicPr>
          <p:cNvPr id="7" name="图片 2">
            <a:extLst>
              <a:ext uri="{FF2B5EF4-FFF2-40B4-BE49-F238E27FC236}">
                <a16:creationId xmlns:a16="http://schemas.microsoft.com/office/drawing/2014/main" id="{D9199C78-9228-4727-9E6C-33D96D3003D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DC208560-8738-4B9A-AF49-A42E5BF9358E}"/>
              </a:ext>
            </a:extLst>
          </p:cNvPr>
          <p:cNvSpPr>
            <a:spLocks noGrp="1"/>
          </p:cNvSpPr>
          <p:nvPr/>
        </p:nvSpPr>
        <p:spPr>
          <a:xfrm>
            <a:off x="13639786" y="733421"/>
            <a:ext cx="370005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ln w="0"/>
                <a:gradFill flip="none" rotWithShape="1">
                  <a:gsLst>
                    <a:gs pos="0">
                      <a:schemeClr val="accent1">
                        <a:lumMod val="0"/>
                        <a:lumOff val="100000"/>
                      </a:schemeClr>
                    </a:gs>
                    <a:gs pos="35000">
                      <a:schemeClr val="accent1">
                        <a:lumMod val="0"/>
                        <a:lumOff val="100000"/>
                      </a:schemeClr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</a:rPr>
              <a:t>◆◆◆</a:t>
            </a:r>
            <a:r>
              <a:rPr>
                <a:solidFill>
                  <a:schemeClr val="accent1"/>
                </a:solidFill>
              </a:rPr>
              <a:t> </a:t>
            </a:r>
            <a:r>
              <a:rPr b="1">
                <a:solidFill>
                  <a:schemeClr val="tx2"/>
                </a:solidFill>
                <a:latin typeface="仿宋"/>
                <a:ea typeface="仿宋"/>
                <a:cs typeface="仿宋"/>
              </a:rPr>
              <a:t>密码学——基础理论与应用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BD45CCF3-5633-41A9-8D07-3FB6AE260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2537" y="1102753"/>
            <a:ext cx="2771429" cy="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0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008D0333-4C98-45FC-B010-E21CA4141748}"/>
              </a:ext>
            </a:extLst>
          </p:cNvPr>
          <p:cNvSpPr>
            <a:spLocks noGrp="1"/>
          </p:cNvSpPr>
          <p:nvPr/>
        </p:nvSpPr>
        <p:spPr>
          <a:xfrm>
            <a:off x="1524000" y="2458720"/>
            <a:ext cx="15588615" cy="2446655"/>
          </a:xfrm>
          <a:prstGeom prst="rect">
            <a:avLst/>
          </a:prstGeom>
          <a:noFill/>
          <a:ln w="0" cap="flat">
            <a:noFill/>
            <a:prstDash val="solid"/>
            <a:miter/>
          </a:ln>
        </p:spPr>
        <p:txBody>
          <a:bodyPr vert="horz" wrap="square" lIns="0" tIns="88" rIns="0" bIns="0"/>
          <a:lstStyle/>
          <a:p>
            <a:pPr marL="12700" indent="457200" algn="l">
              <a:lnSpc>
                <a:spcPct val="123000"/>
              </a:lnSpc>
              <a:spcBef>
                <a:spcPts val="0"/>
              </a:spcBef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【图文说明】在此输入图片、流程图或模型的简要说明。制作新章节时，可直接替换下方示例图。</a:t>
            </a:r>
          </a:p>
        </p:txBody>
      </p:sp>
      <p:pic>
        <p:nvPicPr>
          <p:cNvPr id="13" name="图片 14">
            <a:extLst>
              <a:ext uri="{FF2B5EF4-FFF2-40B4-BE49-F238E27FC236}">
                <a16:creationId xmlns:a16="http://schemas.microsoft.com/office/drawing/2014/main" id="{BCC93F78-B11E-481C-AA9E-8E6B6E384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4686300"/>
            <a:ext cx="11510645" cy="253428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DBB3802B-634F-4704-81B8-9EDD2B6ADA7F}"/>
              </a:ext>
            </a:extLst>
          </p:cNvPr>
          <p:cNvSpPr>
            <a:spLocks noGrp="1"/>
          </p:cNvSpPr>
          <p:nvPr/>
        </p:nvSpPr>
        <p:spPr>
          <a:xfrm>
            <a:off x="5943600" y="7581900"/>
            <a:ext cx="609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t>图X.X　图片或流程图标题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689EF0-EFAD-4926-B435-5731F5E886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E5B3003-2C54-13C6-9832-7637201064DE}" type="slidenum">
              <a:t>5</a:t>
            </a:fld>
            <a:endParaRPr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099FABE9-5C8F-4700-A3C1-A5A4BB98DDD5}"/>
              </a:ext>
            </a:extLst>
          </p:cNvPr>
          <p:cNvSpPr>
            <a:spLocks noGrp="1"/>
          </p:cNvSpPr>
          <p:nvPr/>
        </p:nvSpPr>
        <p:spPr>
          <a:xfrm>
            <a:off x="412090" y="1028700"/>
            <a:ext cx="7800783" cy="275915"/>
          </a:xfrm>
          <a:custGeom>
            <a:avLst/>
            <a:gdLst/>
            <a:ahLst/>
            <a:cxnLst/>
            <a:rect l="l" t="t" r="r" b="b"/>
            <a:pathLst>
              <a:path w="2054527" h="72669">
                <a:moveTo>
                  <a:pt x="36335" y="0"/>
                </a:moveTo>
                <a:lnTo>
                  <a:pt x="2018193" y="0"/>
                </a:lnTo>
                <a:cubicBezTo>
                  <a:pt x="2027829" y="0"/>
                  <a:pt x="2037071" y="3828"/>
                  <a:pt x="2043885" y="10642"/>
                </a:cubicBezTo>
                <a:cubicBezTo>
                  <a:pt x="2050699" y="17456"/>
                  <a:pt x="2054527" y="26698"/>
                  <a:pt x="2054527" y="36335"/>
                </a:cubicBezTo>
                <a:lnTo>
                  <a:pt x="2054527" y="36335"/>
                </a:lnTo>
                <a:cubicBezTo>
                  <a:pt x="2054527" y="45971"/>
                  <a:pt x="2050699" y="55213"/>
                  <a:pt x="2043885" y="62027"/>
                </a:cubicBezTo>
                <a:cubicBezTo>
                  <a:pt x="2037071" y="68841"/>
                  <a:pt x="2027829" y="72669"/>
                  <a:pt x="2018193" y="72669"/>
                </a:cubicBezTo>
                <a:lnTo>
                  <a:pt x="36335" y="72669"/>
                </a:lnTo>
                <a:cubicBezTo>
                  <a:pt x="26698" y="72669"/>
                  <a:pt x="17456" y="68841"/>
                  <a:pt x="10642" y="62027"/>
                </a:cubicBezTo>
                <a:cubicBezTo>
                  <a:pt x="3828" y="55213"/>
                  <a:pt x="0" y="45971"/>
                  <a:pt x="0" y="36335"/>
                </a:cubicBezTo>
                <a:lnTo>
                  <a:pt x="0" y="36335"/>
                </a:lnTo>
                <a:cubicBezTo>
                  <a:pt x="0" y="26698"/>
                  <a:pt x="3828" y="17456"/>
                  <a:pt x="10642" y="10642"/>
                </a:cubicBezTo>
                <a:cubicBezTo>
                  <a:pt x="17456" y="3828"/>
                  <a:pt x="26698" y="0"/>
                  <a:pt x="36335" y="0"/>
                </a:cubicBezTo>
                <a:close/>
              </a:path>
            </a:pathLst>
          </a:custGeom>
          <a:gradFill rotWithShape="1">
            <a:gsLst>
              <a:gs pos="0">
                <a:srgbClr val="DDEEFF">
                  <a:alpha val="100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</p:spPr>
        <p:txBody>
          <a:bodyPr/>
          <a:lstStyle/>
          <a:p>
            <a:endParaRPr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BA75F3D4-89C0-4DF6-8776-2FD06DEBF4C5}"/>
              </a:ext>
            </a:extLst>
          </p:cNvPr>
          <p:cNvSpPr>
            <a:spLocks noGrp="1"/>
          </p:cNvSpPr>
          <p:nvPr/>
        </p:nvSpPr>
        <p:spPr>
          <a:xfrm>
            <a:off x="412090" y="1028700"/>
            <a:ext cx="7800783" cy="275915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10" name="TextBox 30">
            <a:extLst>
              <a:ext uri="{FF2B5EF4-FFF2-40B4-BE49-F238E27FC236}">
                <a16:creationId xmlns:a16="http://schemas.microsoft.com/office/drawing/2014/main" id="{B558ECEC-C9D4-4964-BD6C-4F31A543B0C7}"/>
              </a:ext>
            </a:extLst>
          </p:cNvPr>
          <p:cNvSpPr>
            <a:spLocks noGrp="1"/>
          </p:cNvSpPr>
          <p:nvPr/>
        </p:nvSpPr>
        <p:spPr>
          <a:xfrm>
            <a:off x="2210043" y="509179"/>
            <a:ext cx="9458717" cy="7112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5600"/>
              </a:lnSpc>
              <a:buNone/>
            </a:pPr>
            <a:r>
              <a:rPr sz="4000" b="1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stA="70000" endA="5000" endPos="70000" dir="5400000" sy="-100000" algn="bl" rotWithShape="0"/>
                </a:effectLst>
                <a:latin typeface="仿宋"/>
                <a:ea typeface="仿宋"/>
                <a:cs typeface="仿宋"/>
              </a:rPr>
              <a:t>图文内容页标题</a:t>
            </a:r>
          </a:p>
        </p:txBody>
      </p:sp>
      <p:sp>
        <p:nvSpPr>
          <p:cNvPr id="11" name="TextBox 31">
            <a:extLst>
              <a:ext uri="{FF2B5EF4-FFF2-40B4-BE49-F238E27FC236}">
                <a16:creationId xmlns:a16="http://schemas.microsoft.com/office/drawing/2014/main" id="{AACB6FE4-ED41-4BB7-9ACE-7D9C413B74FE}"/>
              </a:ext>
            </a:extLst>
          </p:cNvPr>
          <p:cNvSpPr>
            <a:spLocks noGrp="1"/>
          </p:cNvSpPr>
          <p:nvPr/>
        </p:nvSpPr>
        <p:spPr>
          <a:xfrm>
            <a:off x="1216848" y="429424"/>
            <a:ext cx="1049507" cy="8350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6575"/>
              </a:lnSpc>
              <a:buNone/>
            </a:pPr>
            <a:r>
              <a:rPr sz="4695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stA="70000" endA="5000" endPos="70000" dir="5400000" sy="-100000" algn="bl" rotWithShape="0"/>
                </a:effectLst>
                <a:latin typeface="Times New Roman"/>
                <a:ea typeface="Times New Roman"/>
                <a:cs typeface="Times New Roman"/>
              </a:rPr>
              <a:t>1.2</a:t>
            </a:r>
          </a:p>
        </p:txBody>
      </p:sp>
      <p:pic>
        <p:nvPicPr>
          <p:cNvPr id="12" name="图片 2">
            <a:extLst>
              <a:ext uri="{FF2B5EF4-FFF2-40B4-BE49-F238E27FC236}">
                <a16:creationId xmlns:a16="http://schemas.microsoft.com/office/drawing/2014/main" id="{39BF087E-F7B9-4D0A-8F2E-4F5442EB24B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F1BFA769-B85C-4020-9280-EF8606077D4B}"/>
              </a:ext>
            </a:extLst>
          </p:cNvPr>
          <p:cNvSpPr>
            <a:spLocks noGrp="1"/>
          </p:cNvSpPr>
          <p:nvPr/>
        </p:nvSpPr>
        <p:spPr>
          <a:xfrm>
            <a:off x="13639786" y="733421"/>
            <a:ext cx="370005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ln w="0"/>
                <a:gradFill flip="none" rotWithShape="1">
                  <a:gsLst>
                    <a:gs pos="0">
                      <a:schemeClr val="accent1">
                        <a:lumMod val="0"/>
                        <a:lumOff val="100000"/>
                      </a:schemeClr>
                    </a:gs>
                    <a:gs pos="35000">
                      <a:schemeClr val="accent1">
                        <a:lumMod val="0"/>
                        <a:lumOff val="100000"/>
                      </a:schemeClr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</a:rPr>
              <a:t>◆◆◆</a:t>
            </a:r>
            <a:r>
              <a:rPr>
                <a:solidFill>
                  <a:schemeClr val="accent1"/>
                </a:solidFill>
              </a:rPr>
              <a:t> </a:t>
            </a:r>
            <a:r>
              <a:rPr b="1">
                <a:solidFill>
                  <a:schemeClr val="tx2"/>
                </a:solidFill>
                <a:latin typeface="仿宋"/>
                <a:ea typeface="仿宋"/>
                <a:cs typeface="仿宋"/>
              </a:rPr>
              <a:t>密码学——基础理论与应用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C079E3B-1170-436D-9526-72C08753EA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72537" y="1102753"/>
            <a:ext cx="2771429" cy="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99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E73F1B32-A03E-4611-B8CD-3B87C341AC0D}"/>
              </a:ext>
            </a:extLst>
          </p:cNvPr>
          <p:cNvSpPr>
            <a:spLocks noGrp="1"/>
          </p:cNvSpPr>
          <p:nvPr/>
        </p:nvSpPr>
        <p:spPr>
          <a:xfrm>
            <a:off x="914400" y="1903891"/>
            <a:ext cx="1614741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20000"/>
              </a:lnSpc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【引导语】根据内容需要，可按以下格式列出重点。</a:t>
            </a:r>
          </a:p>
          <a:p>
            <a:pPr indent="457200" algn="just">
              <a:lnSpc>
                <a:spcPct val="120000"/>
              </a:lnSpc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（1）第一项要点：在此填写说明。</a:t>
            </a:r>
          </a:p>
          <a:p>
            <a:pPr indent="457200" algn="just">
              <a:lnSpc>
                <a:spcPct val="120000"/>
              </a:lnSpc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（2）第二项要点：在此填写说明。</a:t>
            </a:r>
          </a:p>
          <a:p>
            <a:pPr indent="457200" algn="just">
              <a:lnSpc>
                <a:spcPct val="120000"/>
              </a:lnSpc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（3）第三项要点：在此填写说明。</a:t>
            </a:r>
          </a:p>
          <a:p>
            <a:pPr indent="457200" algn="just">
              <a:lnSpc>
                <a:spcPct val="120000"/>
              </a:lnSpc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（4）第四项要点：在此填写说明。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0675A6-ABBB-4A10-A072-1DF5E03225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C630A04-5A25-9E0C-9436-126091DB86B3}" type="slidenum">
              <a:t>6</a:t>
            </a:fld>
            <a:endParaRPr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C791FE45-390C-498B-9211-7A56B0A0F8AB}"/>
              </a:ext>
            </a:extLst>
          </p:cNvPr>
          <p:cNvSpPr>
            <a:spLocks noGrp="1"/>
          </p:cNvSpPr>
          <p:nvPr/>
        </p:nvSpPr>
        <p:spPr>
          <a:xfrm>
            <a:off x="412090" y="1028700"/>
            <a:ext cx="7800783" cy="275915"/>
          </a:xfrm>
          <a:custGeom>
            <a:avLst/>
            <a:gdLst/>
            <a:ahLst/>
            <a:cxnLst/>
            <a:rect l="l" t="t" r="r" b="b"/>
            <a:pathLst>
              <a:path w="2054527" h="72669">
                <a:moveTo>
                  <a:pt x="36335" y="0"/>
                </a:moveTo>
                <a:lnTo>
                  <a:pt x="2018193" y="0"/>
                </a:lnTo>
                <a:cubicBezTo>
                  <a:pt x="2027829" y="0"/>
                  <a:pt x="2037071" y="3828"/>
                  <a:pt x="2043885" y="10642"/>
                </a:cubicBezTo>
                <a:cubicBezTo>
                  <a:pt x="2050699" y="17456"/>
                  <a:pt x="2054527" y="26698"/>
                  <a:pt x="2054527" y="36335"/>
                </a:cubicBezTo>
                <a:lnTo>
                  <a:pt x="2054527" y="36335"/>
                </a:lnTo>
                <a:cubicBezTo>
                  <a:pt x="2054527" y="45971"/>
                  <a:pt x="2050699" y="55213"/>
                  <a:pt x="2043885" y="62027"/>
                </a:cubicBezTo>
                <a:cubicBezTo>
                  <a:pt x="2037071" y="68841"/>
                  <a:pt x="2027829" y="72669"/>
                  <a:pt x="2018193" y="72669"/>
                </a:cubicBezTo>
                <a:lnTo>
                  <a:pt x="36335" y="72669"/>
                </a:lnTo>
                <a:cubicBezTo>
                  <a:pt x="26698" y="72669"/>
                  <a:pt x="17456" y="68841"/>
                  <a:pt x="10642" y="62027"/>
                </a:cubicBezTo>
                <a:cubicBezTo>
                  <a:pt x="3828" y="55213"/>
                  <a:pt x="0" y="45971"/>
                  <a:pt x="0" y="36335"/>
                </a:cubicBezTo>
                <a:lnTo>
                  <a:pt x="0" y="36335"/>
                </a:lnTo>
                <a:cubicBezTo>
                  <a:pt x="0" y="26698"/>
                  <a:pt x="3828" y="17456"/>
                  <a:pt x="10642" y="10642"/>
                </a:cubicBezTo>
                <a:cubicBezTo>
                  <a:pt x="17456" y="3828"/>
                  <a:pt x="26698" y="0"/>
                  <a:pt x="36335" y="0"/>
                </a:cubicBezTo>
                <a:close/>
              </a:path>
            </a:pathLst>
          </a:custGeom>
          <a:gradFill rotWithShape="1">
            <a:gsLst>
              <a:gs pos="0">
                <a:srgbClr val="DDEEFF">
                  <a:alpha val="100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</p:spPr>
        <p:txBody>
          <a:bodyPr/>
          <a:lstStyle/>
          <a:p>
            <a:endParaRPr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01C75829-CD3F-40DC-A6BD-FF37F49B350A}"/>
              </a:ext>
            </a:extLst>
          </p:cNvPr>
          <p:cNvSpPr>
            <a:spLocks noGrp="1"/>
          </p:cNvSpPr>
          <p:nvPr/>
        </p:nvSpPr>
        <p:spPr>
          <a:xfrm>
            <a:off x="412090" y="1028700"/>
            <a:ext cx="7800783" cy="275915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9" name="TextBox 30">
            <a:extLst>
              <a:ext uri="{FF2B5EF4-FFF2-40B4-BE49-F238E27FC236}">
                <a16:creationId xmlns:a16="http://schemas.microsoft.com/office/drawing/2014/main" id="{E22304EE-FDD7-46DD-B695-9687AC7CD3BD}"/>
              </a:ext>
            </a:extLst>
          </p:cNvPr>
          <p:cNvSpPr>
            <a:spLocks noGrp="1"/>
          </p:cNvSpPr>
          <p:nvPr/>
        </p:nvSpPr>
        <p:spPr>
          <a:xfrm>
            <a:off x="2608081" y="504797"/>
            <a:ext cx="9458717" cy="7112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5600"/>
              </a:lnSpc>
              <a:buNone/>
            </a:pPr>
            <a:r>
              <a:rPr sz="4000" b="1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stA="70000" endA="5000" endPos="70000" dir="5400000" sy="-100000" algn="bl" rotWithShape="0"/>
                </a:effectLst>
                <a:latin typeface="仿宋"/>
                <a:ea typeface="仿宋"/>
                <a:cs typeface="仿宋"/>
              </a:rPr>
              <a:t>要点列表页标题</a:t>
            </a:r>
          </a:p>
        </p:txBody>
      </p:sp>
      <p:sp>
        <p:nvSpPr>
          <p:cNvPr id="10" name="TextBox 31">
            <a:extLst>
              <a:ext uri="{FF2B5EF4-FFF2-40B4-BE49-F238E27FC236}">
                <a16:creationId xmlns:a16="http://schemas.microsoft.com/office/drawing/2014/main" id="{71255ADB-8E6D-48DF-96EB-B14796004653}"/>
              </a:ext>
            </a:extLst>
          </p:cNvPr>
          <p:cNvSpPr>
            <a:spLocks noGrp="1"/>
          </p:cNvSpPr>
          <p:nvPr/>
        </p:nvSpPr>
        <p:spPr>
          <a:xfrm>
            <a:off x="1295400" y="429424"/>
            <a:ext cx="1373952" cy="8350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575"/>
              </a:lnSpc>
              <a:buNone/>
            </a:pPr>
            <a:r>
              <a:rPr sz="4695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stA="70000" endA="5000" endPos="70000" dir="5400000" sy="-100000" algn="bl" rotWithShape="0"/>
                </a:effectLst>
                <a:latin typeface="Times New Roman"/>
                <a:ea typeface="Times New Roman"/>
                <a:cs typeface="Times New Roman"/>
              </a:rPr>
              <a:t>1.5.1</a:t>
            </a:r>
          </a:p>
        </p:txBody>
      </p:sp>
      <p:pic>
        <p:nvPicPr>
          <p:cNvPr id="12" name="图片 2">
            <a:extLst>
              <a:ext uri="{FF2B5EF4-FFF2-40B4-BE49-F238E27FC236}">
                <a16:creationId xmlns:a16="http://schemas.microsoft.com/office/drawing/2014/main" id="{2DF6EBDD-0218-403A-BC75-4FF02854C97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1E4E336-6982-41C6-A810-EC8A1EF15893}"/>
              </a:ext>
            </a:extLst>
          </p:cNvPr>
          <p:cNvSpPr>
            <a:spLocks noGrp="1"/>
          </p:cNvSpPr>
          <p:nvPr/>
        </p:nvSpPr>
        <p:spPr>
          <a:xfrm>
            <a:off x="13639786" y="733421"/>
            <a:ext cx="370005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ln w="0"/>
                <a:gradFill flip="none" rotWithShape="1">
                  <a:gsLst>
                    <a:gs pos="0">
                      <a:schemeClr val="accent1">
                        <a:lumMod val="0"/>
                        <a:lumOff val="100000"/>
                      </a:schemeClr>
                    </a:gs>
                    <a:gs pos="35000">
                      <a:schemeClr val="accent1">
                        <a:lumMod val="0"/>
                        <a:lumOff val="100000"/>
                      </a:schemeClr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</a:rPr>
              <a:t>◆◆◆</a:t>
            </a:r>
            <a:r>
              <a:rPr>
                <a:solidFill>
                  <a:schemeClr val="accent1"/>
                </a:solidFill>
              </a:rPr>
              <a:t> </a:t>
            </a:r>
            <a:r>
              <a:rPr b="1">
                <a:solidFill>
                  <a:schemeClr val="tx2"/>
                </a:solidFill>
                <a:latin typeface="仿宋"/>
                <a:ea typeface="仿宋"/>
                <a:cs typeface="仿宋"/>
              </a:rPr>
              <a:t>密码学——基础理论与应用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9EC8789-DDCB-4EB1-A665-8F463DE6A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2537" y="1102753"/>
            <a:ext cx="2771429" cy="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660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1F1003F4-1301-4AD0-B070-9ABCFC3889CE}"/>
              </a:ext>
            </a:extLst>
          </p:cNvPr>
          <p:cNvSpPr>
            <a:spLocks noGrp="1"/>
          </p:cNvSpPr>
          <p:nvPr/>
        </p:nvSpPr>
        <p:spPr>
          <a:xfrm>
            <a:off x="997585" y="1943100"/>
            <a:ext cx="1614741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20000"/>
              </a:lnSpc>
              <a:buNone/>
            </a:pPr>
            <a:r>
              <a:rPr sz="3600">
                <a:latin typeface="Times New Roman"/>
                <a:ea typeface="Times New Roman"/>
                <a:cs typeface="Times New Roman"/>
              </a:rPr>
              <a:t>【表格说明】在此输入表格的背景、口径或结论。表格保持可编辑，可直接修改单元格内容。</a:t>
            </a:r>
          </a:p>
          <a:p>
            <a:pPr indent="457200" algn="just">
              <a:lnSpc>
                <a:spcPct val="120000"/>
              </a:lnSpc>
              <a:buNone/>
            </a:pPr>
            <a:endParaRPr sz="3600">
              <a:latin typeface="Times New Roman"/>
              <a:ea typeface="Times New Roman"/>
              <a:cs typeface="Times New Roman"/>
            </a:endParaRPr>
          </a:p>
          <a:p>
            <a:pPr indent="457200" algn="just">
              <a:lnSpc>
                <a:spcPct val="120000"/>
              </a:lnSpc>
              <a:buNone/>
            </a:pPr>
            <a:endParaRPr sz="3600">
              <a:latin typeface="Times New Roman"/>
              <a:ea typeface="Times New Roman"/>
              <a:cs typeface="Times New Roman"/>
            </a:endParaRPr>
          </a:p>
          <a:p>
            <a:pPr indent="457200" algn="just">
              <a:lnSpc>
                <a:spcPct val="120000"/>
              </a:lnSpc>
              <a:buNone/>
            </a:pPr>
            <a:endParaRPr sz="3600">
              <a:latin typeface="Times New Roman"/>
              <a:ea typeface="Times New Roman"/>
              <a:cs typeface="Times New Roman"/>
            </a:endParaRPr>
          </a:p>
          <a:p>
            <a:pPr indent="457200" algn="just">
              <a:lnSpc>
                <a:spcPct val="120000"/>
              </a:lnSpc>
              <a:buNone/>
            </a:pPr>
            <a:endParaRPr sz="3600">
              <a:latin typeface="Times New Roman"/>
              <a:ea typeface="Times New Roman"/>
              <a:cs typeface="Times New Roman"/>
            </a:endParaRPr>
          </a:p>
          <a:p>
            <a:pPr indent="457200" algn="just">
              <a:lnSpc>
                <a:spcPct val="120000"/>
              </a:lnSpc>
              <a:buNone/>
            </a:pPr>
            <a:endParaRPr sz="3600">
              <a:latin typeface="Times New Roman"/>
              <a:ea typeface="Times New Roman"/>
              <a:cs typeface="Times New Roman"/>
            </a:endParaRPr>
          </a:p>
          <a:p>
            <a:pPr indent="457200" algn="just">
              <a:lnSpc>
                <a:spcPct val="120000"/>
              </a:lnSpc>
              <a:buNone/>
            </a:pPr>
            <a:endParaRPr sz="360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7846188-181B-46F3-964E-41B0FD808850}"/>
              </a:ext>
            </a:extLst>
          </p:cNvPr>
          <p:cNvGraphicFramePr/>
          <p:nvPr/>
        </p:nvGraphicFramePr>
        <p:xfrm>
          <a:off x="3898886" y="5207000"/>
          <a:ext cx="9715500" cy="3132455"/>
        </p:xfrm>
        <a:graphic>
          <a:graphicData uri="http://schemas.openxmlformats.org/drawingml/2006/table">
            <a:tbl>
              <a:tblPr/>
              <a:tblGrid>
                <a:gridCol w="2007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7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2455">
                <a:tc>
                  <a:txBody>
                    <a:bodyPr/>
                    <a:lstStyle/>
                    <a:p>
                      <a:pPr marL="32385" indent="0" algn="ctr" defTabSz="91440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1828800" algn="l"/>
                        </a:tabLst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项目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rgbClr val="000008"/>
                      </a:solidFill>
                      <a:prstDash val="solid"/>
                    </a:lnL>
                    <a:lnR w="6350" cmpd="sng">
                      <a:solidFill>
                        <a:srgbClr val="000008"/>
                      </a:solidFill>
                      <a:prstDash val="solid"/>
                    </a:lnR>
                    <a:lnT w="12700" cmpd="sng">
                      <a:solidFill>
                        <a:srgbClr val="000008"/>
                      </a:solidFill>
                      <a:prstDash val="solid"/>
                    </a:lnT>
                    <a:lnB w="6350" cmpd="sng">
                      <a:solidFill>
                        <a:srgbClr val="00000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ctr" defTabSz="91440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1828800" algn="l"/>
                        </a:tabLst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内容</a:t>
                      </a:r>
                    </a:p>
                  </a:txBody>
                  <a:tcPr marL="36195" marR="36195" marT="0" marB="0" anchor="ctr">
                    <a:lnL w="6350" cmpd="sng">
                      <a:solidFill>
                        <a:srgbClr val="000008"/>
                      </a:solidFill>
                      <a:prstDash val="solid"/>
                    </a:lnL>
                    <a:lnR w="6350" cmpd="sng">
                      <a:solidFill>
                        <a:srgbClr val="000008"/>
                      </a:solidFill>
                      <a:prstDash val="solid"/>
                    </a:lnR>
                    <a:lnT w="12700" cmpd="sng">
                      <a:solidFill>
                        <a:srgbClr val="000008"/>
                      </a:solidFill>
                      <a:prstDash val="solid"/>
                    </a:lnT>
                    <a:lnB w="6350" cmpd="sng">
                      <a:solidFill>
                        <a:srgbClr val="00000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ctr" defTabSz="91440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1828800" algn="l"/>
                        </a:tabLst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备注</a:t>
                      </a:r>
                    </a:p>
                  </a:txBody>
                  <a:tcPr marL="36195" marR="36195" marT="0" marB="0" anchor="ctr">
                    <a:lnL w="6350" cmpd="sng">
                      <a:solidFill>
                        <a:srgbClr val="000008"/>
                      </a:solidFill>
                      <a:prstDash val="solid"/>
                    </a:lnL>
                    <a:lnR w="12700" cmpd="sng">
                      <a:solidFill>
                        <a:srgbClr val="000008"/>
                      </a:solidFill>
                      <a:prstDash val="solid"/>
                    </a:lnR>
                    <a:lnT w="12700" cmpd="sng">
                      <a:solidFill>
                        <a:srgbClr val="000008"/>
                      </a:solidFill>
                      <a:prstDash val="solid"/>
                    </a:lnT>
                    <a:lnB w="6350" cmpd="sng">
                      <a:solidFill>
                        <a:srgbClr val="000008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32385" indent="0" algn="ctr" defTabSz="914400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1828800" algn="l"/>
                        </a:tabLst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示例一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rgbClr val="000008"/>
                      </a:solidFill>
                      <a:prstDash val="solid"/>
                    </a:lnL>
                    <a:lnR w="6350" cmpd="sng">
                      <a:solidFill>
                        <a:srgbClr val="000008"/>
                      </a:solidFill>
                      <a:prstDash val="solid"/>
                    </a:lnR>
                    <a:lnT w="6350" cmpd="sng">
                      <a:solidFill>
                        <a:srgbClr val="000008"/>
                      </a:solidFill>
                      <a:prstDash val="solid"/>
                    </a:lnT>
                    <a:lnB w="6350" cmpd="sng">
                      <a:solidFill>
                        <a:srgbClr val="00000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ctr" defTabSz="914400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1828800" algn="l"/>
                        </a:tabLst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可填写文字</a:t>
                      </a:r>
                    </a:p>
                  </a:txBody>
                  <a:tcPr marL="36195" marR="36195" marT="0" marB="0" anchor="ctr">
                    <a:lnL w="6350" cmpd="sng">
                      <a:solidFill>
                        <a:srgbClr val="000008"/>
                      </a:solidFill>
                      <a:prstDash val="solid"/>
                    </a:lnL>
                    <a:lnR w="6350" cmpd="sng">
                      <a:solidFill>
                        <a:srgbClr val="000008"/>
                      </a:solidFill>
                      <a:prstDash val="solid"/>
                    </a:lnR>
                    <a:lnT w="6350" cmpd="sng">
                      <a:solidFill>
                        <a:srgbClr val="000008"/>
                      </a:solidFill>
                      <a:prstDash val="solid"/>
                    </a:lnT>
                    <a:lnB w="6350" cmpd="sng">
                      <a:solidFill>
                        <a:srgbClr val="00000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ctr" defTabSz="914400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1828800" algn="l"/>
                        </a:tabLst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说明</a:t>
                      </a:r>
                    </a:p>
                  </a:txBody>
                  <a:tcPr marL="36195" marR="36195" marT="0" marB="0" anchor="ctr">
                    <a:lnL w="6350" cmpd="sng">
                      <a:solidFill>
                        <a:srgbClr val="000008"/>
                      </a:solidFill>
                      <a:prstDash val="solid"/>
                    </a:lnL>
                    <a:lnR w="12700" cmpd="sng">
                      <a:solidFill>
                        <a:srgbClr val="000008"/>
                      </a:solidFill>
                      <a:prstDash val="solid"/>
                    </a:lnR>
                    <a:lnT w="6350" cmpd="sng">
                      <a:solidFill>
                        <a:srgbClr val="000008"/>
                      </a:solidFill>
                      <a:prstDash val="solid"/>
                    </a:lnT>
                    <a:lnB w="6350" cmpd="sng">
                      <a:solidFill>
                        <a:srgbClr val="000008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32385" indent="0" algn="ctr" defTabSz="914400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1828800" algn="l"/>
                        </a:tabLst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示例二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rgbClr val="000008"/>
                      </a:solidFill>
                      <a:prstDash val="solid"/>
                    </a:lnL>
                    <a:lnR w="6350" cmpd="sng">
                      <a:solidFill>
                        <a:srgbClr val="000008"/>
                      </a:solidFill>
                      <a:prstDash val="solid"/>
                    </a:lnR>
                    <a:lnT w="6350" cmpd="sng">
                      <a:solidFill>
                        <a:srgbClr val="000008"/>
                      </a:solidFill>
                      <a:prstDash val="solid"/>
                    </a:lnT>
                    <a:lnB w="6350" cmpd="sng">
                      <a:solidFill>
                        <a:srgbClr val="00000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ctr" defTabSz="914400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1828800" algn="l"/>
                        </a:tabLst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可填写数字</a:t>
                      </a:r>
                    </a:p>
                  </a:txBody>
                  <a:tcPr marL="36195" marR="36195" marT="0" marB="0" anchor="ctr">
                    <a:lnL w="6350" cmpd="sng">
                      <a:solidFill>
                        <a:srgbClr val="000008"/>
                      </a:solidFill>
                      <a:prstDash val="solid"/>
                    </a:lnL>
                    <a:lnR w="6350" cmpd="sng">
                      <a:solidFill>
                        <a:srgbClr val="000008"/>
                      </a:solidFill>
                      <a:prstDash val="solid"/>
                    </a:lnR>
                    <a:lnT w="6350" cmpd="sng">
                      <a:solidFill>
                        <a:srgbClr val="000008"/>
                      </a:solidFill>
                      <a:prstDash val="solid"/>
                    </a:lnT>
                    <a:lnB w="6350" cmpd="sng">
                      <a:solidFill>
                        <a:srgbClr val="00000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ctr" defTabSz="914400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1828800" algn="l"/>
                        </a:tabLst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说明</a:t>
                      </a:r>
                    </a:p>
                  </a:txBody>
                  <a:tcPr marL="36195" marR="36195" marT="0" marB="0" anchor="ctr">
                    <a:lnL w="6350" cmpd="sng">
                      <a:solidFill>
                        <a:srgbClr val="000008"/>
                      </a:solidFill>
                      <a:prstDash val="solid"/>
                    </a:lnL>
                    <a:lnR w="12700" cmpd="sng">
                      <a:solidFill>
                        <a:srgbClr val="000008"/>
                      </a:solidFill>
                      <a:prstDash val="solid"/>
                    </a:lnR>
                    <a:lnT w="6350" cmpd="sng">
                      <a:solidFill>
                        <a:srgbClr val="000008"/>
                      </a:solidFill>
                      <a:prstDash val="solid"/>
                    </a:lnT>
                    <a:lnB w="6350" cmpd="sng">
                      <a:solidFill>
                        <a:srgbClr val="000008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32385" indent="0" algn="ctr" defTabSz="914400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1828800" algn="l"/>
                        </a:tabLst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示例三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rgbClr val="000008"/>
                      </a:solidFill>
                      <a:prstDash val="solid"/>
                    </a:lnL>
                    <a:lnR w="6350" cmpd="sng">
                      <a:solidFill>
                        <a:srgbClr val="000008"/>
                      </a:solidFill>
                      <a:prstDash val="solid"/>
                    </a:lnR>
                    <a:lnT w="6350" cmpd="sng">
                      <a:solidFill>
                        <a:srgbClr val="000008"/>
                      </a:solidFill>
                      <a:prstDash val="solid"/>
                    </a:lnT>
                    <a:lnB w="6350" cmpd="sng">
                      <a:solidFill>
                        <a:srgbClr val="00000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ctr" defTabSz="914400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1828800" algn="l"/>
                        </a:tabLst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可填写数据</a:t>
                      </a:r>
                    </a:p>
                  </a:txBody>
                  <a:tcPr marL="36195" marR="36195" marT="0" marB="0" anchor="ctr">
                    <a:lnL w="6350" cmpd="sng">
                      <a:solidFill>
                        <a:srgbClr val="000008"/>
                      </a:solidFill>
                      <a:prstDash val="solid"/>
                    </a:lnL>
                    <a:lnR w="6350" cmpd="sng">
                      <a:solidFill>
                        <a:srgbClr val="000008"/>
                      </a:solidFill>
                      <a:prstDash val="solid"/>
                    </a:lnR>
                    <a:lnT w="6350" cmpd="sng">
                      <a:solidFill>
                        <a:srgbClr val="000008"/>
                      </a:solidFill>
                      <a:prstDash val="solid"/>
                    </a:lnT>
                    <a:lnB w="6350" cmpd="sng">
                      <a:solidFill>
                        <a:srgbClr val="00000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ctr" defTabSz="914400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1828800" algn="l"/>
                        </a:tabLst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说明</a:t>
                      </a:r>
                    </a:p>
                  </a:txBody>
                  <a:tcPr marL="36195" marR="36195" marT="0" marB="0" anchor="ctr">
                    <a:lnL w="6350" cmpd="sng">
                      <a:solidFill>
                        <a:srgbClr val="000008"/>
                      </a:solidFill>
                      <a:prstDash val="solid"/>
                    </a:lnL>
                    <a:lnR w="12700" cmpd="sng">
                      <a:solidFill>
                        <a:srgbClr val="000008"/>
                      </a:solidFill>
                      <a:prstDash val="solid"/>
                    </a:lnR>
                    <a:lnT w="6350" cmpd="sng">
                      <a:solidFill>
                        <a:srgbClr val="000008"/>
                      </a:solidFill>
                      <a:prstDash val="solid"/>
                    </a:lnT>
                    <a:lnB w="6350" cmpd="sng">
                      <a:solidFill>
                        <a:srgbClr val="000008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32385" indent="0" algn="ctr" defTabSz="914400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1828800" algn="l"/>
                        </a:tabLst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示例四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rgbClr val="000008"/>
                      </a:solidFill>
                      <a:prstDash val="solid"/>
                    </a:lnL>
                    <a:lnR w="6350" cmpd="sng">
                      <a:solidFill>
                        <a:srgbClr val="000008"/>
                      </a:solidFill>
                      <a:prstDash val="solid"/>
                    </a:lnR>
                    <a:lnT w="6350" cmpd="sng">
                      <a:solidFill>
                        <a:srgbClr val="000008"/>
                      </a:solidFill>
                      <a:prstDash val="solid"/>
                    </a:lnT>
                    <a:lnB w="6350" cmpd="sng">
                      <a:solidFill>
                        <a:srgbClr val="00000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ctr" defTabSz="914400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1828800" algn="l"/>
                        </a:tabLst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可填写结论</a:t>
                      </a:r>
                    </a:p>
                  </a:txBody>
                  <a:tcPr marL="36195" marR="36195" marT="0" marB="0" anchor="ctr">
                    <a:lnL w="6350" cmpd="sng">
                      <a:solidFill>
                        <a:srgbClr val="000008"/>
                      </a:solidFill>
                      <a:prstDash val="solid"/>
                    </a:lnL>
                    <a:lnR w="6350" cmpd="sng">
                      <a:solidFill>
                        <a:srgbClr val="000008"/>
                      </a:solidFill>
                      <a:prstDash val="solid"/>
                    </a:lnR>
                    <a:lnT w="6350" cmpd="sng">
                      <a:solidFill>
                        <a:srgbClr val="000008"/>
                      </a:solidFill>
                      <a:prstDash val="solid"/>
                    </a:lnT>
                    <a:lnB w="6350" cmpd="sng">
                      <a:solidFill>
                        <a:srgbClr val="00000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ctr" defTabSz="914400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1828800" algn="l"/>
                        </a:tabLst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说明</a:t>
                      </a:r>
                    </a:p>
                  </a:txBody>
                  <a:tcPr marL="36195" marR="36195" marT="0" marB="0" anchor="ctr">
                    <a:lnL w="6350" cmpd="sng">
                      <a:solidFill>
                        <a:srgbClr val="000008"/>
                      </a:solidFill>
                      <a:prstDash val="solid"/>
                    </a:lnL>
                    <a:lnR w="12700" cmpd="sng">
                      <a:solidFill>
                        <a:srgbClr val="000008"/>
                      </a:solidFill>
                      <a:prstDash val="solid"/>
                    </a:lnR>
                    <a:lnT w="6350" cmpd="sng">
                      <a:solidFill>
                        <a:srgbClr val="000008"/>
                      </a:solidFill>
                      <a:prstDash val="solid"/>
                    </a:lnT>
                    <a:lnB w="6350" cmpd="sng">
                      <a:solidFill>
                        <a:srgbClr val="000008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32385" indent="0" algn="ctr" defTabSz="914400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1828800" algn="l"/>
                        </a:tabLst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示例五</a:t>
                      </a:r>
                    </a:p>
                  </a:txBody>
                  <a:tcPr marL="36195" marR="36195" marT="0" marB="0" anchor="ctr">
                    <a:lnL w="12700" cmpd="sng">
                      <a:solidFill>
                        <a:srgbClr val="000008"/>
                      </a:solidFill>
                      <a:prstDash val="solid"/>
                    </a:lnL>
                    <a:lnR w="6350" cmpd="sng">
                      <a:solidFill>
                        <a:srgbClr val="000008"/>
                      </a:solidFill>
                      <a:prstDash val="solid"/>
                    </a:lnR>
                    <a:lnT w="6350" cmpd="sng">
                      <a:solidFill>
                        <a:srgbClr val="000008"/>
                      </a:solidFill>
                      <a:prstDash val="solid"/>
                    </a:lnT>
                    <a:lnB w="12700" cmpd="sng">
                      <a:solidFill>
                        <a:srgbClr val="00000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ctr" defTabSz="914400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1828800" algn="l"/>
                        </a:tabLst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可填写内容</a:t>
                      </a:r>
                    </a:p>
                  </a:txBody>
                  <a:tcPr marL="36195" marR="36195" marT="0" marB="0" anchor="ctr">
                    <a:lnL w="6350" cmpd="sng">
                      <a:solidFill>
                        <a:srgbClr val="000008"/>
                      </a:solidFill>
                      <a:prstDash val="solid"/>
                    </a:lnL>
                    <a:lnR w="6350" cmpd="sng">
                      <a:solidFill>
                        <a:srgbClr val="000008"/>
                      </a:solidFill>
                      <a:prstDash val="solid"/>
                    </a:lnR>
                    <a:lnT w="6350" cmpd="sng">
                      <a:solidFill>
                        <a:srgbClr val="000008"/>
                      </a:solidFill>
                      <a:prstDash val="solid"/>
                    </a:lnT>
                    <a:lnB w="12700" cmpd="sng">
                      <a:solidFill>
                        <a:srgbClr val="00000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2385" indent="0" algn="ctr" defTabSz="914400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1828800" algn="l"/>
                        </a:tabLst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说明</a:t>
                      </a:r>
                    </a:p>
                  </a:txBody>
                  <a:tcPr marL="36195" marR="36195" marT="0" marB="0" anchor="ctr">
                    <a:lnL w="6350" cmpd="sng">
                      <a:solidFill>
                        <a:srgbClr val="000008"/>
                      </a:solidFill>
                      <a:prstDash val="solid"/>
                    </a:lnL>
                    <a:lnR w="12700" cmpd="sng">
                      <a:solidFill>
                        <a:srgbClr val="000008"/>
                      </a:solidFill>
                      <a:prstDash val="solid"/>
                    </a:lnR>
                    <a:lnT w="6350" cmpd="sng">
                      <a:solidFill>
                        <a:srgbClr val="000008"/>
                      </a:solidFill>
                      <a:prstDash val="solid"/>
                    </a:lnT>
                    <a:lnB w="12700" cmpd="sng">
                      <a:solidFill>
                        <a:srgbClr val="000008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FF481078-D101-4CF9-B9EB-96372178E978}"/>
              </a:ext>
            </a:extLst>
          </p:cNvPr>
          <p:cNvSpPr>
            <a:spLocks noGrp="1"/>
          </p:cNvSpPr>
          <p:nvPr/>
        </p:nvSpPr>
        <p:spPr>
          <a:xfrm>
            <a:off x="5562600" y="4838700"/>
            <a:ext cx="609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t>表X.X　表格标题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DAD8B507-27D3-458E-B8AF-94EE77F7AD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D7D1C8-AE23-AA48-DF65-C742588DBE47}" type="slidenum">
              <a:t>7</a:t>
            </a:fld>
            <a:endParaRPr/>
          </a:p>
        </p:txBody>
      </p:sp>
      <p:sp>
        <p:nvSpPr>
          <p:cNvPr id="19" name="Freeform 3">
            <a:extLst>
              <a:ext uri="{FF2B5EF4-FFF2-40B4-BE49-F238E27FC236}">
                <a16:creationId xmlns:a16="http://schemas.microsoft.com/office/drawing/2014/main" id="{CB5DDFC7-530E-4949-A919-FC8A29DEECC3}"/>
              </a:ext>
            </a:extLst>
          </p:cNvPr>
          <p:cNvSpPr>
            <a:spLocks noGrp="1"/>
          </p:cNvSpPr>
          <p:nvPr/>
        </p:nvSpPr>
        <p:spPr>
          <a:xfrm>
            <a:off x="412090" y="1028700"/>
            <a:ext cx="7800783" cy="275915"/>
          </a:xfrm>
          <a:custGeom>
            <a:avLst/>
            <a:gdLst/>
            <a:ahLst/>
            <a:cxnLst/>
            <a:rect l="l" t="t" r="r" b="b"/>
            <a:pathLst>
              <a:path w="2054527" h="72669">
                <a:moveTo>
                  <a:pt x="36335" y="0"/>
                </a:moveTo>
                <a:lnTo>
                  <a:pt x="2018193" y="0"/>
                </a:lnTo>
                <a:cubicBezTo>
                  <a:pt x="2027829" y="0"/>
                  <a:pt x="2037071" y="3828"/>
                  <a:pt x="2043885" y="10642"/>
                </a:cubicBezTo>
                <a:cubicBezTo>
                  <a:pt x="2050699" y="17456"/>
                  <a:pt x="2054527" y="26698"/>
                  <a:pt x="2054527" y="36335"/>
                </a:cubicBezTo>
                <a:lnTo>
                  <a:pt x="2054527" y="36335"/>
                </a:lnTo>
                <a:cubicBezTo>
                  <a:pt x="2054527" y="45971"/>
                  <a:pt x="2050699" y="55213"/>
                  <a:pt x="2043885" y="62027"/>
                </a:cubicBezTo>
                <a:cubicBezTo>
                  <a:pt x="2037071" y="68841"/>
                  <a:pt x="2027829" y="72669"/>
                  <a:pt x="2018193" y="72669"/>
                </a:cubicBezTo>
                <a:lnTo>
                  <a:pt x="36335" y="72669"/>
                </a:lnTo>
                <a:cubicBezTo>
                  <a:pt x="26698" y="72669"/>
                  <a:pt x="17456" y="68841"/>
                  <a:pt x="10642" y="62027"/>
                </a:cubicBezTo>
                <a:cubicBezTo>
                  <a:pt x="3828" y="55213"/>
                  <a:pt x="0" y="45971"/>
                  <a:pt x="0" y="36335"/>
                </a:cubicBezTo>
                <a:lnTo>
                  <a:pt x="0" y="36335"/>
                </a:lnTo>
                <a:cubicBezTo>
                  <a:pt x="0" y="26698"/>
                  <a:pt x="3828" y="17456"/>
                  <a:pt x="10642" y="10642"/>
                </a:cubicBezTo>
                <a:cubicBezTo>
                  <a:pt x="17456" y="3828"/>
                  <a:pt x="26698" y="0"/>
                  <a:pt x="36335" y="0"/>
                </a:cubicBezTo>
                <a:close/>
              </a:path>
            </a:pathLst>
          </a:custGeom>
          <a:gradFill rotWithShape="1">
            <a:gsLst>
              <a:gs pos="0">
                <a:srgbClr val="DDEEFF">
                  <a:alpha val="100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</p:spPr>
        <p:txBody>
          <a:bodyPr/>
          <a:lstStyle/>
          <a:p>
            <a:endParaRPr/>
          </a:p>
        </p:txBody>
      </p:sp>
      <p:sp>
        <p:nvSpPr>
          <p:cNvPr id="20" name="TextBox 4">
            <a:extLst>
              <a:ext uri="{FF2B5EF4-FFF2-40B4-BE49-F238E27FC236}">
                <a16:creationId xmlns:a16="http://schemas.microsoft.com/office/drawing/2014/main" id="{583D6CD3-330B-4A0C-ADCD-7316B1E525DE}"/>
              </a:ext>
            </a:extLst>
          </p:cNvPr>
          <p:cNvSpPr>
            <a:spLocks noGrp="1"/>
          </p:cNvSpPr>
          <p:nvPr/>
        </p:nvSpPr>
        <p:spPr>
          <a:xfrm>
            <a:off x="412090" y="1028700"/>
            <a:ext cx="7800783" cy="275915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21" name="TextBox 30">
            <a:extLst>
              <a:ext uri="{FF2B5EF4-FFF2-40B4-BE49-F238E27FC236}">
                <a16:creationId xmlns:a16="http://schemas.microsoft.com/office/drawing/2014/main" id="{9009529C-8934-43C9-A693-E4BA66C70D5A}"/>
              </a:ext>
            </a:extLst>
          </p:cNvPr>
          <p:cNvSpPr>
            <a:spLocks noGrp="1"/>
          </p:cNvSpPr>
          <p:nvPr/>
        </p:nvSpPr>
        <p:spPr>
          <a:xfrm>
            <a:off x="2608081" y="504797"/>
            <a:ext cx="9458717" cy="7112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5600"/>
              </a:lnSpc>
              <a:buNone/>
            </a:pPr>
            <a:r>
              <a:rPr sz="4000" b="1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stA="70000" endA="5000" endPos="70000" dir="5400000" sy="-100000" algn="bl" rotWithShape="0"/>
                </a:effectLst>
                <a:latin typeface="仿宋"/>
                <a:ea typeface="仿宋"/>
                <a:cs typeface="仿宋"/>
              </a:rPr>
              <a:t>表格内容页标题</a:t>
            </a:r>
          </a:p>
        </p:txBody>
      </p:sp>
      <p:sp>
        <p:nvSpPr>
          <p:cNvPr id="22" name="TextBox 31">
            <a:extLst>
              <a:ext uri="{FF2B5EF4-FFF2-40B4-BE49-F238E27FC236}">
                <a16:creationId xmlns:a16="http://schemas.microsoft.com/office/drawing/2014/main" id="{4EC3E37B-A185-43DC-9884-C73FD1E84DAA}"/>
              </a:ext>
            </a:extLst>
          </p:cNvPr>
          <p:cNvSpPr>
            <a:spLocks noGrp="1"/>
          </p:cNvSpPr>
          <p:nvPr/>
        </p:nvSpPr>
        <p:spPr>
          <a:xfrm>
            <a:off x="1295400" y="429424"/>
            <a:ext cx="1373952" cy="8350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575"/>
              </a:lnSpc>
              <a:buNone/>
            </a:pPr>
            <a:r>
              <a:rPr sz="4695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stA="70000" endA="5000" endPos="70000" dir="5400000" sy="-100000" algn="bl" rotWithShape="0"/>
                </a:effectLst>
                <a:latin typeface="Times New Roman"/>
                <a:ea typeface="Times New Roman"/>
                <a:cs typeface="Times New Roman"/>
              </a:rPr>
              <a:t>1.5.2</a:t>
            </a:r>
          </a:p>
        </p:txBody>
      </p:sp>
      <p:pic>
        <p:nvPicPr>
          <p:cNvPr id="23" name="图片 2">
            <a:extLst>
              <a:ext uri="{FF2B5EF4-FFF2-40B4-BE49-F238E27FC236}">
                <a16:creationId xmlns:a16="http://schemas.microsoft.com/office/drawing/2014/main" id="{3154A7A8-CCA0-4EDE-8274-E8B5C840E2A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B94A2E5A-F756-4DAC-B22F-5FEF2CE74C5A}"/>
              </a:ext>
            </a:extLst>
          </p:cNvPr>
          <p:cNvSpPr>
            <a:spLocks noGrp="1"/>
          </p:cNvSpPr>
          <p:nvPr/>
        </p:nvSpPr>
        <p:spPr>
          <a:xfrm>
            <a:off x="13639786" y="733421"/>
            <a:ext cx="370005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ln w="0"/>
                <a:gradFill flip="none" rotWithShape="1">
                  <a:gsLst>
                    <a:gs pos="0">
                      <a:schemeClr val="accent1">
                        <a:lumMod val="0"/>
                        <a:lumOff val="100000"/>
                      </a:schemeClr>
                    </a:gs>
                    <a:gs pos="35000">
                      <a:schemeClr val="accent1">
                        <a:lumMod val="0"/>
                        <a:lumOff val="100000"/>
                      </a:schemeClr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</a:rPr>
              <a:t>◆◆◆</a:t>
            </a:r>
            <a:r>
              <a:rPr>
                <a:solidFill>
                  <a:schemeClr val="accent1"/>
                </a:solidFill>
              </a:rPr>
              <a:t> </a:t>
            </a:r>
            <a:r>
              <a:rPr b="1">
                <a:solidFill>
                  <a:schemeClr val="tx2"/>
                </a:solidFill>
                <a:latin typeface="仿宋"/>
                <a:ea typeface="仿宋"/>
                <a:cs typeface="仿宋"/>
              </a:rPr>
              <a:t>密码学——基础理论与应用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E0DA019E-167F-46AD-8EC5-E5F2C64115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2537" y="1102753"/>
            <a:ext cx="2771429" cy="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1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9">
            <a:extLst>
              <a:ext uri="{FF2B5EF4-FFF2-40B4-BE49-F238E27FC236}">
                <a16:creationId xmlns:a16="http://schemas.microsoft.com/office/drawing/2014/main" id="{C6F58126-E5B3-4D91-B4A5-5F4F2FD54883}"/>
              </a:ext>
            </a:extLst>
          </p:cNvPr>
          <p:cNvSpPr>
            <a:spLocks noGrp="1"/>
          </p:cNvSpPr>
          <p:nvPr/>
        </p:nvSpPr>
        <p:spPr>
          <a:xfrm>
            <a:off x="1734904" y="2095450"/>
            <a:ext cx="14818191" cy="131673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indent="457200">
              <a:lnSpc>
                <a:spcPct val="120000"/>
              </a:lnSpc>
              <a:buNone/>
            </a:pPr>
            <a:r>
              <a:rPr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【本章小结】在此概括本章的主要内容、核心概念和需要掌握的重点。建议控制在一至两段，使页面保持简洁清晰。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188C8F-2233-41B9-AB07-D05311C211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A58DA2A-B818-18A9-29C1-B697728D5BCE}" type="slidenum">
              <a:rPr/>
              <a:t>8</a:t>
            </a:fld>
            <a:endParaRPr/>
          </a:p>
        </p:txBody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95F9A334-6083-4A90-9FE7-BB29C99A6105}"/>
              </a:ext>
            </a:extLst>
          </p:cNvPr>
          <p:cNvSpPr>
            <a:spLocks noGrp="1"/>
          </p:cNvSpPr>
          <p:nvPr/>
        </p:nvSpPr>
        <p:spPr>
          <a:xfrm>
            <a:off x="412090" y="1028700"/>
            <a:ext cx="7800783" cy="275915"/>
          </a:xfrm>
          <a:custGeom>
            <a:avLst/>
            <a:gdLst/>
            <a:ahLst/>
            <a:cxnLst/>
            <a:rect l="l" t="t" r="r" b="b"/>
            <a:pathLst>
              <a:path w="2054527" h="72669">
                <a:moveTo>
                  <a:pt x="36335" y="0"/>
                </a:moveTo>
                <a:lnTo>
                  <a:pt x="2018193" y="0"/>
                </a:lnTo>
                <a:cubicBezTo>
                  <a:pt x="2027829" y="0"/>
                  <a:pt x="2037071" y="3828"/>
                  <a:pt x="2043885" y="10642"/>
                </a:cubicBezTo>
                <a:cubicBezTo>
                  <a:pt x="2050699" y="17456"/>
                  <a:pt x="2054527" y="26698"/>
                  <a:pt x="2054527" y="36335"/>
                </a:cubicBezTo>
                <a:lnTo>
                  <a:pt x="2054527" y="36335"/>
                </a:lnTo>
                <a:cubicBezTo>
                  <a:pt x="2054527" y="45971"/>
                  <a:pt x="2050699" y="55213"/>
                  <a:pt x="2043885" y="62027"/>
                </a:cubicBezTo>
                <a:cubicBezTo>
                  <a:pt x="2037071" y="68841"/>
                  <a:pt x="2027829" y="72669"/>
                  <a:pt x="2018193" y="72669"/>
                </a:cubicBezTo>
                <a:lnTo>
                  <a:pt x="36335" y="72669"/>
                </a:lnTo>
                <a:cubicBezTo>
                  <a:pt x="26698" y="72669"/>
                  <a:pt x="17456" y="68841"/>
                  <a:pt x="10642" y="62027"/>
                </a:cubicBezTo>
                <a:cubicBezTo>
                  <a:pt x="3828" y="55213"/>
                  <a:pt x="0" y="45971"/>
                  <a:pt x="0" y="36335"/>
                </a:cubicBezTo>
                <a:lnTo>
                  <a:pt x="0" y="36335"/>
                </a:lnTo>
                <a:cubicBezTo>
                  <a:pt x="0" y="26698"/>
                  <a:pt x="3828" y="17456"/>
                  <a:pt x="10642" y="10642"/>
                </a:cubicBezTo>
                <a:cubicBezTo>
                  <a:pt x="17456" y="3828"/>
                  <a:pt x="26698" y="0"/>
                  <a:pt x="36335" y="0"/>
                </a:cubicBezTo>
                <a:close/>
              </a:path>
            </a:pathLst>
          </a:custGeom>
          <a:gradFill rotWithShape="1">
            <a:gsLst>
              <a:gs pos="0">
                <a:srgbClr val="DDEEFF">
                  <a:alpha val="100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</p:spPr>
        <p:txBody>
          <a:bodyPr/>
          <a:lstStyle/>
          <a:p>
            <a:endParaRPr/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C08F27CE-566F-4B55-A486-668C5A4FFB73}"/>
              </a:ext>
            </a:extLst>
          </p:cNvPr>
          <p:cNvSpPr>
            <a:spLocks noGrp="1"/>
          </p:cNvSpPr>
          <p:nvPr/>
        </p:nvSpPr>
        <p:spPr>
          <a:xfrm>
            <a:off x="412090" y="1028700"/>
            <a:ext cx="7800783" cy="275915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/>
          </a:p>
        </p:txBody>
      </p:sp>
      <p:sp>
        <p:nvSpPr>
          <p:cNvPr id="19" name="TextBox 30">
            <a:extLst>
              <a:ext uri="{FF2B5EF4-FFF2-40B4-BE49-F238E27FC236}">
                <a16:creationId xmlns:a16="http://schemas.microsoft.com/office/drawing/2014/main" id="{876E024F-A724-4FA7-A1B5-155432596C5D}"/>
              </a:ext>
            </a:extLst>
          </p:cNvPr>
          <p:cNvSpPr>
            <a:spLocks noGrp="1"/>
          </p:cNvSpPr>
          <p:nvPr/>
        </p:nvSpPr>
        <p:spPr>
          <a:xfrm>
            <a:off x="2210043" y="575055"/>
            <a:ext cx="9458717" cy="62517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5600"/>
              </a:lnSpc>
              <a:buNone/>
            </a:pPr>
            <a:r>
              <a:rPr sz="4000" b="1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stA="70000" endA="5000" endPos="70000" dir="5400000" sy="-100000" algn="bl" rotWithShape="0"/>
                </a:effectLst>
                <a:latin typeface="仿宋"/>
                <a:ea typeface="仿宋"/>
                <a:cs typeface="仿宋"/>
              </a:rPr>
              <a:t>本章小结</a:t>
            </a:r>
          </a:p>
        </p:txBody>
      </p:sp>
      <p:sp>
        <p:nvSpPr>
          <p:cNvPr id="20" name="TextBox 31">
            <a:extLst>
              <a:ext uri="{FF2B5EF4-FFF2-40B4-BE49-F238E27FC236}">
                <a16:creationId xmlns:a16="http://schemas.microsoft.com/office/drawing/2014/main" id="{BF4F9029-E33B-47D7-8FBE-91EA2DF39CB1}"/>
              </a:ext>
            </a:extLst>
          </p:cNvPr>
          <p:cNvSpPr>
            <a:spLocks noGrp="1"/>
          </p:cNvSpPr>
          <p:nvPr/>
        </p:nvSpPr>
        <p:spPr>
          <a:xfrm>
            <a:off x="1216848" y="495300"/>
            <a:ext cx="1049507" cy="8350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6575"/>
              </a:lnSpc>
              <a:buNone/>
            </a:pPr>
            <a:r>
              <a:rPr sz="4695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stA="70000" endA="5000" endPos="70000" dir="5400000" sy="-100000" algn="bl" rotWithShape="0"/>
                </a:effectLst>
                <a:latin typeface="Times New Roman"/>
                <a:ea typeface="Times New Roman"/>
                <a:cs typeface="Times New Roman"/>
              </a:rPr>
              <a:t>1.7</a:t>
            </a:r>
          </a:p>
        </p:txBody>
      </p:sp>
      <p:pic>
        <p:nvPicPr>
          <p:cNvPr id="21" name="图片 2">
            <a:extLst>
              <a:ext uri="{FF2B5EF4-FFF2-40B4-BE49-F238E27FC236}">
                <a16:creationId xmlns:a16="http://schemas.microsoft.com/office/drawing/2014/main" id="{18CF8F36-8A40-4887-A693-25D97463B9E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FFA37B60-4FF0-471F-89DC-BE90D606325A}"/>
              </a:ext>
            </a:extLst>
          </p:cNvPr>
          <p:cNvSpPr>
            <a:spLocks noGrp="1"/>
          </p:cNvSpPr>
          <p:nvPr/>
        </p:nvSpPr>
        <p:spPr>
          <a:xfrm>
            <a:off x="13639786" y="733421"/>
            <a:ext cx="370005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ln w="0"/>
                <a:gradFill flip="none" rotWithShape="1">
                  <a:gsLst>
                    <a:gs pos="0">
                      <a:schemeClr val="accent1">
                        <a:lumMod val="0"/>
                        <a:lumOff val="100000"/>
                      </a:schemeClr>
                    </a:gs>
                    <a:gs pos="35000">
                      <a:schemeClr val="accent1">
                        <a:lumMod val="0"/>
                        <a:lumOff val="100000"/>
                      </a:schemeClr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</a:rPr>
              <a:t>◆◆◆</a:t>
            </a:r>
            <a:r>
              <a:rPr>
                <a:solidFill>
                  <a:schemeClr val="accent1"/>
                </a:solidFill>
              </a:rPr>
              <a:t> </a:t>
            </a:r>
            <a:r>
              <a:rPr b="1">
                <a:solidFill>
                  <a:schemeClr val="tx2"/>
                </a:solidFill>
                <a:latin typeface="仿宋"/>
                <a:ea typeface="仿宋"/>
                <a:cs typeface="仿宋"/>
              </a:rPr>
              <a:t>密码学——基础理论与应用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EE2E03F9-A7CC-4A35-BD84-5829AEF1D4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2537" y="1102753"/>
            <a:ext cx="2771429" cy="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84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Office PowerPoint</Application>
  <DocSecurity>0</DocSecurity>
  <PresentationFormat>自定义</PresentationFormat>
  <Paragraphs>78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宋体</vt:lpstr>
      <vt:lpstr>仿宋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HA111813@365mmt.com</cp:lastModifiedBy>
  <cp:revision>1</cp:revision>
  <dcterms:created xsi:type="dcterms:W3CDTF">2026-10-26T06:44:14Z</dcterms:created>
  <dcterms:modified xsi:type="dcterms:W3CDTF">2026-10-26T07:02:27Z</dcterms:modified>
</cp:coreProperties>
</file>