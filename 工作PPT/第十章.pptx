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 id="2147483662" r:id="rId4"/>
  </p:sldMasterIdLst>
  <p:notesMasterIdLst>
    <p:notesMasterId r:id="rId6"/>
  </p:notesMasterIdLst>
  <p:sldIdLst>
    <p:sldId id="256" r:id="rId5"/>
    <p:sldId id="257" r:id="rId7"/>
    <p:sldId id="258" r:id="rId8"/>
    <p:sldId id="259" r:id="rId9"/>
    <p:sldId id="278" r:id="rId10"/>
    <p:sldId id="280" r:id="rId11"/>
    <p:sldId id="279" r:id="rId12"/>
    <p:sldId id="281" r:id="rId13"/>
    <p:sldId id="260" r:id="rId14"/>
    <p:sldId id="282" r:id="rId15"/>
    <p:sldId id="261" r:id="rId16"/>
    <p:sldId id="262" r:id="rId17"/>
    <p:sldId id="263" r:id="rId18"/>
    <p:sldId id="283" r:id="rId19"/>
    <p:sldId id="265" r:id="rId20"/>
    <p:sldId id="266" r:id="rId21"/>
    <p:sldId id="284" r:id="rId22"/>
    <p:sldId id="267" r:id="rId23"/>
    <p:sldId id="268" r:id="rId24"/>
    <p:sldId id="286" r:id="rId25"/>
    <p:sldId id="285" r:id="rId26"/>
    <p:sldId id="287" r:id="rId27"/>
    <p:sldId id="288" r:id="rId28"/>
    <p:sldId id="269" r:id="rId29"/>
    <p:sldId id="270" r:id="rId30"/>
    <p:sldId id="271" r:id="rId31"/>
    <p:sldId id="289" r:id="rId32"/>
    <p:sldId id="274" r:id="rId33"/>
    <p:sldId id="291" r:id="rId34"/>
    <p:sldId id="290" r:id="rId35"/>
    <p:sldId id="275" r:id="rId36"/>
    <p:sldId id="277" r:id="rId37"/>
    <p:sldId id="273" r:id="rId38"/>
    <p:sldId id="276" r:id="rId39"/>
  </p:sldIdLst>
  <p:sldSz cx="18288000" cy="10287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40" d="100"/>
          <a:sy n="40" d="100"/>
        </p:scale>
        <p:origin x="53" y="49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notesMaster" Target="notesMasters/notesMaster1.xml"/><Relationship Id="rId5" Type="http://schemas.openxmlformats.org/officeDocument/2006/relationships/slide" Target="slides/slide1.xml"/><Relationship Id="rId42" Type="http://schemas.openxmlformats.org/officeDocument/2006/relationships/tableStyles" Target="tableStyles.xml"/><Relationship Id="rId41" Type="http://schemas.openxmlformats.org/officeDocument/2006/relationships/viewProps" Target="viewProps.xml"/><Relationship Id="rId40" Type="http://schemas.openxmlformats.org/officeDocument/2006/relationships/presProps" Target="presProps.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a:spLocks noGrp="1"/>
          </p:cNvSpPr>
          <p:nvPr>
            <p:ph type="pic" idx="2"/>
          </p:nvPr>
        </p:nvSpPr>
        <p:spPr>
          <a:xfrm>
            <a:off x="3887391" y="740569"/>
            <a:ext cx="4629150" cy="3655219"/>
          </a:xfrm>
          <a:prstGeom prst="rect">
            <a:avLst/>
          </a:prstGeom>
          <a:noFill/>
          <a:ln>
            <a:noFill/>
          </a:ln>
        </p:spPr>
        <p:txBody>
          <a:bodyPr/>
          <a:lstStyle/>
          <a:p>
            <a:endParaRPr lang="zh-CN" altLang="en-US"/>
          </a:p>
        </p:txBody>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AutoShape 2"/>
          <p:cNvSpPr>
            <a:spLocks noGrp="1"/>
          </p:cNvSpPr>
          <p:nvPr>
            <p:ph type="body" sz="quarter" idx="6" hasCustomPrompt="1"/>
          </p:nvPr>
        </p:nvSpPr>
        <p:spPr>
          <a:xfrm>
            <a:off x="685800" y="2130425"/>
            <a:ext cx="7772400" cy="1470025"/>
          </a:xfrm>
          <a:prstGeom prst="rect">
            <a:avLst/>
          </a:prstGeom>
          <a:noFill/>
          <a:ln w="12700">
            <a:noFill/>
            <a:prstDash val="solid"/>
          </a:ln>
        </p:spPr>
        <p:txBody>
          <a:bodyPr wrap="square" lIns="91440" tIns="45720" rIns="91440" bIns="45720" anchor="ctr">
            <a:noAutofit/>
          </a:bodyPr>
          <a:lstStyle>
            <a:lvl1pPr algn="ctr" defTabSz="914400">
              <a:lnSpc>
                <a:spcPct val="100000"/>
              </a:lnSpc>
              <a:defRPr sz="4400" b="0" i="0" u="none" strike="noStrike" spc="0">
                <a:solidFill>
                  <a:srgbClr val="000000">
                    <a:alpha val="100000"/>
                  </a:srgbClr>
                </a:solidFill>
                <a:latin typeface="Calibri" panose="020F0502020204030204"/>
              </a:defRPr>
            </a:lvl1pPr>
          </a:lstStyle>
          <a:p>
            <a:pPr marL="0" indent="0" algn="ctr" defTabSz="914400">
              <a:lnSpc>
                <a:spcPct val="100000"/>
              </a:lnSpc>
            </a:pPr>
            <a:r>
              <a:rPr lang="en-US" sz="4400" b="0" i="0" u="none" strike="noStrike">
                <a:solidFill>
                  <a:srgbClr val="000000"/>
                </a:solidFill>
                <a:latin typeface="Calibri" panose="020F0502020204030204"/>
                <a:ea typeface="Calibri" panose="020F0502020204030204"/>
                <a:cs typeface="Calibri" panose="020F0502020204030204"/>
                <a:sym typeface="Calibri" panose="020F0502020204030204"/>
              </a:rPr>
              <a:t>Click to edit Master title style</a:t>
            </a:r>
            <a:endParaRPr lang="en-US" sz="44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7" hasCustomPrompt="1"/>
          </p:nvPr>
        </p:nvSpPr>
        <p:spPr>
          <a:xfrm>
            <a:off x="1371600" y="3886200"/>
            <a:ext cx="6400800" cy="1752600"/>
          </a:xfrm>
          <a:prstGeom prst="rect">
            <a:avLst/>
          </a:prstGeom>
          <a:noFill/>
          <a:ln w="12700">
            <a:noFill/>
            <a:prstDash val="solid"/>
          </a:ln>
        </p:spPr>
        <p:txBody>
          <a:bodyPr wrap="square" lIns="91440" tIns="45720" rIns="91440" bIns="45720" anchor="t">
            <a:normAutofit/>
          </a:bodyPr>
          <a:lstStyle>
            <a:lvl1pPr algn="ctr" defTabSz="914400">
              <a:lnSpc>
                <a:spcPct val="100000"/>
              </a:lnSpc>
              <a:defRPr sz="3200" b="0" i="0" u="none" strike="noStrike" spc="0">
                <a:solidFill>
                  <a:srgbClr val="898989">
                    <a:alpha val="100000"/>
                  </a:srgbClr>
                </a:solidFill>
                <a:latin typeface="Calibri" panose="020F0502020204030204"/>
              </a:defRPr>
            </a:lvl1pPr>
          </a:lstStyle>
          <a:p>
            <a:pPr marL="0" indent="0" algn="ctr" defTabSz="914400">
              <a:lnSpc>
                <a:spcPct val="100000"/>
              </a:lnSpc>
              <a:spcBef>
                <a:spcPct val="20000"/>
              </a:spcBef>
            </a:pPr>
            <a:r>
              <a:rPr lang="en-US" sz="3200" b="0" i="0" u="none" strike="noStrike">
                <a:solidFill>
                  <a:srgbClr val="898989"/>
                </a:solidFill>
                <a:latin typeface="Calibri" panose="020F0502020204030204"/>
                <a:ea typeface="Calibri" panose="020F0502020204030204"/>
                <a:cs typeface="Calibri" panose="020F0502020204030204"/>
                <a:sym typeface="Calibri" panose="020F0502020204030204"/>
              </a:rPr>
              <a:t>Click to edit Master subtitle style</a:t>
            </a:r>
            <a:endParaRPr lang="en-US" sz="3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4" name="AutoShape 4"/>
          <p:cNvSpPr>
            <a:spLocks noGrp="1"/>
          </p:cNvSpPr>
          <p:nvPr>
            <p:ph type="body" sz="quarter" idx="8" hasCustomPrompt="1"/>
          </p:nvPr>
        </p:nvSpPr>
        <p:spPr>
          <a:xfrm>
            <a:off x="457200" y="6356350"/>
            <a:ext cx="2133600" cy="365125"/>
          </a:xfrm>
          <a:prstGeom prst="rect">
            <a:avLst/>
          </a:prstGeom>
          <a:noFill/>
          <a:ln w="12700">
            <a:noFill/>
            <a:prstDash val="solid"/>
          </a:ln>
        </p:spPr>
        <p:txBody>
          <a:bodyPr wrap="square" lIns="91440" tIns="45720" rIns="91440" bIns="45720" anchor="ctr">
            <a:noAutofit/>
          </a:bodyPr>
          <a:lstStyle>
            <a:lvl1pPr algn="l" defTabSz="914400">
              <a:lnSpc>
                <a:spcPct val="100000"/>
              </a:lnSpc>
              <a:defRPr sz="1200" b="0" i="0" u="none" strike="noStrike" spc="0">
                <a:solidFill>
                  <a:srgbClr val="898989">
                    <a:alpha val="100000"/>
                  </a:srgbClr>
                </a:solidFill>
                <a:latin typeface="Calibri" panose="020F0502020204030204"/>
              </a:defRPr>
            </a:lvl1pPr>
          </a:lstStyle>
          <a:p>
            <a:pPr marL="0" indent="0" algn="l" defTabSz="914400">
              <a:lnSpc>
                <a:spcPct val="100000"/>
              </a:lnSpc>
            </a:pPr>
            <a:fld id="{7C141EF3-856D-4DC0-8DAF-471B26AEF46D}" type="datetime1">
              <a:rPr sz="1200" b="0" i="0" u="none" strike="noStrike">
                <a:solidFill>
                  <a:srgbClr val="898989"/>
                </a:solidFill>
                <a:latin typeface="Calibri" panose="020F0502020204030204"/>
                <a:ea typeface="Calibri" panose="020F0502020204030204"/>
                <a:cs typeface="Calibri" panose="020F0502020204030204"/>
                <a:sym typeface="Calibri" panose="020F0502020204030204"/>
              </a:rPr>
            </a:fld>
            <a:endParaRPr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5" name="AutoShape 5"/>
          <p:cNvSpPr>
            <a:spLocks noGrp="1"/>
          </p:cNvSpPr>
          <p:nvPr>
            <p:ph type="body" sz="quarter" idx="9" hasCustomPrompt="1"/>
          </p:nvPr>
        </p:nvSpPr>
        <p:spPr>
          <a:xfrm>
            <a:off x="3124200" y="6356350"/>
            <a:ext cx="2895600" cy="365125"/>
          </a:xfrm>
          <a:prstGeom prst="rect">
            <a:avLst/>
          </a:prstGeom>
          <a:noFill/>
          <a:ln w="12700">
            <a:noFill/>
            <a:prstDash val="solid"/>
          </a:ln>
        </p:spPr>
        <p:txBody>
          <a:bodyPr vert="horz" wrap="square" lIns="91440" tIns="45720" rIns="91440" bIns="45720" anchor="ctr">
            <a:noAutofit/>
          </a:bodyPr>
          <a:lstStyle>
            <a:lvl1pPr algn="ctr" defTabSz="914400">
              <a:lnSpc>
                <a:spcPct val="100000"/>
              </a:lnSpc>
              <a:defRPr sz="1200" b="0" i="0" u="none" strike="noStrike" spc="0">
                <a:solidFill>
                  <a:srgbClr val="1F2329">
                    <a:alpha val="100000"/>
                  </a:srgbClr>
                </a:solidFill>
                <a:latin typeface="Noto Sans SC" panose="020B0200000000000000" charset="-122"/>
              </a:defRPr>
            </a:lvl1pPr>
          </a:lstStyle>
          <a:p>
            <a:pPr marL="0" indent="0" algn="ctr" defTabSz="914400">
              <a:lnSpc>
                <a:spcPct val="100000"/>
              </a:lnSpc>
            </a:pPr>
            <a:r>
              <a:rPr lang="en-US" sz="1200" b="0" i="0" u="none" strike="noStrike">
                <a:solidFill>
                  <a:srgbClr val="898989"/>
                </a:solidFill>
                <a:latin typeface="Calibri" panose="020F0502020204030204"/>
                <a:ea typeface="Calibri" panose="020F0502020204030204"/>
                <a:cs typeface="Calibri" panose="020F0502020204030204"/>
                <a:sym typeface="Calibri" panose="020F0502020204030204"/>
              </a:rPr>
              <a:t>Footer</a:t>
            </a:r>
            <a:endParaRPr lang="en-US"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6" name="AutoShape 6"/>
          <p:cNvSpPr>
            <a:spLocks noGrp="1"/>
          </p:cNvSpPr>
          <p:nvPr>
            <p:ph type="body" sz="quarter" idx="10" hasCustomPrompt="1"/>
          </p:nvPr>
        </p:nvSpPr>
        <p:spPr>
          <a:xfrm>
            <a:off x="6553200" y="6356350"/>
            <a:ext cx="2133600" cy="365125"/>
          </a:xfrm>
          <a:prstGeom prst="rect">
            <a:avLst/>
          </a:prstGeom>
          <a:noFill/>
          <a:ln w="12700">
            <a:noFill/>
            <a:prstDash val="solid"/>
          </a:ln>
        </p:spPr>
        <p:txBody>
          <a:bodyPr wrap="square" lIns="91440" tIns="45720" rIns="91440" bIns="45720" anchor="ctr">
            <a:noAutofit/>
          </a:bodyPr>
          <a:lstStyle>
            <a:lvl1pPr algn="r" defTabSz="914400">
              <a:lnSpc>
                <a:spcPct val="100000"/>
              </a:lnSpc>
              <a:defRPr sz="1200" b="0" i="0" u="none" strike="noStrike" spc="0">
                <a:solidFill>
                  <a:srgbClr val="898989">
                    <a:alpha val="100000"/>
                  </a:srgbClr>
                </a:solidFill>
                <a:latin typeface="Calibri" panose="020F0502020204030204"/>
              </a:defRPr>
            </a:lvl1pPr>
          </a:lstStyle>
          <a:p>
            <a:pPr marL="0" indent="0" algn="r" defTabSz="914400">
              <a:lnSpc>
                <a:spcPct val="100000"/>
              </a:lnSpc>
            </a:pPr>
            <a:fld id="{EEB16967-3A18-4E2D-97F7-6712C5D1728A}" type="slidenum">
              <a:rPr sz="1200" b="0" i="0" u="none" strike="noStrike">
                <a:solidFill>
                  <a:srgbClr val="898989"/>
                </a:solidFill>
                <a:latin typeface="Calibri" panose="020F0502020204030204"/>
                <a:ea typeface="Calibri" panose="020F0502020204030204"/>
                <a:cs typeface="Calibri" panose="020F0502020204030204"/>
                <a:sym typeface="Calibri" panose="020F0502020204030204"/>
              </a:rPr>
            </a:fld>
            <a:endParaRPr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and Content">
    <p:spTree>
      <p:nvGrpSpPr>
        <p:cNvPr id="1" name=""/>
        <p:cNvGrpSpPr/>
        <p:nvPr/>
      </p:nvGrpSpPr>
      <p:grpSpPr>
        <a:xfrm>
          <a:off x="0" y="0"/>
          <a:ext cx="0" cy="0"/>
          <a:chOff x="0" y="0"/>
          <a:chExt cx="0" cy="0"/>
        </a:xfrm>
      </p:grpSpPr>
      <p:sp>
        <p:nvSpPr>
          <p:cNvPr id="2" name="AutoShape 2"/>
          <p:cNvSpPr>
            <a:spLocks noGrp="1"/>
          </p:cNvSpPr>
          <p:nvPr>
            <p:ph type="body" sz="quarter" idx="11" hasCustomPrompt="1"/>
          </p:nvPr>
        </p:nvSpPr>
        <p:spPr>
          <a:xfrm>
            <a:off x="457200" y="274638"/>
            <a:ext cx="8229600" cy="1143000"/>
          </a:xfrm>
          <a:prstGeom prst="rect">
            <a:avLst/>
          </a:prstGeom>
          <a:noFill/>
          <a:ln w="12700">
            <a:noFill/>
            <a:prstDash val="solid"/>
          </a:ln>
        </p:spPr>
        <p:txBody>
          <a:bodyPr wrap="square" lIns="91440" tIns="45720" rIns="91440" bIns="45720" anchor="ctr">
            <a:normAutofit/>
          </a:bodyPr>
          <a:lstStyle>
            <a:lvl1pPr algn="ctr" defTabSz="914400">
              <a:lnSpc>
                <a:spcPct val="100000"/>
              </a:lnSpc>
              <a:defRPr sz="4400" b="0" i="0" u="none" strike="noStrike" spc="0">
                <a:solidFill>
                  <a:srgbClr val="000000">
                    <a:alpha val="100000"/>
                  </a:srgbClr>
                </a:solidFill>
                <a:latin typeface="Calibri" panose="020F0502020204030204"/>
              </a:defRPr>
            </a:lvl1pPr>
          </a:lstStyle>
          <a:p>
            <a:pPr marL="0" indent="0" algn="ctr" defTabSz="914400">
              <a:lnSpc>
                <a:spcPct val="100000"/>
              </a:lnSpc>
            </a:pPr>
            <a:r>
              <a:rPr lang="en-US" sz="4400" b="0" i="0" u="none" strike="noStrike">
                <a:solidFill>
                  <a:srgbClr val="000000"/>
                </a:solidFill>
                <a:latin typeface="Calibri" panose="020F0502020204030204"/>
                <a:ea typeface="Calibri" panose="020F0502020204030204"/>
                <a:cs typeface="Calibri" panose="020F0502020204030204"/>
                <a:sym typeface="Calibri" panose="020F0502020204030204"/>
              </a:rPr>
              <a:t>Click to edit Master title style</a:t>
            </a:r>
            <a:endParaRPr lang="en-US" sz="44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12"/>
          </p:nvPr>
        </p:nvSpPr>
        <p:spPr>
          <a:xfrm>
            <a:off x="457200" y="1600200"/>
            <a:ext cx="8229600" cy="4525963"/>
          </a:xfrm>
          <a:prstGeom prst="rect">
            <a:avLst/>
          </a:prstGeom>
          <a:noFill/>
          <a:ln w="12700">
            <a:noFill/>
            <a:prstDash val="solid"/>
          </a:ln>
        </p:spPr>
        <p:txBody>
          <a:bodyPr wrap="square" lIns="91440" tIns="45720" rIns="91440" bIns="45720" anchor="t">
            <a:normAutofit/>
          </a:bodyPr>
          <a:lstStyle>
            <a:lvl1pPr marL="749300" indent="-406400" algn="l" defTabSz="914400">
              <a:lnSpc>
                <a:spcPct val="100000"/>
              </a:lnSpc>
              <a:defRPr sz="3200" b="0" i="0" u="none" strike="noStrike" spc="0">
                <a:solidFill>
                  <a:srgbClr val="000000">
                    <a:alpha val="100000"/>
                  </a:srgbClr>
                </a:solidFill>
                <a:latin typeface="Calibri" panose="020F0502020204030204"/>
              </a:defRPr>
            </a:lvl1pPr>
            <a:lvl2pPr marL="1098550" indent="-355600"/>
            <a:lvl3pPr marL="1447800" indent="-304800"/>
            <a:lvl4pPr marL="1854200" indent="-254000"/>
            <a:lvl5pPr marL="2311400" indent="-254000"/>
            <a:lvl6pPr marL="2768600" indent="-254000"/>
            <a:lvl7pPr marL="3225800" indent="-254000"/>
            <a:lvl8pPr marL="3683000" indent="-254000"/>
            <a:lvl9pPr marL="4140200" indent="-254000"/>
          </a:lstStyle>
          <a:p>
            <a:pPr marL="342900" indent="-342900" algn="l" defTabSz="914400">
              <a:lnSpc>
                <a:spcPct val="100000"/>
              </a:lnSpc>
              <a:spcBef>
                <a:spcPct val="20000"/>
              </a:spcBef>
              <a:buClr>
                <a:srgbClr val="000000"/>
              </a:buClr>
              <a:buFont typeface="Arial" panose="020B0604020202020204"/>
              <a:buChar char="•"/>
            </a:pPr>
            <a:r>
              <a:rPr lang="en-US" sz="3200" b="0" i="0" u="none" strike="noStrike">
                <a:solidFill>
                  <a:srgbClr val="000000"/>
                </a:solidFill>
                <a:latin typeface="Calibri" panose="020F0502020204030204"/>
                <a:ea typeface="Calibri" panose="020F0502020204030204"/>
                <a:cs typeface="Calibri" panose="020F0502020204030204"/>
                <a:sym typeface="Calibri" panose="020F0502020204030204"/>
              </a:rPr>
              <a:t>Click to edit Master text styles</a:t>
            </a:r>
            <a:endParaRPr lang="en-US" sz="3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742950" lvl="1" indent="-285750" algn="l" defTabSz="914400">
              <a:lnSpc>
                <a:spcPct val="100000"/>
              </a:lnSpc>
              <a:spcBef>
                <a:spcPct val="20000"/>
              </a:spcBef>
              <a:buClr>
                <a:srgbClr val="000000"/>
              </a:buClr>
              <a:buChar char="–"/>
            </a:pPr>
            <a:r>
              <a:rPr lang="en-US" sz="2800" b="0" i="0" u="none" strike="noStrike">
                <a:solidFill>
                  <a:srgbClr val="000000"/>
                </a:solidFill>
                <a:latin typeface="Calibri" panose="020F0502020204030204"/>
                <a:ea typeface="Calibri" panose="020F0502020204030204"/>
                <a:cs typeface="Calibri" panose="020F0502020204030204"/>
                <a:sym typeface="Calibri" panose="020F0502020204030204"/>
              </a:rPr>
              <a:t>Second level</a:t>
            </a:r>
            <a:endParaRPr lang="en-US" sz="28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1143000" lvl="2" indent="-228600" algn="l" defTabSz="914400">
              <a:lnSpc>
                <a:spcPct val="100000"/>
              </a:lnSpc>
              <a:spcBef>
                <a:spcPct val="20000"/>
              </a:spcBef>
              <a:buClr>
                <a:srgbClr val="000000"/>
              </a:buClr>
              <a:buFont typeface="Arial" panose="020B0604020202020204"/>
              <a:buChar char="•"/>
            </a:pPr>
            <a:r>
              <a:rPr lang="en-US" sz="2400" b="0" i="0" u="none" strike="noStrike">
                <a:solidFill>
                  <a:srgbClr val="000000"/>
                </a:solidFill>
                <a:latin typeface="Calibri" panose="020F0502020204030204"/>
                <a:ea typeface="Calibri" panose="020F0502020204030204"/>
                <a:cs typeface="Calibri" panose="020F0502020204030204"/>
                <a:sym typeface="Calibri" panose="020F0502020204030204"/>
              </a:rPr>
              <a:t>Third level</a:t>
            </a:r>
            <a:endParaRPr lang="en-US" sz="24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1600200" lvl="3" indent="-228600" algn="l" defTabSz="914400">
              <a:lnSpc>
                <a:spcPct val="100000"/>
              </a:lnSpc>
              <a:spcBef>
                <a:spcPct val="20000"/>
              </a:spcBef>
              <a:buClr>
                <a:srgbClr val="000000"/>
              </a:buClr>
              <a:buChar char="–"/>
            </a:pPr>
            <a:r>
              <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rPr>
              <a:t>Fourth level</a:t>
            </a:r>
            <a:endPar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2057400" lvl="4" indent="-228600" algn="l" defTabSz="914400">
              <a:lnSpc>
                <a:spcPct val="100000"/>
              </a:lnSpc>
              <a:spcBef>
                <a:spcPct val="20000"/>
              </a:spcBef>
              <a:buClr>
                <a:srgbClr val="000000"/>
              </a:buClr>
              <a:buChar char="»"/>
            </a:pPr>
            <a:r>
              <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rPr>
              <a:t>Fifth level</a:t>
            </a:r>
            <a:endPar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4" name="AutoShape 4"/>
          <p:cNvSpPr>
            <a:spLocks noGrp="1"/>
          </p:cNvSpPr>
          <p:nvPr>
            <p:ph type="body" sz="quarter" idx="13" hasCustomPrompt="1"/>
          </p:nvPr>
        </p:nvSpPr>
        <p:spPr>
          <a:xfrm>
            <a:off x="457200" y="6356350"/>
            <a:ext cx="2133600" cy="365125"/>
          </a:xfrm>
          <a:prstGeom prst="rect">
            <a:avLst/>
          </a:prstGeom>
          <a:noFill/>
          <a:ln w="12700">
            <a:noFill/>
            <a:prstDash val="solid"/>
          </a:ln>
        </p:spPr>
        <p:txBody>
          <a:bodyPr wrap="square" lIns="91440" tIns="45720" rIns="91440" bIns="45720" anchor="ctr">
            <a:noAutofit/>
          </a:bodyPr>
          <a:lstStyle>
            <a:lvl1pPr algn="l" defTabSz="914400">
              <a:lnSpc>
                <a:spcPct val="100000"/>
              </a:lnSpc>
              <a:defRPr sz="1200" b="0" i="0" u="none" strike="noStrike" spc="0">
                <a:solidFill>
                  <a:srgbClr val="898989">
                    <a:alpha val="100000"/>
                  </a:srgbClr>
                </a:solidFill>
                <a:latin typeface="Calibri" panose="020F0502020204030204"/>
              </a:defRPr>
            </a:lvl1pPr>
          </a:lstStyle>
          <a:p>
            <a:pPr marL="0" indent="0" algn="l" defTabSz="914400">
              <a:lnSpc>
                <a:spcPct val="100000"/>
              </a:lnSpc>
            </a:pPr>
            <a:fld id="{CA502AA4-D72F-46CB-9EDF-03F1A6AD3B53}" type="datetime1">
              <a:rPr sz="1200" b="0" i="0" u="none" strike="noStrike">
                <a:solidFill>
                  <a:srgbClr val="898989"/>
                </a:solidFill>
                <a:latin typeface="Calibri" panose="020F0502020204030204"/>
                <a:ea typeface="Calibri" panose="020F0502020204030204"/>
                <a:cs typeface="Calibri" panose="020F0502020204030204"/>
                <a:sym typeface="Calibri" panose="020F0502020204030204"/>
              </a:rPr>
            </a:fld>
            <a:endParaRPr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5" name="AutoShape 5"/>
          <p:cNvSpPr>
            <a:spLocks noGrp="1"/>
          </p:cNvSpPr>
          <p:nvPr>
            <p:ph type="body" sz="quarter" idx="14" hasCustomPrompt="1"/>
          </p:nvPr>
        </p:nvSpPr>
        <p:spPr>
          <a:xfrm>
            <a:off x="3124200" y="6356350"/>
            <a:ext cx="2895600" cy="365125"/>
          </a:xfrm>
          <a:prstGeom prst="rect">
            <a:avLst/>
          </a:prstGeom>
          <a:noFill/>
          <a:ln w="12700">
            <a:noFill/>
            <a:prstDash val="solid"/>
          </a:ln>
        </p:spPr>
        <p:txBody>
          <a:bodyPr vert="horz" wrap="square" lIns="91440" tIns="45720" rIns="91440" bIns="45720" anchor="ctr">
            <a:noAutofit/>
          </a:bodyPr>
          <a:lstStyle>
            <a:lvl1pPr algn="ctr" defTabSz="914400">
              <a:lnSpc>
                <a:spcPct val="100000"/>
              </a:lnSpc>
              <a:defRPr sz="1200" b="0" i="0" u="none" strike="noStrike" spc="0">
                <a:solidFill>
                  <a:srgbClr val="1F2329">
                    <a:alpha val="100000"/>
                  </a:srgbClr>
                </a:solidFill>
                <a:latin typeface="Noto Sans SC" panose="020B0200000000000000" charset="-122"/>
              </a:defRPr>
            </a:lvl1pPr>
          </a:lstStyle>
          <a:p>
            <a:pPr marL="0" indent="0" algn="ctr" defTabSz="914400">
              <a:lnSpc>
                <a:spcPct val="100000"/>
              </a:lnSpc>
            </a:pPr>
            <a:r>
              <a:rPr lang="en-US" sz="1200" b="0" i="0" u="none" strike="noStrike">
                <a:solidFill>
                  <a:srgbClr val="898989"/>
                </a:solidFill>
                <a:latin typeface="Calibri" panose="020F0502020204030204"/>
                <a:ea typeface="Calibri" panose="020F0502020204030204"/>
                <a:cs typeface="Calibri" panose="020F0502020204030204"/>
                <a:sym typeface="Calibri" panose="020F0502020204030204"/>
              </a:rPr>
              <a:t>Footer</a:t>
            </a:r>
            <a:endParaRPr lang="en-US"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6" name="AutoShape 6"/>
          <p:cNvSpPr>
            <a:spLocks noGrp="1"/>
          </p:cNvSpPr>
          <p:nvPr>
            <p:ph type="body" sz="quarter" idx="15" hasCustomPrompt="1"/>
          </p:nvPr>
        </p:nvSpPr>
        <p:spPr>
          <a:xfrm>
            <a:off x="6553200" y="6356350"/>
            <a:ext cx="2133600" cy="365125"/>
          </a:xfrm>
          <a:prstGeom prst="rect">
            <a:avLst/>
          </a:prstGeom>
          <a:noFill/>
          <a:ln w="12700">
            <a:noFill/>
            <a:prstDash val="solid"/>
          </a:ln>
        </p:spPr>
        <p:txBody>
          <a:bodyPr wrap="square" lIns="91440" tIns="45720" rIns="91440" bIns="45720" anchor="ctr">
            <a:noAutofit/>
          </a:bodyPr>
          <a:lstStyle>
            <a:lvl1pPr algn="r" defTabSz="914400">
              <a:lnSpc>
                <a:spcPct val="100000"/>
              </a:lnSpc>
              <a:defRPr sz="1200" b="0" i="0" u="none" strike="noStrike" spc="0">
                <a:solidFill>
                  <a:srgbClr val="898989">
                    <a:alpha val="100000"/>
                  </a:srgbClr>
                </a:solidFill>
                <a:latin typeface="Calibri" panose="020F0502020204030204"/>
              </a:defRPr>
            </a:lvl1pPr>
          </a:lstStyle>
          <a:p>
            <a:pPr marL="0" indent="0" algn="r" defTabSz="914400">
              <a:lnSpc>
                <a:spcPct val="100000"/>
              </a:lnSpc>
            </a:pPr>
            <a:fld id="{2649DADC-EEAC-4165-B4A0-520CF00A9960}" type="slidenum">
              <a:rPr sz="1200" b="0" i="0" u="none" strike="noStrike">
                <a:solidFill>
                  <a:srgbClr val="898989"/>
                </a:solidFill>
                <a:latin typeface="Calibri" panose="020F0502020204030204"/>
                <a:ea typeface="Calibri" panose="020F0502020204030204"/>
                <a:cs typeface="Calibri" panose="020F0502020204030204"/>
                <a:sym typeface="Calibri" panose="020F0502020204030204"/>
              </a:rPr>
            </a:fld>
            <a:endParaRPr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Section Header">
    <p:spTree>
      <p:nvGrpSpPr>
        <p:cNvPr id="1" name=""/>
        <p:cNvGrpSpPr/>
        <p:nvPr/>
      </p:nvGrpSpPr>
      <p:grpSpPr>
        <a:xfrm>
          <a:off x="0" y="0"/>
          <a:ext cx="0" cy="0"/>
          <a:chOff x="0" y="0"/>
          <a:chExt cx="0" cy="0"/>
        </a:xfrm>
      </p:grpSpPr>
      <p:sp>
        <p:nvSpPr>
          <p:cNvPr id="2" name="AutoShape 2"/>
          <p:cNvSpPr>
            <a:spLocks noGrp="1"/>
          </p:cNvSpPr>
          <p:nvPr>
            <p:ph type="body" sz="quarter" idx="16" hasCustomPrompt="1"/>
          </p:nvPr>
        </p:nvSpPr>
        <p:spPr>
          <a:xfrm>
            <a:off x="722313" y="4406900"/>
            <a:ext cx="7772400" cy="1362075"/>
          </a:xfrm>
          <a:prstGeom prst="rect">
            <a:avLst/>
          </a:prstGeom>
          <a:noFill/>
          <a:ln w="12700">
            <a:noFill/>
            <a:prstDash val="solid"/>
          </a:ln>
        </p:spPr>
        <p:txBody>
          <a:bodyPr wrap="square" lIns="91440" tIns="45720" rIns="91440" bIns="45720" anchor="t">
            <a:normAutofit/>
          </a:bodyPr>
          <a:lstStyle>
            <a:lvl1pPr algn="l" defTabSz="914400">
              <a:lnSpc>
                <a:spcPct val="100000"/>
              </a:lnSpc>
              <a:defRPr sz="4000" b="1" i="0" u="none" strike="noStrike" spc="0">
                <a:solidFill>
                  <a:srgbClr val="000000">
                    <a:alpha val="100000"/>
                  </a:srgbClr>
                </a:solidFill>
                <a:latin typeface="Calibri" panose="020F0502020204030204"/>
              </a:defRPr>
            </a:lvl1pPr>
          </a:lstStyle>
          <a:p>
            <a:pPr marL="0" indent="0" algn="l" defTabSz="914400">
              <a:lnSpc>
                <a:spcPct val="100000"/>
              </a:lnSpc>
            </a:pPr>
            <a:r>
              <a:rPr lang="en-US" sz="4000" b="1" i="0" u="none" strike="noStrike">
                <a:solidFill>
                  <a:srgbClr val="000000"/>
                </a:solidFill>
                <a:latin typeface="Calibri" panose="020F0502020204030204"/>
                <a:ea typeface="Calibri" panose="020F0502020204030204"/>
                <a:cs typeface="Calibri" panose="020F0502020204030204"/>
                <a:sym typeface="Calibri" panose="020F0502020204030204"/>
              </a:rPr>
              <a:t>Click to edit Master title style</a:t>
            </a:r>
            <a:endParaRPr lang="en-US" sz="4000" b="1"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17"/>
          </p:nvPr>
        </p:nvSpPr>
        <p:spPr>
          <a:xfrm>
            <a:off x="722313" y="2906713"/>
            <a:ext cx="7772400" cy="1500187"/>
          </a:xfrm>
          <a:prstGeom prst="rect">
            <a:avLst/>
          </a:prstGeom>
          <a:noFill/>
          <a:ln w="12700">
            <a:noFill/>
            <a:prstDash val="solid"/>
          </a:ln>
        </p:spPr>
        <p:txBody>
          <a:bodyPr wrap="square" lIns="91440" tIns="45720" rIns="91440" bIns="45720" anchor="b">
            <a:normAutofit/>
          </a:bodyPr>
          <a:lstStyle>
            <a:lvl1pPr algn="l" defTabSz="914400">
              <a:lnSpc>
                <a:spcPct val="100000"/>
              </a:lnSpc>
              <a:defRPr sz="2000" b="0" i="0" u="none" strike="noStrike" spc="0">
                <a:solidFill>
                  <a:srgbClr val="898989">
                    <a:alpha val="100000"/>
                  </a:srgbClr>
                </a:solidFill>
                <a:latin typeface="Calibri" panose="020F0502020204030204"/>
              </a:defRPr>
            </a:lvl1pPr>
          </a:lstStyle>
          <a:p>
            <a:pPr marL="0" indent="0" algn="l" defTabSz="914400">
              <a:lnSpc>
                <a:spcPct val="100000"/>
              </a:lnSpc>
              <a:spcBef>
                <a:spcPct val="20000"/>
              </a:spcBef>
            </a:pPr>
            <a:r>
              <a:rPr lang="en-US" sz="2000" b="0" i="0" u="none" strike="noStrike">
                <a:solidFill>
                  <a:srgbClr val="898989"/>
                </a:solidFill>
                <a:latin typeface="Calibri" panose="020F0502020204030204"/>
                <a:ea typeface="Calibri" panose="020F0502020204030204"/>
                <a:cs typeface="Calibri" panose="020F0502020204030204"/>
                <a:sym typeface="Calibri" panose="020F0502020204030204"/>
              </a:rPr>
              <a:t>Click to edit Master text styles</a:t>
            </a:r>
            <a:endParaRPr lang="en-US" sz="20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4" name="AutoShape 4"/>
          <p:cNvSpPr>
            <a:spLocks noGrp="1"/>
          </p:cNvSpPr>
          <p:nvPr>
            <p:ph type="body" sz="quarter" idx="18" hasCustomPrompt="1"/>
          </p:nvPr>
        </p:nvSpPr>
        <p:spPr>
          <a:xfrm>
            <a:off x="457200" y="6356350"/>
            <a:ext cx="2133600" cy="365125"/>
          </a:xfrm>
          <a:prstGeom prst="rect">
            <a:avLst/>
          </a:prstGeom>
          <a:noFill/>
          <a:ln w="12700">
            <a:noFill/>
            <a:prstDash val="solid"/>
          </a:ln>
        </p:spPr>
        <p:txBody>
          <a:bodyPr wrap="square" lIns="91440" tIns="45720" rIns="91440" bIns="45720" anchor="ctr">
            <a:noAutofit/>
          </a:bodyPr>
          <a:lstStyle>
            <a:lvl1pPr algn="l" defTabSz="914400">
              <a:lnSpc>
                <a:spcPct val="100000"/>
              </a:lnSpc>
              <a:defRPr sz="1200" b="0" i="0" u="none" strike="noStrike" spc="0">
                <a:solidFill>
                  <a:srgbClr val="898989">
                    <a:alpha val="100000"/>
                  </a:srgbClr>
                </a:solidFill>
                <a:latin typeface="Calibri" panose="020F0502020204030204"/>
              </a:defRPr>
            </a:lvl1pPr>
          </a:lstStyle>
          <a:p>
            <a:pPr marL="0" indent="0" algn="l" defTabSz="914400">
              <a:lnSpc>
                <a:spcPct val="100000"/>
              </a:lnSpc>
            </a:pPr>
            <a:fld id="{B2046656-D54D-40E2-81B3-C7D27B0606EC}" type="datetime1">
              <a:rPr sz="1200" b="0" i="0" u="none" strike="noStrike">
                <a:solidFill>
                  <a:srgbClr val="898989"/>
                </a:solidFill>
                <a:latin typeface="Calibri" panose="020F0502020204030204"/>
                <a:ea typeface="Calibri" panose="020F0502020204030204"/>
                <a:cs typeface="Calibri" panose="020F0502020204030204"/>
                <a:sym typeface="Calibri" panose="020F0502020204030204"/>
              </a:rPr>
            </a:fld>
            <a:endParaRPr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5" name="AutoShape 5"/>
          <p:cNvSpPr>
            <a:spLocks noGrp="1"/>
          </p:cNvSpPr>
          <p:nvPr>
            <p:ph type="body" sz="quarter" idx="19" hasCustomPrompt="1"/>
          </p:nvPr>
        </p:nvSpPr>
        <p:spPr>
          <a:xfrm>
            <a:off x="3124200" y="6356350"/>
            <a:ext cx="2895600" cy="365125"/>
          </a:xfrm>
          <a:prstGeom prst="rect">
            <a:avLst/>
          </a:prstGeom>
          <a:noFill/>
          <a:ln w="12700">
            <a:noFill/>
            <a:prstDash val="solid"/>
          </a:ln>
        </p:spPr>
        <p:txBody>
          <a:bodyPr vert="horz" wrap="square" lIns="91440" tIns="45720" rIns="91440" bIns="45720" anchor="ctr">
            <a:noAutofit/>
          </a:bodyPr>
          <a:lstStyle>
            <a:lvl1pPr algn="ctr" defTabSz="914400">
              <a:lnSpc>
                <a:spcPct val="100000"/>
              </a:lnSpc>
              <a:defRPr sz="1200" b="0" i="0" u="none" strike="noStrike" spc="0">
                <a:solidFill>
                  <a:srgbClr val="1F2329">
                    <a:alpha val="100000"/>
                  </a:srgbClr>
                </a:solidFill>
                <a:latin typeface="Noto Sans SC" panose="020B0200000000000000" charset="-122"/>
              </a:defRPr>
            </a:lvl1pPr>
          </a:lstStyle>
          <a:p>
            <a:pPr marL="0" indent="0" algn="ctr" defTabSz="914400">
              <a:lnSpc>
                <a:spcPct val="100000"/>
              </a:lnSpc>
            </a:pPr>
            <a:r>
              <a:rPr lang="en-US" sz="1200" b="0" i="0" u="none" strike="noStrike">
                <a:solidFill>
                  <a:srgbClr val="898989"/>
                </a:solidFill>
                <a:latin typeface="Calibri" panose="020F0502020204030204"/>
                <a:ea typeface="Calibri" panose="020F0502020204030204"/>
                <a:cs typeface="Calibri" panose="020F0502020204030204"/>
                <a:sym typeface="Calibri" panose="020F0502020204030204"/>
              </a:rPr>
              <a:t>Footer</a:t>
            </a:r>
            <a:endParaRPr lang="en-US"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6" name="AutoShape 6"/>
          <p:cNvSpPr>
            <a:spLocks noGrp="1"/>
          </p:cNvSpPr>
          <p:nvPr>
            <p:ph type="body" sz="quarter" idx="20" hasCustomPrompt="1"/>
          </p:nvPr>
        </p:nvSpPr>
        <p:spPr>
          <a:xfrm>
            <a:off x="6553200" y="6356350"/>
            <a:ext cx="2133600" cy="365125"/>
          </a:xfrm>
          <a:prstGeom prst="rect">
            <a:avLst/>
          </a:prstGeom>
          <a:noFill/>
          <a:ln w="12700">
            <a:noFill/>
            <a:prstDash val="solid"/>
          </a:ln>
        </p:spPr>
        <p:txBody>
          <a:bodyPr wrap="square" lIns="91440" tIns="45720" rIns="91440" bIns="45720" anchor="ctr">
            <a:noAutofit/>
          </a:bodyPr>
          <a:lstStyle>
            <a:lvl1pPr algn="r" defTabSz="914400">
              <a:lnSpc>
                <a:spcPct val="100000"/>
              </a:lnSpc>
              <a:defRPr sz="1200" b="0" i="0" u="none" strike="noStrike" spc="0">
                <a:solidFill>
                  <a:srgbClr val="898989">
                    <a:alpha val="100000"/>
                  </a:srgbClr>
                </a:solidFill>
                <a:latin typeface="Calibri" panose="020F0502020204030204"/>
              </a:defRPr>
            </a:lvl1pPr>
          </a:lstStyle>
          <a:p>
            <a:pPr marL="0" indent="0" algn="r" defTabSz="914400">
              <a:lnSpc>
                <a:spcPct val="100000"/>
              </a:lnSpc>
            </a:pPr>
            <a:fld id="{E4174081-F772-4C57-8183-3004FBA997FE}" type="slidenum">
              <a:rPr sz="1200" b="0" i="0" u="none" strike="noStrike">
                <a:solidFill>
                  <a:srgbClr val="898989"/>
                </a:solidFill>
                <a:latin typeface="Calibri" panose="020F0502020204030204"/>
                <a:ea typeface="Calibri" panose="020F0502020204030204"/>
                <a:cs typeface="Calibri" panose="020F0502020204030204"/>
                <a:sym typeface="Calibri" panose="020F0502020204030204"/>
              </a:rPr>
            </a:fld>
            <a:endParaRPr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wo Content">
    <p:spTree>
      <p:nvGrpSpPr>
        <p:cNvPr id="1" name=""/>
        <p:cNvGrpSpPr/>
        <p:nvPr/>
      </p:nvGrpSpPr>
      <p:grpSpPr>
        <a:xfrm>
          <a:off x="0" y="0"/>
          <a:ext cx="0" cy="0"/>
          <a:chOff x="0" y="0"/>
          <a:chExt cx="0" cy="0"/>
        </a:xfrm>
      </p:grpSpPr>
      <p:sp>
        <p:nvSpPr>
          <p:cNvPr id="2" name="AutoShape 2"/>
          <p:cNvSpPr>
            <a:spLocks noGrp="1"/>
          </p:cNvSpPr>
          <p:nvPr>
            <p:ph type="body" sz="quarter" idx="21" hasCustomPrompt="1"/>
          </p:nvPr>
        </p:nvSpPr>
        <p:spPr>
          <a:xfrm>
            <a:off x="457200" y="274638"/>
            <a:ext cx="8229600" cy="1143000"/>
          </a:xfrm>
          <a:prstGeom prst="rect">
            <a:avLst/>
          </a:prstGeom>
          <a:noFill/>
          <a:ln w="12700">
            <a:noFill/>
            <a:prstDash val="solid"/>
          </a:ln>
        </p:spPr>
        <p:txBody>
          <a:bodyPr wrap="square" lIns="91440" tIns="45720" rIns="91440" bIns="45720" anchor="ctr">
            <a:normAutofit/>
          </a:bodyPr>
          <a:lstStyle>
            <a:lvl1pPr algn="ctr" defTabSz="914400">
              <a:lnSpc>
                <a:spcPct val="100000"/>
              </a:lnSpc>
              <a:defRPr sz="4400" b="0" i="0" u="none" strike="noStrike" spc="0">
                <a:solidFill>
                  <a:srgbClr val="000000">
                    <a:alpha val="100000"/>
                  </a:srgbClr>
                </a:solidFill>
                <a:latin typeface="Calibri" panose="020F0502020204030204"/>
              </a:defRPr>
            </a:lvl1pPr>
          </a:lstStyle>
          <a:p>
            <a:pPr marL="0" indent="0" algn="ctr" defTabSz="914400">
              <a:lnSpc>
                <a:spcPct val="100000"/>
              </a:lnSpc>
            </a:pPr>
            <a:r>
              <a:rPr lang="en-US" sz="4400" b="0" i="0" u="none" strike="noStrike">
                <a:solidFill>
                  <a:srgbClr val="000000"/>
                </a:solidFill>
                <a:latin typeface="Calibri" panose="020F0502020204030204"/>
                <a:ea typeface="Calibri" panose="020F0502020204030204"/>
                <a:cs typeface="Calibri" panose="020F0502020204030204"/>
                <a:sym typeface="Calibri" panose="020F0502020204030204"/>
              </a:rPr>
              <a:t>Click to edit Master title style</a:t>
            </a:r>
            <a:endParaRPr lang="en-US" sz="44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22"/>
          </p:nvPr>
        </p:nvSpPr>
        <p:spPr>
          <a:xfrm>
            <a:off x="457200" y="1600200"/>
            <a:ext cx="4038600" cy="4525963"/>
          </a:xfrm>
          <a:prstGeom prst="rect">
            <a:avLst/>
          </a:prstGeom>
          <a:noFill/>
          <a:ln w="12700">
            <a:noFill/>
            <a:prstDash val="solid"/>
          </a:ln>
        </p:spPr>
        <p:txBody>
          <a:bodyPr wrap="square" lIns="91440" tIns="45720" rIns="91440" bIns="45720" anchor="t">
            <a:normAutofit/>
          </a:bodyPr>
          <a:lstStyle>
            <a:lvl1pPr marL="698500" indent="-355600" algn="l" defTabSz="914400">
              <a:lnSpc>
                <a:spcPct val="100000"/>
              </a:lnSpc>
              <a:defRPr sz="2800" b="0" i="0" u="none" strike="noStrike" spc="0">
                <a:solidFill>
                  <a:srgbClr val="000000">
                    <a:alpha val="100000"/>
                  </a:srgbClr>
                </a:solidFill>
                <a:latin typeface="Calibri" panose="020F0502020204030204"/>
              </a:defRPr>
            </a:lvl1pPr>
            <a:lvl2pPr marL="1047750" indent="-304800"/>
            <a:lvl3pPr marL="1397000" indent="-254000"/>
            <a:lvl4pPr marL="1828800" indent="-228600"/>
            <a:lvl5pPr marL="2286000" indent="-228600"/>
            <a:lvl6pPr marL="2743200" indent="-228600"/>
            <a:lvl7pPr marL="3200400" indent="-228600"/>
            <a:lvl8pPr marL="3657600" indent="-228600"/>
            <a:lvl9pPr marL="4114800" indent="-228600"/>
          </a:lstStyle>
          <a:p>
            <a:pPr marL="342900" indent="-342900" algn="l" defTabSz="914400">
              <a:lnSpc>
                <a:spcPct val="100000"/>
              </a:lnSpc>
              <a:spcBef>
                <a:spcPct val="20000"/>
              </a:spcBef>
              <a:buClr>
                <a:srgbClr val="000000"/>
              </a:buClr>
              <a:buFont typeface="Arial" panose="020B0604020202020204"/>
              <a:buChar char="•"/>
            </a:pPr>
            <a:r>
              <a:rPr lang="en-US" sz="2800" b="0" i="0" u="none" strike="noStrike">
                <a:solidFill>
                  <a:srgbClr val="000000"/>
                </a:solidFill>
                <a:latin typeface="Calibri" panose="020F0502020204030204"/>
                <a:ea typeface="Calibri" panose="020F0502020204030204"/>
                <a:cs typeface="Calibri" panose="020F0502020204030204"/>
                <a:sym typeface="Calibri" panose="020F0502020204030204"/>
              </a:rPr>
              <a:t>Click to edit Master text styles</a:t>
            </a:r>
            <a:endParaRPr lang="en-US" sz="28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742950" lvl="1" indent="-285750" algn="l" defTabSz="914400">
              <a:lnSpc>
                <a:spcPct val="100000"/>
              </a:lnSpc>
              <a:spcBef>
                <a:spcPct val="20000"/>
              </a:spcBef>
              <a:buClr>
                <a:srgbClr val="000000"/>
              </a:buClr>
              <a:buChar char="–"/>
            </a:pPr>
            <a:r>
              <a:rPr lang="en-US" sz="2400" b="0" i="0" u="none" strike="noStrike">
                <a:solidFill>
                  <a:srgbClr val="000000"/>
                </a:solidFill>
                <a:latin typeface="Calibri" panose="020F0502020204030204"/>
                <a:ea typeface="Calibri" panose="020F0502020204030204"/>
                <a:cs typeface="Calibri" panose="020F0502020204030204"/>
                <a:sym typeface="Calibri" panose="020F0502020204030204"/>
              </a:rPr>
              <a:t>Second level</a:t>
            </a:r>
            <a:endParaRPr lang="en-US" sz="24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1143000" lvl="2" indent="-228600" algn="l" defTabSz="914400">
              <a:lnSpc>
                <a:spcPct val="100000"/>
              </a:lnSpc>
              <a:spcBef>
                <a:spcPct val="20000"/>
              </a:spcBef>
              <a:buClr>
                <a:srgbClr val="000000"/>
              </a:buClr>
              <a:buFont typeface="Arial" panose="020B0604020202020204"/>
              <a:buChar char="•"/>
            </a:pPr>
            <a:r>
              <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rPr>
              <a:t>Third level</a:t>
            </a:r>
            <a:endPar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1600200" lvl="3" indent="-228600" algn="l" defTabSz="914400">
              <a:lnSpc>
                <a:spcPct val="100000"/>
              </a:lnSpc>
              <a:spcBef>
                <a:spcPct val="20000"/>
              </a:spcBef>
              <a:buClr>
                <a:srgbClr val="000000"/>
              </a:buClr>
              <a:buChar cha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Fourth level</a:t>
            </a:r>
            <a:endPar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2057400" lvl="4" indent="-228600" algn="l" defTabSz="914400">
              <a:lnSpc>
                <a:spcPct val="100000"/>
              </a:lnSpc>
              <a:spcBef>
                <a:spcPct val="20000"/>
              </a:spcBef>
              <a:buClr>
                <a:srgbClr val="000000"/>
              </a:buClr>
              <a:buChar cha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Fifth level</a:t>
            </a:r>
            <a:endPar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4" name="AutoShape 4"/>
          <p:cNvSpPr>
            <a:spLocks noGrp="1"/>
          </p:cNvSpPr>
          <p:nvPr>
            <p:ph type="body" sz="quarter" idx="23"/>
          </p:nvPr>
        </p:nvSpPr>
        <p:spPr>
          <a:xfrm>
            <a:off x="4648200" y="1600200"/>
            <a:ext cx="4038600" cy="4525963"/>
          </a:xfrm>
          <a:prstGeom prst="rect">
            <a:avLst/>
          </a:prstGeom>
          <a:noFill/>
          <a:ln w="12700">
            <a:noFill/>
            <a:prstDash val="solid"/>
          </a:ln>
        </p:spPr>
        <p:txBody>
          <a:bodyPr wrap="square" lIns="91440" tIns="45720" rIns="91440" bIns="45720" anchor="t">
            <a:noAutofit/>
          </a:bodyPr>
          <a:lstStyle>
            <a:lvl1pPr marL="698500" indent="-355600" algn="l" defTabSz="914400">
              <a:lnSpc>
                <a:spcPct val="100000"/>
              </a:lnSpc>
              <a:defRPr sz="2800" b="0" i="0" u="none" strike="noStrike" spc="0">
                <a:solidFill>
                  <a:srgbClr val="000000">
                    <a:alpha val="100000"/>
                  </a:srgbClr>
                </a:solidFill>
                <a:latin typeface="Calibri" panose="020F0502020204030204"/>
              </a:defRPr>
            </a:lvl1pPr>
            <a:lvl2pPr marL="1047750" indent="-304800"/>
            <a:lvl3pPr marL="1397000" indent="-254000"/>
            <a:lvl4pPr marL="1828800" indent="-228600"/>
            <a:lvl5pPr marL="2286000" indent="-228600"/>
            <a:lvl6pPr marL="2743200" indent="-228600"/>
            <a:lvl7pPr marL="3200400" indent="-228600"/>
            <a:lvl8pPr marL="3657600" indent="-228600"/>
            <a:lvl9pPr marL="4114800" indent="-228600"/>
          </a:lstStyle>
          <a:p>
            <a:pPr marL="342900" indent="-342900" algn="l" defTabSz="914400">
              <a:lnSpc>
                <a:spcPct val="100000"/>
              </a:lnSpc>
              <a:spcBef>
                <a:spcPct val="20000"/>
              </a:spcBef>
              <a:buClr>
                <a:srgbClr val="000000"/>
              </a:buClr>
              <a:buFont typeface="Arial" panose="020B0604020202020204"/>
              <a:buChar char="•"/>
            </a:pPr>
            <a:r>
              <a:rPr lang="en-US" sz="2800" b="0" i="0" u="none" strike="noStrike">
                <a:solidFill>
                  <a:srgbClr val="000000"/>
                </a:solidFill>
                <a:latin typeface="Calibri" panose="020F0502020204030204"/>
                <a:ea typeface="Calibri" panose="020F0502020204030204"/>
                <a:cs typeface="Calibri" panose="020F0502020204030204"/>
                <a:sym typeface="Calibri" panose="020F0502020204030204"/>
              </a:rPr>
              <a:t>Click to edit Master text styles</a:t>
            </a:r>
            <a:endParaRPr lang="en-US" sz="28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742950" lvl="1" indent="-285750" algn="l" defTabSz="914400">
              <a:lnSpc>
                <a:spcPct val="100000"/>
              </a:lnSpc>
              <a:spcBef>
                <a:spcPct val="20000"/>
              </a:spcBef>
              <a:buClr>
                <a:srgbClr val="000000"/>
              </a:buClr>
              <a:buChar char="–"/>
            </a:pPr>
            <a:r>
              <a:rPr lang="en-US" sz="2400" b="0" i="0" u="none" strike="noStrike">
                <a:solidFill>
                  <a:srgbClr val="000000"/>
                </a:solidFill>
                <a:latin typeface="Calibri" panose="020F0502020204030204"/>
                <a:ea typeface="Calibri" panose="020F0502020204030204"/>
                <a:cs typeface="Calibri" panose="020F0502020204030204"/>
                <a:sym typeface="Calibri" panose="020F0502020204030204"/>
              </a:rPr>
              <a:t>Second level</a:t>
            </a:r>
            <a:endParaRPr lang="en-US" sz="24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1143000" lvl="2" indent="-228600" algn="l" defTabSz="914400">
              <a:lnSpc>
                <a:spcPct val="100000"/>
              </a:lnSpc>
              <a:spcBef>
                <a:spcPct val="20000"/>
              </a:spcBef>
              <a:buClr>
                <a:srgbClr val="000000"/>
              </a:buClr>
              <a:buFont typeface="Arial" panose="020B0604020202020204"/>
              <a:buChar char="•"/>
            </a:pPr>
            <a:r>
              <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rPr>
              <a:t>Third level</a:t>
            </a:r>
            <a:endPar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1600200" lvl="3" indent="-228600" algn="l" defTabSz="914400">
              <a:lnSpc>
                <a:spcPct val="100000"/>
              </a:lnSpc>
              <a:spcBef>
                <a:spcPct val="20000"/>
              </a:spcBef>
              <a:buClr>
                <a:srgbClr val="000000"/>
              </a:buClr>
              <a:buChar cha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Fourth level</a:t>
            </a:r>
            <a:endPar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2057400" lvl="4" indent="-228600" algn="l" defTabSz="914400">
              <a:lnSpc>
                <a:spcPct val="100000"/>
              </a:lnSpc>
              <a:spcBef>
                <a:spcPct val="20000"/>
              </a:spcBef>
              <a:buClr>
                <a:srgbClr val="000000"/>
              </a:buClr>
              <a:buChar cha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Fifth level</a:t>
            </a:r>
            <a:endPar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a:spLocks noGrp="1"/>
          </p:cNvSpPr>
          <p:nvPr>
            <p:ph type="body" sz="quarter" idx="24" hasCustomPrompt="1"/>
          </p:nvPr>
        </p:nvSpPr>
        <p:spPr>
          <a:xfrm>
            <a:off x="457200" y="6356350"/>
            <a:ext cx="2133600" cy="365125"/>
          </a:xfrm>
          <a:prstGeom prst="rect">
            <a:avLst/>
          </a:prstGeom>
          <a:noFill/>
          <a:ln w="12700">
            <a:noFill/>
            <a:prstDash val="solid"/>
          </a:ln>
        </p:spPr>
        <p:txBody>
          <a:bodyPr wrap="square" lIns="91440" tIns="45720" rIns="91440" bIns="45720" anchor="ctr">
            <a:noAutofit/>
          </a:bodyPr>
          <a:lstStyle>
            <a:lvl1pPr algn="l" defTabSz="914400">
              <a:lnSpc>
                <a:spcPct val="100000"/>
              </a:lnSpc>
              <a:defRPr sz="1200" b="0" i="0" u="none" strike="noStrike" spc="0">
                <a:solidFill>
                  <a:srgbClr val="898989">
                    <a:alpha val="100000"/>
                  </a:srgbClr>
                </a:solidFill>
                <a:latin typeface="Calibri" panose="020F0502020204030204"/>
              </a:defRPr>
            </a:lvl1pPr>
          </a:lstStyle>
          <a:p>
            <a:pPr marL="0" indent="0" algn="l" defTabSz="914400">
              <a:lnSpc>
                <a:spcPct val="100000"/>
              </a:lnSpc>
            </a:pPr>
            <a:fld id="{45C14203-B269-4781-A51F-9251F0E07F92}" type="datetime1">
              <a:rPr sz="1200" b="0" i="0" u="none" strike="noStrike">
                <a:solidFill>
                  <a:srgbClr val="898989"/>
                </a:solidFill>
                <a:latin typeface="Calibri" panose="020F0502020204030204"/>
                <a:ea typeface="Calibri" panose="020F0502020204030204"/>
                <a:cs typeface="Calibri" panose="020F0502020204030204"/>
                <a:sym typeface="Calibri" panose="020F0502020204030204"/>
              </a:rPr>
            </a:fld>
            <a:endParaRPr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6" name="AutoShape 6"/>
          <p:cNvSpPr>
            <a:spLocks noGrp="1"/>
          </p:cNvSpPr>
          <p:nvPr>
            <p:ph type="body" sz="quarter" idx="25" hasCustomPrompt="1"/>
          </p:nvPr>
        </p:nvSpPr>
        <p:spPr>
          <a:xfrm>
            <a:off x="3124200" y="6356350"/>
            <a:ext cx="2895600" cy="365125"/>
          </a:xfrm>
          <a:prstGeom prst="rect">
            <a:avLst/>
          </a:prstGeom>
          <a:noFill/>
          <a:ln w="12700">
            <a:noFill/>
            <a:prstDash val="solid"/>
          </a:ln>
        </p:spPr>
        <p:txBody>
          <a:bodyPr vert="horz" wrap="square" lIns="91440" tIns="45720" rIns="91440" bIns="45720" anchor="ctr">
            <a:noAutofit/>
          </a:bodyPr>
          <a:lstStyle>
            <a:lvl1pPr algn="ctr" defTabSz="914400">
              <a:lnSpc>
                <a:spcPct val="100000"/>
              </a:lnSpc>
              <a:defRPr sz="1200" b="0" i="0" u="none" strike="noStrike" spc="0">
                <a:solidFill>
                  <a:srgbClr val="1F2329">
                    <a:alpha val="100000"/>
                  </a:srgbClr>
                </a:solidFill>
                <a:latin typeface="Noto Sans SC" panose="020B0200000000000000" charset="-122"/>
              </a:defRPr>
            </a:lvl1pPr>
          </a:lstStyle>
          <a:p>
            <a:pPr marL="0" indent="0" algn="ctr" defTabSz="914400">
              <a:lnSpc>
                <a:spcPct val="100000"/>
              </a:lnSpc>
            </a:pPr>
            <a:r>
              <a:rPr lang="en-US" sz="1200" b="0" i="0" u="none" strike="noStrike">
                <a:solidFill>
                  <a:srgbClr val="898989"/>
                </a:solidFill>
                <a:latin typeface="Calibri" panose="020F0502020204030204"/>
                <a:ea typeface="Calibri" panose="020F0502020204030204"/>
                <a:cs typeface="Calibri" panose="020F0502020204030204"/>
                <a:sym typeface="Calibri" panose="020F0502020204030204"/>
              </a:rPr>
              <a:t>Footer</a:t>
            </a:r>
            <a:endParaRPr lang="en-US"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7" name="AutoShape 7"/>
          <p:cNvSpPr>
            <a:spLocks noGrp="1"/>
          </p:cNvSpPr>
          <p:nvPr>
            <p:ph type="body" sz="quarter" idx="26" hasCustomPrompt="1"/>
          </p:nvPr>
        </p:nvSpPr>
        <p:spPr>
          <a:xfrm>
            <a:off x="6553200" y="6356350"/>
            <a:ext cx="2133600" cy="365125"/>
          </a:xfrm>
          <a:prstGeom prst="rect">
            <a:avLst/>
          </a:prstGeom>
          <a:noFill/>
          <a:ln w="12700">
            <a:noFill/>
            <a:prstDash val="solid"/>
          </a:ln>
        </p:spPr>
        <p:txBody>
          <a:bodyPr wrap="square" lIns="91440" tIns="45720" rIns="91440" bIns="45720" anchor="ctr">
            <a:noAutofit/>
          </a:bodyPr>
          <a:lstStyle>
            <a:lvl1pPr algn="r" defTabSz="914400">
              <a:lnSpc>
                <a:spcPct val="100000"/>
              </a:lnSpc>
              <a:defRPr sz="1200" b="0" i="0" u="none" strike="noStrike" spc="0">
                <a:solidFill>
                  <a:srgbClr val="898989">
                    <a:alpha val="100000"/>
                  </a:srgbClr>
                </a:solidFill>
                <a:latin typeface="Calibri" panose="020F0502020204030204"/>
              </a:defRPr>
            </a:lvl1pPr>
          </a:lstStyle>
          <a:p>
            <a:pPr marL="0" indent="0" algn="r" defTabSz="914400">
              <a:lnSpc>
                <a:spcPct val="100000"/>
              </a:lnSpc>
            </a:pPr>
            <a:fld id="{54E46D33-25BC-454E-9320-7980CDD59502}" type="slidenum">
              <a:rPr sz="1200" b="0" i="0" u="none" strike="noStrike">
                <a:solidFill>
                  <a:srgbClr val="898989"/>
                </a:solidFill>
                <a:latin typeface="Calibri" panose="020F0502020204030204"/>
                <a:ea typeface="Calibri" panose="020F0502020204030204"/>
                <a:cs typeface="Calibri" panose="020F0502020204030204"/>
                <a:sym typeface="Calibri" panose="020F0502020204030204"/>
              </a:rPr>
            </a:fld>
            <a:endParaRPr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Comparison">
    <p:spTree>
      <p:nvGrpSpPr>
        <p:cNvPr id="1" name=""/>
        <p:cNvGrpSpPr/>
        <p:nvPr/>
      </p:nvGrpSpPr>
      <p:grpSpPr>
        <a:xfrm>
          <a:off x="0" y="0"/>
          <a:ext cx="0" cy="0"/>
          <a:chOff x="0" y="0"/>
          <a:chExt cx="0" cy="0"/>
        </a:xfrm>
      </p:grpSpPr>
      <p:sp>
        <p:nvSpPr>
          <p:cNvPr id="2" name="AutoShape 2"/>
          <p:cNvSpPr>
            <a:spLocks noGrp="1"/>
          </p:cNvSpPr>
          <p:nvPr>
            <p:ph type="body" sz="quarter" idx="27" hasCustomPrompt="1"/>
          </p:nvPr>
        </p:nvSpPr>
        <p:spPr>
          <a:xfrm>
            <a:off x="457200" y="274638"/>
            <a:ext cx="8229600" cy="1143000"/>
          </a:xfrm>
          <a:prstGeom prst="rect">
            <a:avLst/>
          </a:prstGeom>
          <a:noFill/>
          <a:ln w="12700">
            <a:noFill/>
            <a:prstDash val="solid"/>
          </a:ln>
        </p:spPr>
        <p:txBody>
          <a:bodyPr wrap="square" lIns="91440" tIns="45720" rIns="91440" bIns="45720" anchor="ctr">
            <a:normAutofit/>
          </a:bodyPr>
          <a:lstStyle>
            <a:lvl1pPr algn="ctr" defTabSz="914400">
              <a:lnSpc>
                <a:spcPct val="100000"/>
              </a:lnSpc>
              <a:defRPr sz="4400" b="0" i="0" u="none" strike="noStrike" spc="0">
                <a:solidFill>
                  <a:srgbClr val="000000">
                    <a:alpha val="100000"/>
                  </a:srgbClr>
                </a:solidFill>
                <a:latin typeface="Calibri" panose="020F0502020204030204"/>
              </a:defRPr>
            </a:lvl1pPr>
          </a:lstStyle>
          <a:p>
            <a:pPr marL="0" indent="0" algn="ctr" defTabSz="914400">
              <a:lnSpc>
                <a:spcPct val="100000"/>
              </a:lnSpc>
            </a:pPr>
            <a:r>
              <a:rPr lang="en-US" sz="4400" b="0" i="0" u="none" strike="noStrike">
                <a:solidFill>
                  <a:srgbClr val="000000"/>
                </a:solidFill>
                <a:latin typeface="Calibri" panose="020F0502020204030204"/>
                <a:ea typeface="Calibri" panose="020F0502020204030204"/>
                <a:cs typeface="Calibri" panose="020F0502020204030204"/>
                <a:sym typeface="Calibri" panose="020F0502020204030204"/>
              </a:rPr>
              <a:t>Click to edit Master title style</a:t>
            </a:r>
            <a:endParaRPr lang="en-US" sz="44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28"/>
          </p:nvPr>
        </p:nvSpPr>
        <p:spPr>
          <a:xfrm>
            <a:off x="457200" y="1535113"/>
            <a:ext cx="4040188" cy="639762"/>
          </a:xfrm>
          <a:prstGeom prst="rect">
            <a:avLst/>
          </a:prstGeom>
          <a:noFill/>
          <a:ln w="12700">
            <a:noFill/>
            <a:prstDash val="solid"/>
          </a:ln>
        </p:spPr>
        <p:txBody>
          <a:bodyPr wrap="square" lIns="91440" tIns="45720" rIns="91440" bIns="45720" anchor="b">
            <a:normAutofit/>
          </a:bodyPr>
          <a:lstStyle>
            <a:lvl1pPr algn="l" defTabSz="914400">
              <a:lnSpc>
                <a:spcPct val="100000"/>
              </a:lnSpc>
              <a:defRPr sz="2400" b="1" i="0" u="none" strike="noStrike" spc="0">
                <a:solidFill>
                  <a:srgbClr val="000000">
                    <a:alpha val="100000"/>
                  </a:srgbClr>
                </a:solidFill>
                <a:latin typeface="Calibri" panose="020F0502020204030204"/>
              </a:defRPr>
            </a:lvl1pPr>
          </a:lstStyle>
          <a:p>
            <a:pPr marL="0" indent="0" algn="l" defTabSz="914400">
              <a:lnSpc>
                <a:spcPct val="100000"/>
              </a:lnSpc>
              <a:spcBef>
                <a:spcPct val="20000"/>
              </a:spcBef>
            </a:pPr>
            <a:r>
              <a:rPr lang="en-US" sz="2400" b="1" i="0" u="none" strike="noStrike">
                <a:solidFill>
                  <a:srgbClr val="000000"/>
                </a:solidFill>
                <a:latin typeface="Calibri" panose="020F0502020204030204"/>
                <a:ea typeface="Calibri" panose="020F0502020204030204"/>
                <a:cs typeface="Calibri" panose="020F0502020204030204"/>
                <a:sym typeface="Calibri" panose="020F0502020204030204"/>
              </a:rPr>
              <a:t>Click to edit Master text styles</a:t>
            </a:r>
            <a:endParaRPr lang="en-US" sz="2400" b="1"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4" name="AutoShape 4"/>
          <p:cNvSpPr>
            <a:spLocks noGrp="1"/>
          </p:cNvSpPr>
          <p:nvPr>
            <p:ph type="body" sz="quarter" idx="29"/>
          </p:nvPr>
        </p:nvSpPr>
        <p:spPr>
          <a:xfrm>
            <a:off x="457200" y="2174875"/>
            <a:ext cx="4040188" cy="3951288"/>
          </a:xfrm>
          <a:prstGeom prst="rect">
            <a:avLst/>
          </a:prstGeom>
          <a:noFill/>
          <a:ln w="12700">
            <a:noFill/>
            <a:prstDash val="solid"/>
          </a:ln>
        </p:spPr>
        <p:txBody>
          <a:bodyPr wrap="square" lIns="91440" tIns="45720" rIns="91440" bIns="45720" anchor="t">
            <a:noAutofit/>
          </a:bodyPr>
          <a:lstStyle>
            <a:lvl1pPr marL="647700" indent="-304800" algn="l" defTabSz="914400">
              <a:lnSpc>
                <a:spcPct val="100000"/>
              </a:lnSpc>
              <a:defRPr sz="2400" b="0" i="0" u="none" strike="noStrike" spc="0">
                <a:solidFill>
                  <a:srgbClr val="000000">
                    <a:alpha val="100000"/>
                  </a:srgbClr>
                </a:solidFill>
                <a:latin typeface="Calibri" panose="020F0502020204030204"/>
              </a:defRPr>
            </a:lvl1pPr>
            <a:lvl2pPr marL="996950" indent="-254000"/>
            <a:lvl3pPr marL="1371600" indent="-228600"/>
            <a:lvl4pPr marL="1803400" indent="-203200"/>
            <a:lvl5pPr marL="2260600" indent="-203200"/>
            <a:lvl6pPr marL="2717800" indent="-203200"/>
            <a:lvl7pPr marL="3175000" indent="-203200"/>
            <a:lvl8pPr marL="3632200" indent="-203200"/>
            <a:lvl9pPr marL="4089400" indent="-203200"/>
          </a:lstStyle>
          <a:p>
            <a:pPr marL="342900" indent="-342900" algn="l" defTabSz="914400">
              <a:lnSpc>
                <a:spcPct val="100000"/>
              </a:lnSpc>
              <a:spcBef>
                <a:spcPct val="20000"/>
              </a:spcBef>
              <a:buClr>
                <a:srgbClr val="000000"/>
              </a:buClr>
              <a:buFont typeface="Arial" panose="020B0604020202020204"/>
              <a:buChar char="•"/>
            </a:pPr>
            <a:r>
              <a:rPr lang="en-US" sz="2400" b="0" i="0" u="none" strike="noStrike">
                <a:solidFill>
                  <a:srgbClr val="000000"/>
                </a:solidFill>
                <a:latin typeface="Calibri" panose="020F0502020204030204"/>
                <a:ea typeface="Calibri" panose="020F0502020204030204"/>
                <a:cs typeface="Calibri" panose="020F0502020204030204"/>
                <a:sym typeface="Calibri" panose="020F0502020204030204"/>
              </a:rPr>
              <a:t>Click to edit Master text styles</a:t>
            </a:r>
            <a:endParaRPr lang="en-US" sz="24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742950" lvl="1" indent="-285750" algn="l" defTabSz="914400">
              <a:lnSpc>
                <a:spcPct val="100000"/>
              </a:lnSpc>
              <a:spcBef>
                <a:spcPct val="20000"/>
              </a:spcBef>
              <a:buClr>
                <a:srgbClr val="000000"/>
              </a:buClr>
              <a:buChar char="–"/>
            </a:pPr>
            <a:r>
              <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rPr>
              <a:t>Second level</a:t>
            </a:r>
            <a:endPar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1143000" lvl="2" indent="-228600" algn="l" defTabSz="914400">
              <a:lnSpc>
                <a:spcPct val="100000"/>
              </a:lnSpc>
              <a:spcBef>
                <a:spcPct val="20000"/>
              </a:spcBef>
              <a:buClr>
                <a:srgbClr val="000000"/>
              </a:buClr>
              <a:buFont typeface="Arial" panose="020B0604020202020204"/>
              <a:buChar cha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Third level</a:t>
            </a:r>
            <a:endPar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1600200" lvl="3" indent="-228600" algn="l" defTabSz="914400">
              <a:lnSpc>
                <a:spcPct val="100000"/>
              </a:lnSpc>
              <a:spcBef>
                <a:spcPct val="20000"/>
              </a:spcBef>
              <a:buClr>
                <a:srgbClr val="000000"/>
              </a:buClr>
              <a:buChar char="–"/>
            </a:pP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Fourth level</a:t>
            </a:r>
            <a:endPar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2057400" lvl="4" indent="-228600" algn="l" defTabSz="914400">
              <a:lnSpc>
                <a:spcPct val="100000"/>
              </a:lnSpc>
              <a:spcBef>
                <a:spcPct val="20000"/>
              </a:spcBef>
              <a:buClr>
                <a:srgbClr val="000000"/>
              </a:buClr>
              <a:buChar char="»"/>
            </a:pP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Fifth level</a:t>
            </a:r>
            <a:endPar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a:spLocks noGrp="1"/>
          </p:cNvSpPr>
          <p:nvPr>
            <p:ph type="body" sz="quarter" idx="30"/>
          </p:nvPr>
        </p:nvSpPr>
        <p:spPr>
          <a:xfrm>
            <a:off x="4645025" y="1535113"/>
            <a:ext cx="4041775" cy="639762"/>
          </a:xfrm>
          <a:prstGeom prst="rect">
            <a:avLst/>
          </a:prstGeom>
          <a:noFill/>
          <a:ln w="12700">
            <a:noFill/>
            <a:prstDash val="solid"/>
          </a:ln>
        </p:spPr>
        <p:txBody>
          <a:bodyPr wrap="square" lIns="91440" tIns="45720" rIns="91440" bIns="45720" anchor="b">
            <a:noAutofit/>
          </a:bodyPr>
          <a:lstStyle>
            <a:lvl1pPr algn="l" defTabSz="914400">
              <a:lnSpc>
                <a:spcPct val="100000"/>
              </a:lnSpc>
              <a:defRPr sz="2400" b="1" i="0" u="none" strike="noStrike" spc="0">
                <a:solidFill>
                  <a:srgbClr val="000000">
                    <a:alpha val="100000"/>
                  </a:srgbClr>
                </a:solidFill>
                <a:latin typeface="Calibri" panose="020F0502020204030204"/>
              </a:defRPr>
            </a:lvl1pPr>
          </a:lstStyle>
          <a:p>
            <a:pPr marL="0" indent="0" algn="l" defTabSz="914400">
              <a:lnSpc>
                <a:spcPct val="100000"/>
              </a:lnSpc>
              <a:spcBef>
                <a:spcPct val="20000"/>
              </a:spcBef>
            </a:pPr>
            <a:r>
              <a:rPr lang="en-US" sz="2400" b="1" i="0" u="none" strike="noStrike">
                <a:solidFill>
                  <a:srgbClr val="000000"/>
                </a:solidFill>
                <a:latin typeface="Calibri" panose="020F0502020204030204"/>
                <a:ea typeface="Calibri" panose="020F0502020204030204"/>
                <a:cs typeface="Calibri" panose="020F0502020204030204"/>
                <a:sym typeface="Calibri" panose="020F0502020204030204"/>
              </a:rPr>
              <a:t>Click to edit Master text styles</a:t>
            </a:r>
            <a:endParaRPr lang="en-US" sz="2400" b="1"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AutoShape 6"/>
          <p:cNvSpPr>
            <a:spLocks noGrp="1"/>
          </p:cNvSpPr>
          <p:nvPr>
            <p:ph type="body" sz="quarter" idx="31"/>
          </p:nvPr>
        </p:nvSpPr>
        <p:spPr>
          <a:xfrm>
            <a:off x="4645025" y="2174875"/>
            <a:ext cx="4041775" cy="3951288"/>
          </a:xfrm>
          <a:prstGeom prst="rect">
            <a:avLst/>
          </a:prstGeom>
          <a:noFill/>
          <a:ln w="12700">
            <a:noFill/>
            <a:prstDash val="solid"/>
          </a:ln>
        </p:spPr>
        <p:txBody>
          <a:bodyPr wrap="square" lIns="91440" tIns="45720" rIns="91440" bIns="45720" anchor="t">
            <a:noAutofit/>
          </a:bodyPr>
          <a:lstStyle>
            <a:lvl1pPr marL="647700" indent="-304800" algn="l" defTabSz="914400">
              <a:lnSpc>
                <a:spcPct val="100000"/>
              </a:lnSpc>
              <a:defRPr sz="2400" b="0" i="0" u="none" strike="noStrike" spc="0">
                <a:solidFill>
                  <a:srgbClr val="000000">
                    <a:alpha val="100000"/>
                  </a:srgbClr>
                </a:solidFill>
                <a:latin typeface="Calibri" panose="020F0502020204030204"/>
              </a:defRPr>
            </a:lvl1pPr>
            <a:lvl2pPr marL="996950" indent="-254000"/>
            <a:lvl3pPr marL="1371600" indent="-228600"/>
            <a:lvl4pPr marL="1803400" indent="-203200"/>
            <a:lvl5pPr marL="2260600" indent="-203200"/>
            <a:lvl6pPr marL="2717800" indent="-203200"/>
            <a:lvl7pPr marL="3175000" indent="-203200"/>
            <a:lvl8pPr marL="3632200" indent="-203200"/>
            <a:lvl9pPr marL="4089400" indent="-203200"/>
          </a:lstStyle>
          <a:p>
            <a:pPr marL="342900" indent="-342900" algn="l" defTabSz="914400">
              <a:lnSpc>
                <a:spcPct val="100000"/>
              </a:lnSpc>
              <a:spcBef>
                <a:spcPct val="20000"/>
              </a:spcBef>
              <a:buClr>
                <a:srgbClr val="000000"/>
              </a:buClr>
              <a:buFont typeface="Arial" panose="020B0604020202020204"/>
              <a:buChar char="•"/>
            </a:pPr>
            <a:r>
              <a:rPr lang="en-US" sz="2400" b="0" i="0" u="none" strike="noStrike">
                <a:solidFill>
                  <a:srgbClr val="000000"/>
                </a:solidFill>
                <a:latin typeface="Calibri" panose="020F0502020204030204"/>
                <a:ea typeface="Calibri" panose="020F0502020204030204"/>
                <a:cs typeface="Calibri" panose="020F0502020204030204"/>
                <a:sym typeface="Calibri" panose="020F0502020204030204"/>
              </a:rPr>
              <a:t>Click to edit Master text styles</a:t>
            </a:r>
            <a:endParaRPr lang="en-US" sz="24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742950" lvl="1" indent="-285750" algn="l" defTabSz="914400">
              <a:lnSpc>
                <a:spcPct val="100000"/>
              </a:lnSpc>
              <a:spcBef>
                <a:spcPct val="20000"/>
              </a:spcBef>
              <a:buClr>
                <a:srgbClr val="000000"/>
              </a:buClr>
              <a:buChar char="–"/>
            </a:pPr>
            <a:r>
              <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rPr>
              <a:t>Second level</a:t>
            </a:r>
            <a:endPar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1143000" lvl="2" indent="-228600" algn="l" defTabSz="914400">
              <a:lnSpc>
                <a:spcPct val="100000"/>
              </a:lnSpc>
              <a:spcBef>
                <a:spcPct val="20000"/>
              </a:spcBef>
              <a:buClr>
                <a:srgbClr val="000000"/>
              </a:buClr>
              <a:buFont typeface="Arial" panose="020B0604020202020204"/>
              <a:buChar char="•"/>
            </a:pPr>
            <a:r>
              <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rPr>
              <a:t>Third level</a:t>
            </a:r>
            <a:endParaRPr lang="en-US" sz="18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1600200" lvl="3" indent="-228600" algn="l" defTabSz="914400">
              <a:lnSpc>
                <a:spcPct val="100000"/>
              </a:lnSpc>
              <a:spcBef>
                <a:spcPct val="20000"/>
              </a:spcBef>
              <a:buClr>
                <a:srgbClr val="000000"/>
              </a:buClr>
              <a:buChar char="–"/>
            </a:pP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Fourth level</a:t>
            </a:r>
            <a:endPar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2057400" lvl="4" indent="-228600" algn="l" defTabSz="914400">
              <a:lnSpc>
                <a:spcPct val="100000"/>
              </a:lnSpc>
              <a:spcBef>
                <a:spcPct val="20000"/>
              </a:spcBef>
              <a:buClr>
                <a:srgbClr val="000000"/>
              </a:buClr>
              <a:buChar char="»"/>
            </a:pPr>
            <a:r>
              <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rPr>
              <a:t>Fifth level</a:t>
            </a:r>
            <a:endParaRPr lang="en-US" sz="16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7" name="AutoShape 7"/>
          <p:cNvSpPr>
            <a:spLocks noGrp="1"/>
          </p:cNvSpPr>
          <p:nvPr>
            <p:ph type="body" sz="quarter" idx="32" hasCustomPrompt="1"/>
          </p:nvPr>
        </p:nvSpPr>
        <p:spPr>
          <a:xfrm>
            <a:off x="457200" y="6356350"/>
            <a:ext cx="2133600" cy="365125"/>
          </a:xfrm>
          <a:prstGeom prst="rect">
            <a:avLst/>
          </a:prstGeom>
          <a:noFill/>
          <a:ln w="12700">
            <a:noFill/>
            <a:prstDash val="solid"/>
          </a:ln>
        </p:spPr>
        <p:txBody>
          <a:bodyPr wrap="square" lIns="91440" tIns="45720" rIns="91440" bIns="45720" anchor="ctr">
            <a:noAutofit/>
          </a:bodyPr>
          <a:lstStyle>
            <a:lvl1pPr algn="l" defTabSz="914400">
              <a:lnSpc>
                <a:spcPct val="100000"/>
              </a:lnSpc>
              <a:defRPr sz="1200" b="0" i="0" u="none" strike="noStrike" spc="0">
                <a:solidFill>
                  <a:srgbClr val="898989">
                    <a:alpha val="100000"/>
                  </a:srgbClr>
                </a:solidFill>
                <a:latin typeface="Calibri" panose="020F0502020204030204"/>
              </a:defRPr>
            </a:lvl1pPr>
          </a:lstStyle>
          <a:p>
            <a:pPr marL="0" indent="0" algn="l" defTabSz="914400">
              <a:lnSpc>
                <a:spcPct val="100000"/>
              </a:lnSpc>
            </a:pPr>
            <a:fld id="{3F600956-7568-4791-9EE6-F2B28445DE94}" type="datetime1">
              <a:rPr sz="1200" b="0" i="0" u="none" strike="noStrike">
                <a:solidFill>
                  <a:srgbClr val="898989"/>
                </a:solidFill>
                <a:latin typeface="Calibri" panose="020F0502020204030204"/>
                <a:ea typeface="Calibri" panose="020F0502020204030204"/>
                <a:cs typeface="Calibri" panose="020F0502020204030204"/>
                <a:sym typeface="Calibri" panose="020F0502020204030204"/>
              </a:rPr>
            </a:fld>
            <a:endParaRPr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8" name="AutoShape 8"/>
          <p:cNvSpPr>
            <a:spLocks noGrp="1"/>
          </p:cNvSpPr>
          <p:nvPr>
            <p:ph type="body" sz="quarter" idx="33" hasCustomPrompt="1"/>
          </p:nvPr>
        </p:nvSpPr>
        <p:spPr>
          <a:xfrm>
            <a:off x="3124200" y="6356350"/>
            <a:ext cx="2895600" cy="365125"/>
          </a:xfrm>
          <a:prstGeom prst="rect">
            <a:avLst/>
          </a:prstGeom>
          <a:noFill/>
          <a:ln w="12700">
            <a:noFill/>
            <a:prstDash val="solid"/>
          </a:ln>
        </p:spPr>
        <p:txBody>
          <a:bodyPr vert="horz" wrap="square" lIns="91440" tIns="45720" rIns="91440" bIns="45720" anchor="ctr">
            <a:noAutofit/>
          </a:bodyPr>
          <a:lstStyle>
            <a:lvl1pPr algn="ctr" defTabSz="914400">
              <a:lnSpc>
                <a:spcPct val="100000"/>
              </a:lnSpc>
              <a:defRPr sz="1200" b="0" i="0" u="none" strike="noStrike" spc="0">
                <a:solidFill>
                  <a:srgbClr val="1F2329">
                    <a:alpha val="100000"/>
                  </a:srgbClr>
                </a:solidFill>
                <a:latin typeface="Noto Sans SC" panose="020B0200000000000000" charset="-122"/>
              </a:defRPr>
            </a:lvl1pPr>
          </a:lstStyle>
          <a:p>
            <a:pPr marL="0" indent="0" algn="ctr" defTabSz="914400">
              <a:lnSpc>
                <a:spcPct val="100000"/>
              </a:lnSpc>
            </a:pPr>
            <a:r>
              <a:rPr lang="en-US" sz="1200" b="0" i="0" u="none" strike="noStrike">
                <a:solidFill>
                  <a:srgbClr val="898989"/>
                </a:solidFill>
                <a:latin typeface="Calibri" panose="020F0502020204030204"/>
                <a:ea typeface="Calibri" panose="020F0502020204030204"/>
                <a:cs typeface="Calibri" panose="020F0502020204030204"/>
                <a:sym typeface="Calibri" panose="020F0502020204030204"/>
              </a:rPr>
              <a:t>Footer</a:t>
            </a:r>
            <a:endParaRPr lang="en-US"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9" name="AutoShape 9"/>
          <p:cNvSpPr>
            <a:spLocks noGrp="1"/>
          </p:cNvSpPr>
          <p:nvPr>
            <p:ph type="body" sz="quarter" idx="34" hasCustomPrompt="1"/>
          </p:nvPr>
        </p:nvSpPr>
        <p:spPr>
          <a:xfrm>
            <a:off x="6553200" y="6356350"/>
            <a:ext cx="2133600" cy="365125"/>
          </a:xfrm>
          <a:prstGeom prst="rect">
            <a:avLst/>
          </a:prstGeom>
          <a:noFill/>
          <a:ln w="12700">
            <a:noFill/>
            <a:prstDash val="solid"/>
          </a:ln>
        </p:spPr>
        <p:txBody>
          <a:bodyPr wrap="square" lIns="91440" tIns="45720" rIns="91440" bIns="45720" anchor="ctr">
            <a:noAutofit/>
          </a:bodyPr>
          <a:lstStyle>
            <a:lvl1pPr algn="r" defTabSz="914400">
              <a:lnSpc>
                <a:spcPct val="100000"/>
              </a:lnSpc>
              <a:defRPr sz="1200" b="0" i="0" u="none" strike="noStrike" spc="0">
                <a:solidFill>
                  <a:srgbClr val="898989">
                    <a:alpha val="100000"/>
                  </a:srgbClr>
                </a:solidFill>
                <a:latin typeface="Calibri" panose="020F0502020204030204"/>
              </a:defRPr>
            </a:lvl1pPr>
          </a:lstStyle>
          <a:p>
            <a:pPr marL="0" indent="0" algn="r" defTabSz="914400">
              <a:lnSpc>
                <a:spcPct val="100000"/>
              </a:lnSpc>
            </a:pPr>
            <a:fld id="{42E55089-64C4-4D40-9068-D48C7E740A6F}" type="slidenum">
              <a:rPr sz="1200" b="0" i="0" u="none" strike="noStrike">
                <a:solidFill>
                  <a:srgbClr val="898989"/>
                </a:solidFill>
                <a:latin typeface="Calibri" panose="020F0502020204030204"/>
                <a:ea typeface="Calibri" panose="020F0502020204030204"/>
                <a:cs typeface="Calibri" panose="020F0502020204030204"/>
                <a:sym typeface="Calibri" panose="020F0502020204030204"/>
              </a:rPr>
            </a:fld>
            <a:endParaRPr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 Only">
    <p:spTree>
      <p:nvGrpSpPr>
        <p:cNvPr id="1" name=""/>
        <p:cNvGrpSpPr/>
        <p:nvPr/>
      </p:nvGrpSpPr>
      <p:grpSpPr>
        <a:xfrm>
          <a:off x="0" y="0"/>
          <a:ext cx="0" cy="0"/>
          <a:chOff x="0" y="0"/>
          <a:chExt cx="0" cy="0"/>
        </a:xfrm>
      </p:grpSpPr>
      <p:sp>
        <p:nvSpPr>
          <p:cNvPr id="2" name="AutoShape 2"/>
          <p:cNvSpPr>
            <a:spLocks noGrp="1"/>
          </p:cNvSpPr>
          <p:nvPr>
            <p:ph type="body" sz="quarter" idx="35" hasCustomPrompt="1"/>
          </p:nvPr>
        </p:nvSpPr>
        <p:spPr>
          <a:xfrm>
            <a:off x="457200" y="274638"/>
            <a:ext cx="8229600" cy="1143000"/>
          </a:xfrm>
          <a:prstGeom prst="rect">
            <a:avLst/>
          </a:prstGeom>
          <a:noFill/>
          <a:ln w="12700">
            <a:noFill/>
            <a:prstDash val="solid"/>
          </a:ln>
        </p:spPr>
        <p:txBody>
          <a:bodyPr wrap="square" lIns="91440" tIns="45720" rIns="91440" bIns="45720" anchor="ctr">
            <a:normAutofit/>
          </a:bodyPr>
          <a:lstStyle>
            <a:lvl1pPr algn="ctr" defTabSz="914400">
              <a:lnSpc>
                <a:spcPct val="100000"/>
              </a:lnSpc>
              <a:defRPr sz="4400" b="0" i="0" u="none" strike="noStrike" spc="0">
                <a:solidFill>
                  <a:srgbClr val="000000">
                    <a:alpha val="100000"/>
                  </a:srgbClr>
                </a:solidFill>
                <a:latin typeface="Calibri" panose="020F0502020204030204"/>
              </a:defRPr>
            </a:lvl1pPr>
          </a:lstStyle>
          <a:p>
            <a:pPr marL="0" indent="0" algn="ctr" defTabSz="914400">
              <a:lnSpc>
                <a:spcPct val="100000"/>
              </a:lnSpc>
            </a:pPr>
            <a:r>
              <a:rPr lang="en-US" sz="4400" b="0" i="0" u="none" strike="noStrike">
                <a:solidFill>
                  <a:srgbClr val="000000"/>
                </a:solidFill>
                <a:latin typeface="Calibri" panose="020F0502020204030204"/>
                <a:ea typeface="Calibri" panose="020F0502020204030204"/>
                <a:cs typeface="Calibri" panose="020F0502020204030204"/>
                <a:sym typeface="Calibri" panose="020F0502020204030204"/>
              </a:rPr>
              <a:t>Click to edit Master title style</a:t>
            </a:r>
            <a:endParaRPr lang="en-US" sz="44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36" hasCustomPrompt="1"/>
          </p:nvPr>
        </p:nvSpPr>
        <p:spPr>
          <a:xfrm>
            <a:off x="457200" y="6356350"/>
            <a:ext cx="2133600" cy="365125"/>
          </a:xfrm>
          <a:prstGeom prst="rect">
            <a:avLst/>
          </a:prstGeom>
          <a:noFill/>
          <a:ln w="12700">
            <a:noFill/>
            <a:prstDash val="solid"/>
          </a:ln>
        </p:spPr>
        <p:txBody>
          <a:bodyPr wrap="square" lIns="91440" tIns="45720" rIns="91440" bIns="45720" anchor="ctr">
            <a:noAutofit/>
          </a:bodyPr>
          <a:lstStyle>
            <a:lvl1pPr algn="l" defTabSz="914400">
              <a:lnSpc>
                <a:spcPct val="100000"/>
              </a:lnSpc>
              <a:defRPr sz="1200" b="0" i="0" u="none" strike="noStrike" spc="0">
                <a:solidFill>
                  <a:srgbClr val="898989">
                    <a:alpha val="100000"/>
                  </a:srgbClr>
                </a:solidFill>
                <a:latin typeface="Calibri" panose="020F0502020204030204"/>
              </a:defRPr>
            </a:lvl1pPr>
          </a:lstStyle>
          <a:p>
            <a:pPr marL="0" indent="0" algn="l" defTabSz="914400">
              <a:lnSpc>
                <a:spcPct val="100000"/>
              </a:lnSpc>
            </a:pPr>
            <a:fld id="{AC462499-E5FD-4393-8BA1-CE730FC591CF}" type="datetime1">
              <a:rPr sz="1200" b="0" i="0" u="none" strike="noStrike">
                <a:solidFill>
                  <a:srgbClr val="898989"/>
                </a:solidFill>
                <a:latin typeface="Calibri" panose="020F0502020204030204"/>
                <a:ea typeface="Calibri" panose="020F0502020204030204"/>
                <a:cs typeface="Calibri" panose="020F0502020204030204"/>
                <a:sym typeface="Calibri" panose="020F0502020204030204"/>
              </a:rPr>
            </a:fld>
            <a:endParaRPr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4" name="AutoShape 4"/>
          <p:cNvSpPr>
            <a:spLocks noGrp="1"/>
          </p:cNvSpPr>
          <p:nvPr>
            <p:ph type="body" sz="quarter" idx="37" hasCustomPrompt="1"/>
          </p:nvPr>
        </p:nvSpPr>
        <p:spPr>
          <a:xfrm>
            <a:off x="3124200" y="6356350"/>
            <a:ext cx="2895600" cy="365125"/>
          </a:xfrm>
          <a:prstGeom prst="rect">
            <a:avLst/>
          </a:prstGeom>
          <a:noFill/>
          <a:ln w="12700">
            <a:noFill/>
            <a:prstDash val="solid"/>
          </a:ln>
        </p:spPr>
        <p:txBody>
          <a:bodyPr vert="horz" wrap="square" lIns="91440" tIns="45720" rIns="91440" bIns="45720" anchor="ctr">
            <a:noAutofit/>
          </a:bodyPr>
          <a:lstStyle>
            <a:lvl1pPr algn="ctr" defTabSz="914400">
              <a:lnSpc>
                <a:spcPct val="100000"/>
              </a:lnSpc>
              <a:defRPr sz="1200" b="0" i="0" u="none" strike="noStrike" spc="0">
                <a:solidFill>
                  <a:srgbClr val="1F2329">
                    <a:alpha val="100000"/>
                  </a:srgbClr>
                </a:solidFill>
                <a:latin typeface="Noto Sans SC" panose="020B0200000000000000" charset="-122"/>
              </a:defRPr>
            </a:lvl1pPr>
          </a:lstStyle>
          <a:p>
            <a:pPr marL="0" indent="0" algn="ctr" defTabSz="914400">
              <a:lnSpc>
                <a:spcPct val="100000"/>
              </a:lnSpc>
            </a:pPr>
            <a:r>
              <a:rPr lang="en-US" sz="1200" b="0" i="0" u="none" strike="noStrike">
                <a:solidFill>
                  <a:srgbClr val="898989"/>
                </a:solidFill>
                <a:latin typeface="Calibri" panose="020F0502020204030204"/>
                <a:ea typeface="Calibri" panose="020F0502020204030204"/>
                <a:cs typeface="Calibri" panose="020F0502020204030204"/>
                <a:sym typeface="Calibri" panose="020F0502020204030204"/>
              </a:rPr>
              <a:t>Footer</a:t>
            </a:r>
            <a:endParaRPr lang="en-US"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5" name="AutoShape 5"/>
          <p:cNvSpPr txBox="1"/>
          <p:nvPr/>
        </p:nvSpPr>
        <p:spPr>
          <a:xfrm>
            <a:off x="15544800" y="9563100"/>
            <a:ext cx="2133600" cy="441325"/>
          </a:xfrm>
          <a:prstGeom prst="rect">
            <a:avLst/>
          </a:prstGeom>
          <a:noFill/>
          <a:ln w="12700">
            <a:noFill/>
            <a:prstDash val="solid"/>
          </a:ln>
        </p:spPr>
        <p:txBody>
          <a:bodyPr vert="horz" wrap="square" lIns="91440" tIns="45720" rIns="91440" bIns="45720" rtlCol="0" anchor="ctr">
            <a:noAutofit/>
          </a:bodyPr>
          <a:lstStyle/>
          <a:p>
            <a:pPr marL="0" indent="0" algn="r" defTabSz="914400">
              <a:lnSpc>
                <a:spcPct val="100000"/>
              </a:lnSpc>
              <a:defRPr/>
            </a:pPr>
            <a:fld id="{BDFDF9B7-C906-4DD4-9E7A-6739056343B6}" type="slidenum">
              <a:rPr sz="1400" b="0" i="0" u="none" strike="noStrike">
                <a:solidFill>
                  <a:srgbClr val="FFC000"/>
                </a:solidFill>
                <a:latin typeface="Calibri" panose="020F0502020204030204"/>
                <a:ea typeface="Calibri" panose="020F0502020204030204"/>
                <a:cs typeface="Calibri" panose="020F0502020204030204"/>
                <a:sym typeface="Calibri" panose="020F0502020204030204"/>
              </a:rPr>
            </a:fld>
            <a:endParaRPr lang="en-US" sz="110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Blank">
    <p:spTree>
      <p:nvGrpSpPr>
        <p:cNvPr id="1" name=""/>
        <p:cNvGrpSpPr/>
        <p:nvPr/>
      </p:nvGrpSpPr>
      <p:grpSpPr>
        <a:xfrm>
          <a:off x="0" y="0"/>
          <a:ext cx="0" cy="0"/>
          <a:chOff x="0" y="0"/>
          <a:chExt cx="0" cy="0"/>
        </a:xfrm>
      </p:grpSpPr>
      <p:sp>
        <p:nvSpPr>
          <p:cNvPr id="2" name="AutoShape 2"/>
          <p:cNvSpPr>
            <a:spLocks noGrp="1"/>
          </p:cNvSpPr>
          <p:nvPr>
            <p:ph type="body" sz="quarter" idx="38" hasCustomPrompt="1"/>
          </p:nvPr>
        </p:nvSpPr>
        <p:spPr>
          <a:xfrm>
            <a:off x="457200" y="6356350"/>
            <a:ext cx="2133600" cy="365125"/>
          </a:xfrm>
          <a:prstGeom prst="rect">
            <a:avLst/>
          </a:prstGeom>
          <a:noFill/>
          <a:ln w="12700">
            <a:noFill/>
            <a:prstDash val="solid"/>
          </a:ln>
        </p:spPr>
        <p:txBody>
          <a:bodyPr wrap="square" lIns="91440" tIns="45720" rIns="91440" bIns="45720" anchor="ctr">
            <a:noAutofit/>
          </a:bodyPr>
          <a:lstStyle>
            <a:lvl1pPr algn="l" defTabSz="914400">
              <a:lnSpc>
                <a:spcPct val="100000"/>
              </a:lnSpc>
              <a:defRPr sz="1200" b="0" i="0" u="none" strike="noStrike" spc="0">
                <a:solidFill>
                  <a:srgbClr val="898989">
                    <a:alpha val="100000"/>
                  </a:srgbClr>
                </a:solidFill>
                <a:latin typeface="Calibri" panose="020F0502020204030204"/>
              </a:defRPr>
            </a:lvl1pPr>
          </a:lstStyle>
          <a:p>
            <a:pPr marL="0" indent="0" algn="l" defTabSz="914400">
              <a:lnSpc>
                <a:spcPct val="100000"/>
              </a:lnSpc>
            </a:pPr>
            <a:fld id="{5E689F98-6AB1-4CD6-AB49-F5B959E57681}" type="datetime1">
              <a:rPr sz="1200" b="0" i="0" u="none" strike="noStrike">
                <a:solidFill>
                  <a:srgbClr val="898989"/>
                </a:solidFill>
                <a:latin typeface="Calibri" panose="020F0502020204030204"/>
                <a:ea typeface="Calibri" panose="020F0502020204030204"/>
                <a:cs typeface="Calibri" panose="020F0502020204030204"/>
                <a:sym typeface="Calibri" panose="020F0502020204030204"/>
              </a:rPr>
            </a:fld>
            <a:endParaRPr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39" hasCustomPrompt="1"/>
          </p:nvPr>
        </p:nvSpPr>
        <p:spPr>
          <a:xfrm>
            <a:off x="3124200" y="6356350"/>
            <a:ext cx="2895600" cy="365125"/>
          </a:xfrm>
          <a:prstGeom prst="rect">
            <a:avLst/>
          </a:prstGeom>
          <a:noFill/>
          <a:ln w="12700">
            <a:noFill/>
            <a:prstDash val="solid"/>
          </a:ln>
        </p:spPr>
        <p:txBody>
          <a:bodyPr vert="horz" wrap="square" lIns="91440" tIns="45720" rIns="91440" bIns="45720" anchor="ctr">
            <a:noAutofit/>
          </a:bodyPr>
          <a:lstStyle>
            <a:lvl1pPr algn="ctr" defTabSz="914400">
              <a:lnSpc>
                <a:spcPct val="100000"/>
              </a:lnSpc>
              <a:defRPr sz="1200" b="0" i="0" u="none" strike="noStrike" spc="0">
                <a:solidFill>
                  <a:srgbClr val="1F2329">
                    <a:alpha val="100000"/>
                  </a:srgbClr>
                </a:solidFill>
                <a:latin typeface="Noto Sans SC" panose="020B0200000000000000" charset="-122"/>
              </a:defRPr>
            </a:lvl1pPr>
          </a:lstStyle>
          <a:p>
            <a:pPr marL="0" indent="0" algn="ctr" defTabSz="914400">
              <a:lnSpc>
                <a:spcPct val="100000"/>
              </a:lnSpc>
            </a:pPr>
            <a:r>
              <a:rPr lang="en-US" sz="1200" b="0" i="0" u="none" strike="noStrike">
                <a:solidFill>
                  <a:srgbClr val="898989"/>
                </a:solidFill>
                <a:latin typeface="Calibri" panose="020F0502020204030204"/>
                <a:ea typeface="Calibri" panose="020F0502020204030204"/>
                <a:cs typeface="Calibri" panose="020F0502020204030204"/>
                <a:sym typeface="Calibri" panose="020F0502020204030204"/>
              </a:rPr>
              <a:t>Footer</a:t>
            </a:r>
            <a:endParaRPr lang="en-US"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4" name="AutoShape 4"/>
          <p:cNvSpPr>
            <a:spLocks noGrp="1"/>
          </p:cNvSpPr>
          <p:nvPr>
            <p:ph type="body" sz="quarter" idx="40" hasCustomPrompt="1"/>
          </p:nvPr>
        </p:nvSpPr>
        <p:spPr>
          <a:xfrm>
            <a:off x="15544800" y="9410700"/>
            <a:ext cx="2133600" cy="441325"/>
          </a:xfrm>
          <a:prstGeom prst="rect">
            <a:avLst/>
          </a:prstGeom>
          <a:noFill/>
          <a:ln w="12700">
            <a:noFill/>
            <a:prstDash val="solid"/>
          </a:ln>
        </p:spPr>
        <p:txBody>
          <a:bodyPr wrap="square" lIns="91440" tIns="45720" rIns="91440" bIns="45720" anchor="ctr">
            <a:noAutofit/>
          </a:bodyPr>
          <a:lstStyle>
            <a:lvl1pPr algn="r" defTabSz="914400">
              <a:lnSpc>
                <a:spcPct val="100000"/>
              </a:lnSpc>
              <a:defRPr sz="1400" b="0" i="0" u="none" strike="noStrike" spc="0">
                <a:solidFill>
                  <a:srgbClr val="FFC000">
                    <a:alpha val="100000"/>
                  </a:srgbClr>
                </a:solidFill>
                <a:latin typeface="Calibri" panose="020F0502020204030204"/>
              </a:defRPr>
            </a:lvl1pPr>
          </a:lstStyle>
          <a:p>
            <a:pPr marL="0" indent="0" algn="r" defTabSz="914400">
              <a:lnSpc>
                <a:spcPct val="100000"/>
              </a:lnSpc>
            </a:pPr>
            <a:fld id="{B5B91B9E-987B-4533-A981-76AC36FB5966}" type="slidenum">
              <a:rPr sz="1400" b="0" i="0" u="none" strike="noStrike">
                <a:solidFill>
                  <a:srgbClr val="FFC000"/>
                </a:solidFill>
                <a:latin typeface="Calibri" panose="020F0502020204030204"/>
                <a:ea typeface="Calibri" panose="020F0502020204030204"/>
                <a:cs typeface="Calibri" panose="020F0502020204030204"/>
                <a:sym typeface="Calibri" panose="020F0502020204030204"/>
              </a:rPr>
            </a:fld>
            <a:endParaRPr sz="1400" b="0" i="0" u="none" strike="noStrike">
              <a:solidFill>
                <a:srgbClr val="FFC00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Content with Caption">
    <p:spTree>
      <p:nvGrpSpPr>
        <p:cNvPr id="1" name=""/>
        <p:cNvGrpSpPr/>
        <p:nvPr/>
      </p:nvGrpSpPr>
      <p:grpSpPr>
        <a:xfrm>
          <a:off x="0" y="0"/>
          <a:ext cx="0" cy="0"/>
          <a:chOff x="0" y="0"/>
          <a:chExt cx="0" cy="0"/>
        </a:xfrm>
      </p:grpSpPr>
      <p:sp>
        <p:nvSpPr>
          <p:cNvPr id="2" name="AutoShape 2"/>
          <p:cNvSpPr>
            <a:spLocks noGrp="1"/>
          </p:cNvSpPr>
          <p:nvPr>
            <p:ph type="body" sz="quarter" idx="41" hasCustomPrompt="1"/>
          </p:nvPr>
        </p:nvSpPr>
        <p:spPr>
          <a:xfrm>
            <a:off x="457200" y="273050"/>
            <a:ext cx="3008313" cy="1162050"/>
          </a:xfrm>
          <a:prstGeom prst="rect">
            <a:avLst/>
          </a:prstGeom>
          <a:noFill/>
          <a:ln w="12700">
            <a:noFill/>
            <a:prstDash val="solid"/>
          </a:ln>
        </p:spPr>
        <p:txBody>
          <a:bodyPr wrap="square" lIns="91440" tIns="45720" rIns="91440" bIns="45720" anchor="b">
            <a:normAutofit/>
          </a:bodyPr>
          <a:lstStyle>
            <a:lvl1pPr algn="l" defTabSz="914400">
              <a:lnSpc>
                <a:spcPct val="100000"/>
              </a:lnSpc>
              <a:defRPr sz="2000" b="1" i="0" u="none" strike="noStrike" spc="0">
                <a:solidFill>
                  <a:srgbClr val="000000">
                    <a:alpha val="100000"/>
                  </a:srgbClr>
                </a:solidFill>
                <a:latin typeface="Calibri" panose="020F0502020204030204"/>
              </a:defRPr>
            </a:lvl1pPr>
          </a:lstStyle>
          <a:p>
            <a:pPr marL="0" indent="0" algn="l" defTabSz="914400">
              <a:lnSpc>
                <a:spcPct val="100000"/>
              </a:lnSpc>
            </a:pPr>
            <a:r>
              <a:rPr lang="en-US" sz="2000" b="1" i="0" u="none" strike="noStrike">
                <a:solidFill>
                  <a:srgbClr val="000000"/>
                </a:solidFill>
                <a:latin typeface="Calibri" panose="020F0502020204030204"/>
                <a:ea typeface="Calibri" panose="020F0502020204030204"/>
                <a:cs typeface="Calibri" panose="020F0502020204030204"/>
                <a:sym typeface="Calibri" panose="020F0502020204030204"/>
              </a:rPr>
              <a:t>Click to edit Master title style</a:t>
            </a:r>
            <a:endParaRPr lang="en-US" sz="2000" b="1"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42"/>
          </p:nvPr>
        </p:nvSpPr>
        <p:spPr>
          <a:xfrm>
            <a:off x="3575050" y="273050"/>
            <a:ext cx="5111750" cy="5853113"/>
          </a:xfrm>
          <a:prstGeom prst="rect">
            <a:avLst/>
          </a:prstGeom>
          <a:noFill/>
          <a:ln w="12700">
            <a:noFill/>
            <a:prstDash val="solid"/>
          </a:ln>
        </p:spPr>
        <p:txBody>
          <a:bodyPr wrap="square" lIns="91440" tIns="45720" rIns="91440" bIns="45720" anchor="t">
            <a:normAutofit/>
          </a:bodyPr>
          <a:lstStyle>
            <a:lvl1pPr marL="749300" indent="-406400" algn="l" defTabSz="914400">
              <a:lnSpc>
                <a:spcPct val="100000"/>
              </a:lnSpc>
              <a:defRPr sz="3200" b="0" i="0" u="none" strike="noStrike" spc="0">
                <a:solidFill>
                  <a:srgbClr val="000000">
                    <a:alpha val="100000"/>
                  </a:srgbClr>
                </a:solidFill>
                <a:latin typeface="Calibri" panose="020F0502020204030204"/>
              </a:defRPr>
            </a:lvl1pPr>
            <a:lvl2pPr marL="1098550" indent="-355600"/>
            <a:lvl3pPr marL="1447800" indent="-304800"/>
            <a:lvl4pPr marL="1854200" indent="-254000"/>
            <a:lvl5pPr marL="2311400" indent="-254000"/>
            <a:lvl6pPr marL="2768600" indent="-254000"/>
            <a:lvl7pPr marL="3225800" indent="-254000"/>
            <a:lvl8pPr marL="3683000" indent="-254000"/>
            <a:lvl9pPr marL="4140200" indent="-254000"/>
          </a:lstStyle>
          <a:p>
            <a:pPr marL="342900" indent="-342900" algn="l" defTabSz="914400">
              <a:lnSpc>
                <a:spcPct val="100000"/>
              </a:lnSpc>
              <a:spcBef>
                <a:spcPct val="20000"/>
              </a:spcBef>
              <a:buClr>
                <a:srgbClr val="000000"/>
              </a:buClr>
              <a:buFont typeface="Arial" panose="020B0604020202020204"/>
              <a:buChar char="•"/>
            </a:pPr>
            <a:r>
              <a:rPr lang="en-US" sz="3200" b="0" i="0" u="none" strike="noStrike">
                <a:solidFill>
                  <a:srgbClr val="000000"/>
                </a:solidFill>
                <a:latin typeface="Calibri" panose="020F0502020204030204"/>
                <a:ea typeface="Calibri" panose="020F0502020204030204"/>
                <a:cs typeface="Calibri" panose="020F0502020204030204"/>
                <a:sym typeface="Calibri" panose="020F0502020204030204"/>
              </a:rPr>
              <a:t>Click to edit Master text styles</a:t>
            </a:r>
            <a:endParaRPr lang="en-US" sz="3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742950" lvl="1" indent="-285750" algn="l" defTabSz="914400">
              <a:lnSpc>
                <a:spcPct val="100000"/>
              </a:lnSpc>
              <a:spcBef>
                <a:spcPct val="20000"/>
              </a:spcBef>
              <a:buClr>
                <a:srgbClr val="000000"/>
              </a:buClr>
              <a:buChar char="–"/>
            </a:pPr>
            <a:r>
              <a:rPr lang="en-US" sz="2800" b="0" i="0" u="none" strike="noStrike">
                <a:solidFill>
                  <a:srgbClr val="000000"/>
                </a:solidFill>
                <a:latin typeface="Calibri" panose="020F0502020204030204"/>
                <a:ea typeface="Calibri" panose="020F0502020204030204"/>
                <a:cs typeface="Calibri" panose="020F0502020204030204"/>
                <a:sym typeface="Calibri" panose="020F0502020204030204"/>
              </a:rPr>
              <a:t>Second level</a:t>
            </a:r>
            <a:endParaRPr lang="en-US" sz="28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1143000" lvl="2" indent="-228600" algn="l" defTabSz="914400">
              <a:lnSpc>
                <a:spcPct val="100000"/>
              </a:lnSpc>
              <a:spcBef>
                <a:spcPct val="20000"/>
              </a:spcBef>
              <a:buClr>
                <a:srgbClr val="000000"/>
              </a:buClr>
              <a:buFont typeface="Arial" panose="020B0604020202020204"/>
              <a:buChar char="•"/>
            </a:pPr>
            <a:r>
              <a:rPr lang="en-US" sz="2400" b="0" i="0" u="none" strike="noStrike">
                <a:solidFill>
                  <a:srgbClr val="000000"/>
                </a:solidFill>
                <a:latin typeface="Calibri" panose="020F0502020204030204"/>
                <a:ea typeface="Calibri" panose="020F0502020204030204"/>
                <a:cs typeface="Calibri" panose="020F0502020204030204"/>
                <a:sym typeface="Calibri" panose="020F0502020204030204"/>
              </a:rPr>
              <a:t>Third level</a:t>
            </a:r>
            <a:endParaRPr lang="en-US" sz="24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1600200" lvl="3" indent="-228600" algn="l" defTabSz="914400">
              <a:lnSpc>
                <a:spcPct val="100000"/>
              </a:lnSpc>
              <a:spcBef>
                <a:spcPct val="20000"/>
              </a:spcBef>
              <a:buClr>
                <a:srgbClr val="000000"/>
              </a:buClr>
              <a:buChar char="–"/>
            </a:pPr>
            <a:r>
              <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rPr>
              <a:t>Fourth level</a:t>
            </a:r>
            <a:endPar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2057400" lvl="4" indent="-228600" algn="l" defTabSz="914400">
              <a:lnSpc>
                <a:spcPct val="100000"/>
              </a:lnSpc>
              <a:spcBef>
                <a:spcPct val="20000"/>
              </a:spcBef>
              <a:buClr>
                <a:srgbClr val="000000"/>
              </a:buClr>
              <a:buChar char="»"/>
            </a:pPr>
            <a:r>
              <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rPr>
              <a:t>Fifth level</a:t>
            </a:r>
            <a:endPar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4" name="AutoShape 4"/>
          <p:cNvSpPr>
            <a:spLocks noGrp="1"/>
          </p:cNvSpPr>
          <p:nvPr>
            <p:ph type="body" sz="quarter" idx="43"/>
          </p:nvPr>
        </p:nvSpPr>
        <p:spPr>
          <a:xfrm>
            <a:off x="457200" y="1435100"/>
            <a:ext cx="3008313" cy="4691063"/>
          </a:xfrm>
          <a:prstGeom prst="rect">
            <a:avLst/>
          </a:prstGeom>
          <a:noFill/>
          <a:ln w="12700">
            <a:noFill/>
            <a:prstDash val="solid"/>
          </a:ln>
        </p:spPr>
        <p:txBody>
          <a:bodyPr wrap="square" lIns="91440" tIns="45720" rIns="91440" bIns="45720" anchor="t">
            <a:noAutofit/>
          </a:bodyPr>
          <a:lstStyle>
            <a:lvl1pPr algn="l" defTabSz="914400">
              <a:lnSpc>
                <a:spcPct val="100000"/>
              </a:lnSpc>
              <a:defRPr sz="1400" b="0" i="0" u="none" strike="noStrike" spc="0">
                <a:solidFill>
                  <a:srgbClr val="000000">
                    <a:alpha val="100000"/>
                  </a:srgbClr>
                </a:solidFill>
                <a:latin typeface="Calibri" panose="020F0502020204030204"/>
              </a:defRPr>
            </a:lvl1pPr>
          </a:lstStyle>
          <a:p>
            <a:pPr marL="0" indent="0" algn="l" defTabSz="914400">
              <a:lnSpc>
                <a:spcPct val="100000"/>
              </a:lnSpc>
              <a:spcBef>
                <a:spcPct val="20000"/>
              </a:spcBef>
            </a:pPr>
            <a:r>
              <a:rPr lang="en-US" sz="1400" b="0" i="0" u="none" strike="noStrike">
                <a:solidFill>
                  <a:srgbClr val="000000"/>
                </a:solidFill>
                <a:latin typeface="Calibri" panose="020F0502020204030204"/>
                <a:ea typeface="Calibri" panose="020F0502020204030204"/>
                <a:cs typeface="Calibri" panose="020F0502020204030204"/>
                <a:sym typeface="Calibri" panose="020F0502020204030204"/>
              </a:rPr>
              <a:t>Click to edit Master text styles</a:t>
            </a:r>
            <a:endParaRPr lang="en-US" sz="14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a:spLocks noGrp="1"/>
          </p:cNvSpPr>
          <p:nvPr>
            <p:ph type="body" sz="quarter" idx="44" hasCustomPrompt="1"/>
          </p:nvPr>
        </p:nvSpPr>
        <p:spPr>
          <a:xfrm>
            <a:off x="457200" y="6356350"/>
            <a:ext cx="2133600" cy="365125"/>
          </a:xfrm>
          <a:prstGeom prst="rect">
            <a:avLst/>
          </a:prstGeom>
          <a:noFill/>
          <a:ln w="12700">
            <a:noFill/>
            <a:prstDash val="solid"/>
          </a:ln>
        </p:spPr>
        <p:txBody>
          <a:bodyPr wrap="square" lIns="91440" tIns="45720" rIns="91440" bIns="45720" anchor="ctr">
            <a:noAutofit/>
          </a:bodyPr>
          <a:lstStyle>
            <a:lvl1pPr algn="l" defTabSz="914400">
              <a:lnSpc>
                <a:spcPct val="100000"/>
              </a:lnSpc>
              <a:defRPr sz="1200" b="0" i="0" u="none" strike="noStrike" spc="0">
                <a:solidFill>
                  <a:srgbClr val="898989">
                    <a:alpha val="100000"/>
                  </a:srgbClr>
                </a:solidFill>
                <a:latin typeface="Calibri" panose="020F0502020204030204"/>
              </a:defRPr>
            </a:lvl1pPr>
          </a:lstStyle>
          <a:p>
            <a:pPr marL="0" indent="0" algn="l" defTabSz="914400">
              <a:lnSpc>
                <a:spcPct val="100000"/>
              </a:lnSpc>
            </a:pPr>
            <a:fld id="{0DA369FD-5C03-4E1B-9D9D-F7C81B692A04}" type="datetime1">
              <a:rPr sz="1200" b="0" i="0" u="none" strike="noStrike">
                <a:solidFill>
                  <a:srgbClr val="898989"/>
                </a:solidFill>
                <a:latin typeface="Calibri" panose="020F0502020204030204"/>
                <a:ea typeface="Calibri" panose="020F0502020204030204"/>
                <a:cs typeface="Calibri" panose="020F0502020204030204"/>
                <a:sym typeface="Calibri" panose="020F0502020204030204"/>
              </a:rPr>
            </a:fld>
            <a:endParaRPr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6" name="AutoShape 6"/>
          <p:cNvSpPr>
            <a:spLocks noGrp="1"/>
          </p:cNvSpPr>
          <p:nvPr>
            <p:ph type="body" sz="quarter" idx="45" hasCustomPrompt="1"/>
          </p:nvPr>
        </p:nvSpPr>
        <p:spPr>
          <a:xfrm>
            <a:off x="3124200" y="6356350"/>
            <a:ext cx="2895600" cy="365125"/>
          </a:xfrm>
          <a:prstGeom prst="rect">
            <a:avLst/>
          </a:prstGeom>
          <a:noFill/>
          <a:ln w="12700">
            <a:noFill/>
            <a:prstDash val="solid"/>
          </a:ln>
        </p:spPr>
        <p:txBody>
          <a:bodyPr vert="horz" wrap="square" lIns="91440" tIns="45720" rIns="91440" bIns="45720" anchor="ctr">
            <a:noAutofit/>
          </a:bodyPr>
          <a:lstStyle>
            <a:lvl1pPr algn="ctr" defTabSz="914400">
              <a:lnSpc>
                <a:spcPct val="100000"/>
              </a:lnSpc>
              <a:defRPr sz="1200" b="0" i="0" u="none" strike="noStrike" spc="0">
                <a:solidFill>
                  <a:srgbClr val="1F2329">
                    <a:alpha val="100000"/>
                  </a:srgbClr>
                </a:solidFill>
                <a:latin typeface="Noto Sans SC" panose="020B0200000000000000" charset="-122"/>
              </a:defRPr>
            </a:lvl1pPr>
          </a:lstStyle>
          <a:p>
            <a:pPr marL="0" indent="0" algn="ctr" defTabSz="914400">
              <a:lnSpc>
                <a:spcPct val="100000"/>
              </a:lnSpc>
            </a:pPr>
            <a:r>
              <a:rPr lang="en-US" sz="1200" b="0" i="0" u="none" strike="noStrike">
                <a:solidFill>
                  <a:srgbClr val="898989"/>
                </a:solidFill>
                <a:latin typeface="Calibri" panose="020F0502020204030204"/>
                <a:ea typeface="Calibri" panose="020F0502020204030204"/>
                <a:cs typeface="Calibri" panose="020F0502020204030204"/>
                <a:sym typeface="Calibri" panose="020F0502020204030204"/>
              </a:rPr>
              <a:t>Footer</a:t>
            </a:r>
            <a:endParaRPr lang="en-US"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7" name="AutoShape 7"/>
          <p:cNvSpPr>
            <a:spLocks noGrp="1"/>
          </p:cNvSpPr>
          <p:nvPr>
            <p:ph type="body" sz="quarter" idx="46" hasCustomPrompt="1"/>
          </p:nvPr>
        </p:nvSpPr>
        <p:spPr>
          <a:xfrm>
            <a:off x="6553200" y="6356350"/>
            <a:ext cx="2133600" cy="365125"/>
          </a:xfrm>
          <a:prstGeom prst="rect">
            <a:avLst/>
          </a:prstGeom>
          <a:noFill/>
          <a:ln w="12700">
            <a:noFill/>
            <a:prstDash val="solid"/>
          </a:ln>
        </p:spPr>
        <p:txBody>
          <a:bodyPr wrap="square" lIns="91440" tIns="45720" rIns="91440" bIns="45720" anchor="ctr">
            <a:noAutofit/>
          </a:bodyPr>
          <a:lstStyle>
            <a:lvl1pPr algn="r" defTabSz="914400">
              <a:lnSpc>
                <a:spcPct val="100000"/>
              </a:lnSpc>
              <a:defRPr sz="1200" b="0" i="0" u="none" strike="noStrike" spc="0">
                <a:solidFill>
                  <a:srgbClr val="898989">
                    <a:alpha val="100000"/>
                  </a:srgbClr>
                </a:solidFill>
                <a:latin typeface="Calibri" panose="020F0502020204030204"/>
              </a:defRPr>
            </a:lvl1pPr>
          </a:lstStyle>
          <a:p>
            <a:pPr marL="0" indent="0" algn="r" defTabSz="914400">
              <a:lnSpc>
                <a:spcPct val="100000"/>
              </a:lnSpc>
            </a:pPr>
            <a:fld id="{670E24D6-9056-4379-AEB4-E01CCBC1E023}" type="slidenum">
              <a:rPr sz="1200" b="0" i="0" u="none" strike="noStrike">
                <a:solidFill>
                  <a:srgbClr val="898989"/>
                </a:solidFill>
                <a:latin typeface="Calibri" panose="020F0502020204030204"/>
                <a:ea typeface="Calibri" panose="020F0502020204030204"/>
                <a:cs typeface="Calibri" panose="020F0502020204030204"/>
                <a:sym typeface="Calibri" panose="020F0502020204030204"/>
              </a:rPr>
            </a:fld>
            <a:endParaRPr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Picture with Caption">
    <p:spTree>
      <p:nvGrpSpPr>
        <p:cNvPr id="1" name=""/>
        <p:cNvGrpSpPr/>
        <p:nvPr/>
      </p:nvGrpSpPr>
      <p:grpSpPr>
        <a:xfrm>
          <a:off x="0" y="0"/>
          <a:ext cx="0" cy="0"/>
          <a:chOff x="0" y="0"/>
          <a:chExt cx="0" cy="0"/>
        </a:xfrm>
      </p:grpSpPr>
      <p:sp>
        <p:nvSpPr>
          <p:cNvPr id="2" name="AutoShape 2"/>
          <p:cNvSpPr>
            <a:spLocks noGrp="1"/>
          </p:cNvSpPr>
          <p:nvPr>
            <p:ph type="body" sz="quarter" idx="47" hasCustomPrompt="1"/>
          </p:nvPr>
        </p:nvSpPr>
        <p:spPr>
          <a:xfrm>
            <a:off x="1792288" y="4800600"/>
            <a:ext cx="5486400" cy="566738"/>
          </a:xfrm>
          <a:prstGeom prst="rect">
            <a:avLst/>
          </a:prstGeom>
          <a:noFill/>
          <a:ln w="12700">
            <a:noFill/>
            <a:prstDash val="solid"/>
          </a:ln>
        </p:spPr>
        <p:txBody>
          <a:bodyPr wrap="square" lIns="91440" tIns="45720" rIns="91440" bIns="45720" anchor="b">
            <a:normAutofit/>
          </a:bodyPr>
          <a:lstStyle>
            <a:lvl1pPr algn="l" defTabSz="914400">
              <a:lnSpc>
                <a:spcPct val="100000"/>
              </a:lnSpc>
              <a:defRPr sz="2000" b="1" i="0" u="none" strike="noStrike" spc="0">
                <a:solidFill>
                  <a:srgbClr val="000000">
                    <a:alpha val="100000"/>
                  </a:srgbClr>
                </a:solidFill>
                <a:latin typeface="Calibri" panose="020F0502020204030204"/>
              </a:defRPr>
            </a:lvl1pPr>
          </a:lstStyle>
          <a:p>
            <a:pPr marL="0" indent="0" algn="l" defTabSz="914400">
              <a:lnSpc>
                <a:spcPct val="100000"/>
              </a:lnSpc>
            </a:pPr>
            <a:r>
              <a:rPr lang="en-US" sz="2000" b="1" i="0" u="none" strike="noStrike">
                <a:solidFill>
                  <a:srgbClr val="000000"/>
                </a:solidFill>
                <a:latin typeface="Calibri" panose="020F0502020204030204"/>
                <a:ea typeface="Calibri" panose="020F0502020204030204"/>
                <a:cs typeface="Calibri" panose="020F0502020204030204"/>
                <a:sym typeface="Calibri" panose="020F0502020204030204"/>
              </a:rPr>
              <a:t>Click to edit Master title style</a:t>
            </a:r>
            <a:endParaRPr lang="en-US" sz="2000" b="1"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pic" sz="quarter" idx="48"/>
          </p:nvPr>
        </p:nvSpPr>
        <p:spPr>
          <a:xfrm>
            <a:off x="1792288" y="612775"/>
            <a:ext cx="5486400" cy="4114800"/>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p>
        </p:txBody>
      </p:sp>
      <p:sp>
        <p:nvSpPr>
          <p:cNvPr id="4" name="AutoShape 4"/>
          <p:cNvSpPr>
            <a:spLocks noGrp="1"/>
          </p:cNvSpPr>
          <p:nvPr>
            <p:ph type="body" sz="quarter" idx="49"/>
          </p:nvPr>
        </p:nvSpPr>
        <p:spPr>
          <a:xfrm>
            <a:off x="1792288" y="5367338"/>
            <a:ext cx="5486400" cy="804862"/>
          </a:xfrm>
          <a:prstGeom prst="rect">
            <a:avLst/>
          </a:prstGeom>
          <a:noFill/>
          <a:ln w="12700">
            <a:noFill/>
            <a:prstDash val="solid"/>
          </a:ln>
        </p:spPr>
        <p:txBody>
          <a:bodyPr wrap="square" lIns="91440" tIns="45720" rIns="91440" bIns="45720" anchor="t">
            <a:noAutofit/>
          </a:bodyPr>
          <a:lstStyle>
            <a:lvl1pPr algn="l" defTabSz="914400">
              <a:lnSpc>
                <a:spcPct val="100000"/>
              </a:lnSpc>
              <a:defRPr sz="1400" b="0" i="0" u="none" strike="noStrike" spc="0">
                <a:solidFill>
                  <a:srgbClr val="000000">
                    <a:alpha val="100000"/>
                  </a:srgbClr>
                </a:solidFill>
                <a:latin typeface="Calibri" panose="020F0502020204030204"/>
              </a:defRPr>
            </a:lvl1pPr>
          </a:lstStyle>
          <a:p>
            <a:pPr marL="0" indent="0" algn="l" defTabSz="914400">
              <a:lnSpc>
                <a:spcPct val="100000"/>
              </a:lnSpc>
              <a:spcBef>
                <a:spcPct val="20000"/>
              </a:spcBef>
            </a:pPr>
            <a:r>
              <a:rPr lang="en-US" sz="1400" b="0" i="0" u="none" strike="noStrike">
                <a:solidFill>
                  <a:srgbClr val="000000"/>
                </a:solidFill>
                <a:latin typeface="Calibri" panose="020F0502020204030204"/>
                <a:ea typeface="Calibri" panose="020F0502020204030204"/>
                <a:cs typeface="Calibri" panose="020F0502020204030204"/>
                <a:sym typeface="Calibri" panose="020F0502020204030204"/>
              </a:rPr>
              <a:t>Click to edit Master text styles</a:t>
            </a:r>
            <a:endParaRPr lang="en-US" sz="14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a:spLocks noGrp="1"/>
          </p:cNvSpPr>
          <p:nvPr>
            <p:ph type="body" sz="quarter" idx="50" hasCustomPrompt="1"/>
          </p:nvPr>
        </p:nvSpPr>
        <p:spPr>
          <a:xfrm>
            <a:off x="457200" y="6356350"/>
            <a:ext cx="2133600" cy="365125"/>
          </a:xfrm>
          <a:prstGeom prst="rect">
            <a:avLst/>
          </a:prstGeom>
          <a:noFill/>
          <a:ln w="12700">
            <a:noFill/>
            <a:prstDash val="solid"/>
          </a:ln>
        </p:spPr>
        <p:txBody>
          <a:bodyPr wrap="square" lIns="91440" tIns="45720" rIns="91440" bIns="45720" anchor="ctr">
            <a:noAutofit/>
          </a:bodyPr>
          <a:lstStyle>
            <a:lvl1pPr algn="l" defTabSz="914400">
              <a:lnSpc>
                <a:spcPct val="100000"/>
              </a:lnSpc>
              <a:defRPr sz="1200" b="0" i="0" u="none" strike="noStrike" spc="0">
                <a:solidFill>
                  <a:srgbClr val="898989">
                    <a:alpha val="100000"/>
                  </a:srgbClr>
                </a:solidFill>
                <a:latin typeface="Calibri" panose="020F0502020204030204"/>
              </a:defRPr>
            </a:lvl1pPr>
          </a:lstStyle>
          <a:p>
            <a:pPr marL="0" indent="0" algn="l" defTabSz="914400">
              <a:lnSpc>
                <a:spcPct val="100000"/>
              </a:lnSpc>
            </a:pPr>
            <a:fld id="{8728D715-6BBE-4B29-949F-CAA8DF2A674C}" type="datetime1">
              <a:rPr sz="1200" b="0" i="0" u="none" strike="noStrike">
                <a:solidFill>
                  <a:srgbClr val="898989"/>
                </a:solidFill>
                <a:latin typeface="Calibri" panose="020F0502020204030204"/>
                <a:ea typeface="Calibri" panose="020F0502020204030204"/>
                <a:cs typeface="Calibri" panose="020F0502020204030204"/>
                <a:sym typeface="Calibri" panose="020F0502020204030204"/>
              </a:rPr>
            </a:fld>
            <a:endParaRPr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6" name="AutoShape 6"/>
          <p:cNvSpPr>
            <a:spLocks noGrp="1"/>
          </p:cNvSpPr>
          <p:nvPr>
            <p:ph type="body" sz="quarter" idx="51" hasCustomPrompt="1"/>
          </p:nvPr>
        </p:nvSpPr>
        <p:spPr>
          <a:xfrm>
            <a:off x="3124200" y="6356350"/>
            <a:ext cx="2895600" cy="365125"/>
          </a:xfrm>
          <a:prstGeom prst="rect">
            <a:avLst/>
          </a:prstGeom>
          <a:noFill/>
          <a:ln w="12700">
            <a:noFill/>
            <a:prstDash val="solid"/>
          </a:ln>
        </p:spPr>
        <p:txBody>
          <a:bodyPr vert="horz" wrap="square" lIns="91440" tIns="45720" rIns="91440" bIns="45720" anchor="ctr">
            <a:noAutofit/>
          </a:bodyPr>
          <a:lstStyle>
            <a:lvl1pPr algn="ctr" defTabSz="914400">
              <a:lnSpc>
                <a:spcPct val="100000"/>
              </a:lnSpc>
              <a:defRPr sz="1200" b="0" i="0" u="none" strike="noStrike" spc="0">
                <a:solidFill>
                  <a:srgbClr val="1F2329">
                    <a:alpha val="100000"/>
                  </a:srgbClr>
                </a:solidFill>
                <a:latin typeface="Noto Sans SC" panose="020B0200000000000000" charset="-122"/>
              </a:defRPr>
            </a:lvl1pPr>
          </a:lstStyle>
          <a:p>
            <a:pPr marL="0" indent="0" algn="ctr" defTabSz="914400">
              <a:lnSpc>
                <a:spcPct val="100000"/>
              </a:lnSpc>
            </a:pPr>
            <a:r>
              <a:rPr lang="en-US" sz="1200" b="0" i="0" u="none" strike="noStrike">
                <a:solidFill>
                  <a:srgbClr val="898989"/>
                </a:solidFill>
                <a:latin typeface="Calibri" panose="020F0502020204030204"/>
                <a:ea typeface="Calibri" panose="020F0502020204030204"/>
                <a:cs typeface="Calibri" panose="020F0502020204030204"/>
                <a:sym typeface="Calibri" panose="020F0502020204030204"/>
              </a:rPr>
              <a:t>Footer</a:t>
            </a:r>
            <a:endParaRPr lang="en-US"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7" name="AutoShape 7"/>
          <p:cNvSpPr>
            <a:spLocks noGrp="1"/>
          </p:cNvSpPr>
          <p:nvPr>
            <p:ph type="body" sz="quarter" idx="52" hasCustomPrompt="1"/>
          </p:nvPr>
        </p:nvSpPr>
        <p:spPr>
          <a:xfrm>
            <a:off x="6553200" y="6356350"/>
            <a:ext cx="2133600" cy="365125"/>
          </a:xfrm>
          <a:prstGeom prst="rect">
            <a:avLst/>
          </a:prstGeom>
          <a:noFill/>
          <a:ln w="12700">
            <a:noFill/>
            <a:prstDash val="solid"/>
          </a:ln>
        </p:spPr>
        <p:txBody>
          <a:bodyPr wrap="square" lIns="91440" tIns="45720" rIns="91440" bIns="45720" anchor="ctr">
            <a:noAutofit/>
          </a:bodyPr>
          <a:lstStyle>
            <a:lvl1pPr algn="r" defTabSz="914400">
              <a:lnSpc>
                <a:spcPct val="100000"/>
              </a:lnSpc>
              <a:defRPr sz="1200" b="0" i="0" u="none" strike="noStrike" spc="0">
                <a:solidFill>
                  <a:srgbClr val="898989">
                    <a:alpha val="100000"/>
                  </a:srgbClr>
                </a:solidFill>
                <a:latin typeface="Calibri" panose="020F0502020204030204"/>
              </a:defRPr>
            </a:lvl1pPr>
          </a:lstStyle>
          <a:p>
            <a:pPr marL="0" indent="0" algn="r" defTabSz="914400">
              <a:lnSpc>
                <a:spcPct val="100000"/>
              </a:lnSpc>
            </a:pPr>
            <a:fld id="{A122DDAA-38D6-4EDF-AD43-C4AC12CD0CE6}" type="slidenum">
              <a:rPr sz="1200" b="0" i="0" u="none" strike="noStrike">
                <a:solidFill>
                  <a:srgbClr val="898989"/>
                </a:solidFill>
                <a:latin typeface="Calibri" panose="020F0502020204030204"/>
                <a:ea typeface="Calibri" panose="020F0502020204030204"/>
                <a:cs typeface="Calibri" panose="020F0502020204030204"/>
                <a:sym typeface="Calibri" panose="020F0502020204030204"/>
              </a:rPr>
            </a:fld>
            <a:endParaRPr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Title and Vertical Text">
    <p:spTree>
      <p:nvGrpSpPr>
        <p:cNvPr id="1" name=""/>
        <p:cNvGrpSpPr/>
        <p:nvPr/>
      </p:nvGrpSpPr>
      <p:grpSpPr>
        <a:xfrm>
          <a:off x="0" y="0"/>
          <a:ext cx="0" cy="0"/>
          <a:chOff x="0" y="0"/>
          <a:chExt cx="0" cy="0"/>
        </a:xfrm>
      </p:grpSpPr>
      <p:sp>
        <p:nvSpPr>
          <p:cNvPr id="2" name="AutoShape 2"/>
          <p:cNvSpPr>
            <a:spLocks noGrp="1"/>
          </p:cNvSpPr>
          <p:nvPr>
            <p:ph type="body" sz="quarter" idx="53" hasCustomPrompt="1"/>
          </p:nvPr>
        </p:nvSpPr>
        <p:spPr>
          <a:xfrm>
            <a:off x="457200" y="274638"/>
            <a:ext cx="8229600" cy="1143000"/>
          </a:xfrm>
          <a:prstGeom prst="rect">
            <a:avLst/>
          </a:prstGeom>
          <a:noFill/>
          <a:ln w="12700">
            <a:noFill/>
            <a:prstDash val="solid"/>
          </a:ln>
        </p:spPr>
        <p:txBody>
          <a:bodyPr wrap="square" lIns="91440" tIns="45720" rIns="91440" bIns="45720" anchor="ctr">
            <a:normAutofit/>
          </a:bodyPr>
          <a:lstStyle>
            <a:lvl1pPr algn="ctr" defTabSz="914400">
              <a:lnSpc>
                <a:spcPct val="100000"/>
              </a:lnSpc>
              <a:defRPr sz="4400" b="0" i="0" u="none" strike="noStrike" spc="0">
                <a:solidFill>
                  <a:srgbClr val="000000">
                    <a:alpha val="100000"/>
                  </a:srgbClr>
                </a:solidFill>
                <a:latin typeface="Calibri" panose="020F0502020204030204"/>
              </a:defRPr>
            </a:lvl1pPr>
          </a:lstStyle>
          <a:p>
            <a:pPr marL="0" indent="0" algn="ctr" defTabSz="914400">
              <a:lnSpc>
                <a:spcPct val="100000"/>
              </a:lnSpc>
            </a:pPr>
            <a:r>
              <a:rPr lang="en-US" sz="4400" b="0" i="0" u="none" strike="noStrike">
                <a:solidFill>
                  <a:srgbClr val="000000"/>
                </a:solidFill>
                <a:latin typeface="Calibri" panose="020F0502020204030204"/>
                <a:ea typeface="Calibri" panose="020F0502020204030204"/>
                <a:cs typeface="Calibri" panose="020F0502020204030204"/>
                <a:sym typeface="Calibri" panose="020F0502020204030204"/>
              </a:rPr>
              <a:t>Click to edit Master title style</a:t>
            </a:r>
            <a:endParaRPr lang="en-US" sz="44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54"/>
          </p:nvPr>
        </p:nvSpPr>
        <p:spPr>
          <a:xfrm>
            <a:off x="457200" y="1600200"/>
            <a:ext cx="8229600" cy="4525963"/>
          </a:xfrm>
          <a:prstGeom prst="rect">
            <a:avLst/>
          </a:prstGeom>
          <a:noFill/>
          <a:ln w="12700">
            <a:noFill/>
            <a:prstDash val="solid"/>
          </a:ln>
        </p:spPr>
        <p:txBody>
          <a:bodyPr vert="eaVert" wrap="square" lIns="91440" tIns="45720" rIns="91440" bIns="45720" anchor="t">
            <a:normAutofit/>
          </a:bodyPr>
          <a:lstStyle>
            <a:lvl1pPr marL="749300" indent="-406400" algn="l" defTabSz="914400">
              <a:lnSpc>
                <a:spcPct val="100000"/>
              </a:lnSpc>
              <a:defRPr sz="3200" b="0" i="0" u="none" strike="noStrike" spc="0">
                <a:solidFill>
                  <a:srgbClr val="000000">
                    <a:alpha val="100000"/>
                  </a:srgbClr>
                </a:solidFill>
                <a:latin typeface="Calibri" panose="020F0502020204030204"/>
              </a:defRPr>
            </a:lvl1pPr>
            <a:lvl2pPr marL="1098550" indent="-355600"/>
            <a:lvl3pPr marL="1447800" indent="-304800"/>
            <a:lvl4pPr marL="1854200" indent="-254000"/>
            <a:lvl5pPr marL="2311400" indent="-254000"/>
            <a:lvl6pPr marL="2768600" indent="-254000"/>
            <a:lvl7pPr marL="3225800" indent="-254000"/>
            <a:lvl8pPr marL="3683000" indent="-254000"/>
            <a:lvl9pPr marL="4140200" indent="-254000"/>
          </a:lstStyle>
          <a:p>
            <a:pPr marL="342900" indent="-342900" algn="l" defTabSz="914400">
              <a:lnSpc>
                <a:spcPct val="100000"/>
              </a:lnSpc>
              <a:spcBef>
                <a:spcPct val="20000"/>
              </a:spcBef>
              <a:buClr>
                <a:srgbClr val="000000"/>
              </a:buClr>
              <a:buFont typeface="Arial" panose="020B0604020202020204"/>
              <a:buChar char="•"/>
            </a:pPr>
            <a:r>
              <a:rPr lang="en-US" sz="3200" b="0" i="0" u="none" strike="noStrike">
                <a:solidFill>
                  <a:srgbClr val="000000"/>
                </a:solidFill>
                <a:latin typeface="Calibri" panose="020F0502020204030204"/>
                <a:ea typeface="Calibri" panose="020F0502020204030204"/>
                <a:cs typeface="Calibri" panose="020F0502020204030204"/>
                <a:sym typeface="Calibri" panose="020F0502020204030204"/>
              </a:rPr>
              <a:t>Click to edit Master text styles</a:t>
            </a:r>
            <a:endParaRPr lang="en-US" sz="3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742950" lvl="1" indent="-285750" algn="l" defTabSz="914400">
              <a:lnSpc>
                <a:spcPct val="100000"/>
              </a:lnSpc>
              <a:spcBef>
                <a:spcPct val="20000"/>
              </a:spcBef>
              <a:buClr>
                <a:srgbClr val="000000"/>
              </a:buClr>
              <a:buChar char="–"/>
            </a:pPr>
            <a:r>
              <a:rPr lang="en-US" sz="2800" b="0" i="0" u="none" strike="noStrike">
                <a:solidFill>
                  <a:srgbClr val="000000"/>
                </a:solidFill>
                <a:latin typeface="Calibri" panose="020F0502020204030204"/>
                <a:ea typeface="Calibri" panose="020F0502020204030204"/>
                <a:cs typeface="Calibri" panose="020F0502020204030204"/>
                <a:sym typeface="Calibri" panose="020F0502020204030204"/>
              </a:rPr>
              <a:t>Second level</a:t>
            </a:r>
            <a:endParaRPr lang="en-US" sz="28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1143000" lvl="2" indent="-228600" algn="l" defTabSz="914400">
              <a:lnSpc>
                <a:spcPct val="100000"/>
              </a:lnSpc>
              <a:spcBef>
                <a:spcPct val="20000"/>
              </a:spcBef>
              <a:buClr>
                <a:srgbClr val="000000"/>
              </a:buClr>
              <a:buFont typeface="Arial" panose="020B0604020202020204"/>
              <a:buChar char="•"/>
            </a:pPr>
            <a:r>
              <a:rPr lang="en-US" sz="2400" b="0" i="0" u="none" strike="noStrike">
                <a:solidFill>
                  <a:srgbClr val="000000"/>
                </a:solidFill>
                <a:latin typeface="Calibri" panose="020F0502020204030204"/>
                <a:ea typeface="Calibri" panose="020F0502020204030204"/>
                <a:cs typeface="Calibri" panose="020F0502020204030204"/>
                <a:sym typeface="Calibri" panose="020F0502020204030204"/>
              </a:rPr>
              <a:t>Third level</a:t>
            </a:r>
            <a:endParaRPr lang="en-US" sz="24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1600200" lvl="3" indent="-228600" algn="l" defTabSz="914400">
              <a:lnSpc>
                <a:spcPct val="100000"/>
              </a:lnSpc>
              <a:spcBef>
                <a:spcPct val="20000"/>
              </a:spcBef>
              <a:buClr>
                <a:srgbClr val="000000"/>
              </a:buClr>
              <a:buChar char="–"/>
            </a:pPr>
            <a:r>
              <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rPr>
              <a:t>Fourth level</a:t>
            </a:r>
            <a:endPar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2057400" lvl="4" indent="-228600" algn="l" defTabSz="914400">
              <a:lnSpc>
                <a:spcPct val="100000"/>
              </a:lnSpc>
              <a:spcBef>
                <a:spcPct val="20000"/>
              </a:spcBef>
              <a:buClr>
                <a:srgbClr val="000000"/>
              </a:buClr>
              <a:buChar char="»"/>
            </a:pPr>
            <a:r>
              <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rPr>
              <a:t>Fifth level</a:t>
            </a:r>
            <a:endPar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4" name="AutoShape 4"/>
          <p:cNvSpPr>
            <a:spLocks noGrp="1"/>
          </p:cNvSpPr>
          <p:nvPr>
            <p:ph type="body" sz="quarter" idx="55" hasCustomPrompt="1"/>
          </p:nvPr>
        </p:nvSpPr>
        <p:spPr>
          <a:xfrm>
            <a:off x="457200" y="6356350"/>
            <a:ext cx="2133600" cy="365125"/>
          </a:xfrm>
          <a:prstGeom prst="rect">
            <a:avLst/>
          </a:prstGeom>
          <a:noFill/>
          <a:ln w="12700">
            <a:noFill/>
            <a:prstDash val="solid"/>
          </a:ln>
        </p:spPr>
        <p:txBody>
          <a:bodyPr wrap="square" lIns="91440" tIns="45720" rIns="91440" bIns="45720" anchor="ctr">
            <a:noAutofit/>
          </a:bodyPr>
          <a:lstStyle>
            <a:lvl1pPr algn="l" defTabSz="914400">
              <a:lnSpc>
                <a:spcPct val="100000"/>
              </a:lnSpc>
              <a:defRPr sz="1200" b="0" i="0" u="none" strike="noStrike" spc="0">
                <a:solidFill>
                  <a:srgbClr val="898989">
                    <a:alpha val="100000"/>
                  </a:srgbClr>
                </a:solidFill>
                <a:latin typeface="Calibri" panose="020F0502020204030204"/>
              </a:defRPr>
            </a:lvl1pPr>
          </a:lstStyle>
          <a:p>
            <a:pPr marL="0" indent="0" algn="l" defTabSz="914400">
              <a:lnSpc>
                <a:spcPct val="100000"/>
              </a:lnSpc>
            </a:pPr>
            <a:fld id="{575DCAE8-2755-4F4B-890E-3BCB2AC27756}" type="datetime1">
              <a:rPr sz="1200" b="0" i="0" u="none" strike="noStrike">
                <a:solidFill>
                  <a:srgbClr val="898989"/>
                </a:solidFill>
                <a:latin typeface="Calibri" panose="020F0502020204030204"/>
                <a:ea typeface="Calibri" panose="020F0502020204030204"/>
                <a:cs typeface="Calibri" panose="020F0502020204030204"/>
                <a:sym typeface="Calibri" panose="020F0502020204030204"/>
              </a:rPr>
            </a:fld>
            <a:endParaRPr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5" name="AutoShape 5"/>
          <p:cNvSpPr>
            <a:spLocks noGrp="1"/>
          </p:cNvSpPr>
          <p:nvPr>
            <p:ph type="body" sz="quarter" idx="56" hasCustomPrompt="1"/>
          </p:nvPr>
        </p:nvSpPr>
        <p:spPr>
          <a:xfrm>
            <a:off x="3124200" y="6356350"/>
            <a:ext cx="2895600" cy="365125"/>
          </a:xfrm>
          <a:prstGeom prst="rect">
            <a:avLst/>
          </a:prstGeom>
          <a:noFill/>
          <a:ln w="12700">
            <a:noFill/>
            <a:prstDash val="solid"/>
          </a:ln>
        </p:spPr>
        <p:txBody>
          <a:bodyPr vert="horz" wrap="square" lIns="91440" tIns="45720" rIns="91440" bIns="45720" anchor="ctr">
            <a:noAutofit/>
          </a:bodyPr>
          <a:lstStyle>
            <a:lvl1pPr algn="ctr" defTabSz="914400">
              <a:lnSpc>
                <a:spcPct val="100000"/>
              </a:lnSpc>
              <a:defRPr sz="1200" b="0" i="0" u="none" strike="noStrike" spc="0">
                <a:solidFill>
                  <a:srgbClr val="1F2329">
                    <a:alpha val="100000"/>
                  </a:srgbClr>
                </a:solidFill>
                <a:latin typeface="Noto Sans SC" panose="020B0200000000000000" charset="-122"/>
              </a:defRPr>
            </a:lvl1pPr>
          </a:lstStyle>
          <a:p>
            <a:pPr marL="0" indent="0" algn="ctr" defTabSz="914400">
              <a:lnSpc>
                <a:spcPct val="100000"/>
              </a:lnSpc>
            </a:pPr>
            <a:r>
              <a:rPr lang="en-US" sz="1200" b="0" i="0" u="none" strike="noStrike">
                <a:solidFill>
                  <a:srgbClr val="898989"/>
                </a:solidFill>
                <a:latin typeface="Calibri" panose="020F0502020204030204"/>
                <a:ea typeface="Calibri" panose="020F0502020204030204"/>
                <a:cs typeface="Calibri" panose="020F0502020204030204"/>
                <a:sym typeface="Calibri" panose="020F0502020204030204"/>
              </a:rPr>
              <a:t>Footer</a:t>
            </a:r>
            <a:endParaRPr lang="en-US"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6" name="AutoShape 6"/>
          <p:cNvSpPr>
            <a:spLocks noGrp="1"/>
          </p:cNvSpPr>
          <p:nvPr>
            <p:ph type="body" sz="quarter" idx="57" hasCustomPrompt="1"/>
          </p:nvPr>
        </p:nvSpPr>
        <p:spPr>
          <a:xfrm>
            <a:off x="6553200" y="6356350"/>
            <a:ext cx="2133600" cy="365125"/>
          </a:xfrm>
          <a:prstGeom prst="rect">
            <a:avLst/>
          </a:prstGeom>
          <a:noFill/>
          <a:ln w="12700">
            <a:noFill/>
            <a:prstDash val="solid"/>
          </a:ln>
        </p:spPr>
        <p:txBody>
          <a:bodyPr wrap="square" lIns="91440" tIns="45720" rIns="91440" bIns="45720" anchor="ctr">
            <a:noAutofit/>
          </a:bodyPr>
          <a:lstStyle>
            <a:lvl1pPr algn="r" defTabSz="914400">
              <a:lnSpc>
                <a:spcPct val="100000"/>
              </a:lnSpc>
              <a:defRPr sz="1200" b="0" i="0" u="none" strike="noStrike" spc="0">
                <a:solidFill>
                  <a:srgbClr val="898989">
                    <a:alpha val="100000"/>
                  </a:srgbClr>
                </a:solidFill>
                <a:latin typeface="Calibri" panose="020F0502020204030204"/>
              </a:defRPr>
            </a:lvl1pPr>
          </a:lstStyle>
          <a:p>
            <a:pPr marL="0" indent="0" algn="r" defTabSz="914400">
              <a:lnSpc>
                <a:spcPct val="100000"/>
              </a:lnSpc>
            </a:pPr>
            <a:fld id="{DD514813-D48D-48F3-93E4-84A0C34FAB89}" type="slidenum">
              <a:rPr sz="1200" b="0" i="0" u="none" strike="noStrike">
                <a:solidFill>
                  <a:srgbClr val="898989"/>
                </a:solidFill>
                <a:latin typeface="Calibri" panose="020F0502020204030204"/>
                <a:ea typeface="Calibri" panose="020F0502020204030204"/>
                <a:cs typeface="Calibri" panose="020F0502020204030204"/>
                <a:sym typeface="Calibri" panose="020F0502020204030204"/>
              </a:rPr>
            </a:fld>
            <a:endParaRPr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Vertical Title and Text">
    <p:spTree>
      <p:nvGrpSpPr>
        <p:cNvPr id="1" name=""/>
        <p:cNvGrpSpPr/>
        <p:nvPr/>
      </p:nvGrpSpPr>
      <p:grpSpPr>
        <a:xfrm>
          <a:off x="0" y="0"/>
          <a:ext cx="0" cy="0"/>
          <a:chOff x="0" y="0"/>
          <a:chExt cx="0" cy="0"/>
        </a:xfrm>
      </p:grpSpPr>
      <p:sp>
        <p:nvSpPr>
          <p:cNvPr id="2" name="AutoShape 2"/>
          <p:cNvSpPr>
            <a:spLocks noGrp="1"/>
          </p:cNvSpPr>
          <p:nvPr>
            <p:ph type="body" sz="quarter" idx="58" hasCustomPrompt="1"/>
          </p:nvPr>
        </p:nvSpPr>
        <p:spPr>
          <a:xfrm>
            <a:off x="6629400" y="274638"/>
            <a:ext cx="2057400" cy="5851525"/>
          </a:xfrm>
          <a:prstGeom prst="rect">
            <a:avLst/>
          </a:prstGeom>
          <a:noFill/>
          <a:ln w="12700">
            <a:noFill/>
            <a:prstDash val="solid"/>
          </a:ln>
        </p:spPr>
        <p:txBody>
          <a:bodyPr vert="eaVert" wrap="square" lIns="91440" tIns="45720" rIns="91440" bIns="45720" anchor="ctr">
            <a:normAutofit/>
          </a:bodyPr>
          <a:lstStyle>
            <a:lvl1pPr algn="ctr" defTabSz="914400">
              <a:lnSpc>
                <a:spcPct val="100000"/>
              </a:lnSpc>
              <a:defRPr sz="4400" b="0" i="0" u="none" strike="noStrike" spc="0">
                <a:solidFill>
                  <a:srgbClr val="000000">
                    <a:alpha val="100000"/>
                  </a:srgbClr>
                </a:solidFill>
                <a:latin typeface="Calibri" panose="020F0502020204030204"/>
              </a:defRPr>
            </a:lvl1pPr>
          </a:lstStyle>
          <a:p>
            <a:pPr marL="0" indent="0" algn="ctr" defTabSz="914400">
              <a:lnSpc>
                <a:spcPct val="100000"/>
              </a:lnSpc>
            </a:pPr>
            <a:r>
              <a:rPr lang="en-US" sz="4400" b="0" i="0" u="none" strike="noStrike">
                <a:solidFill>
                  <a:srgbClr val="000000"/>
                </a:solidFill>
                <a:latin typeface="Calibri" panose="020F0502020204030204"/>
                <a:ea typeface="Calibri" panose="020F0502020204030204"/>
                <a:cs typeface="Calibri" panose="020F0502020204030204"/>
                <a:sym typeface="Calibri" panose="020F0502020204030204"/>
              </a:rPr>
              <a:t>Click to edit Master title style</a:t>
            </a:r>
            <a:endParaRPr lang="en-US" sz="44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59"/>
          </p:nvPr>
        </p:nvSpPr>
        <p:spPr>
          <a:xfrm>
            <a:off x="457200" y="274638"/>
            <a:ext cx="6019800" cy="5851525"/>
          </a:xfrm>
          <a:prstGeom prst="rect">
            <a:avLst/>
          </a:prstGeom>
          <a:noFill/>
          <a:ln w="12700">
            <a:noFill/>
            <a:prstDash val="solid"/>
          </a:ln>
        </p:spPr>
        <p:txBody>
          <a:bodyPr vert="eaVert" wrap="square" lIns="91440" tIns="45720" rIns="91440" bIns="45720" anchor="t">
            <a:normAutofit/>
          </a:bodyPr>
          <a:lstStyle>
            <a:lvl1pPr marL="749300" indent="-406400" algn="l" defTabSz="914400">
              <a:lnSpc>
                <a:spcPct val="100000"/>
              </a:lnSpc>
              <a:defRPr sz="3200" b="0" i="0" u="none" strike="noStrike" spc="0">
                <a:solidFill>
                  <a:srgbClr val="000000">
                    <a:alpha val="100000"/>
                  </a:srgbClr>
                </a:solidFill>
                <a:latin typeface="Calibri" panose="020F0502020204030204"/>
              </a:defRPr>
            </a:lvl1pPr>
            <a:lvl2pPr marL="1098550" indent="-355600"/>
            <a:lvl3pPr marL="1447800" indent="-304800"/>
            <a:lvl4pPr marL="1854200" indent="-254000"/>
            <a:lvl5pPr marL="2311400" indent="-254000"/>
            <a:lvl6pPr marL="2768600" indent="-254000"/>
            <a:lvl7pPr marL="3225800" indent="-254000"/>
            <a:lvl8pPr marL="3683000" indent="-254000"/>
            <a:lvl9pPr marL="4140200" indent="-254000"/>
          </a:lstStyle>
          <a:p>
            <a:pPr marL="342900" indent="-342900" algn="l" defTabSz="914400">
              <a:lnSpc>
                <a:spcPct val="100000"/>
              </a:lnSpc>
              <a:spcBef>
                <a:spcPct val="20000"/>
              </a:spcBef>
              <a:buClr>
                <a:srgbClr val="000000"/>
              </a:buClr>
              <a:buFont typeface="Arial" panose="020B0604020202020204"/>
              <a:buChar char="•"/>
            </a:pPr>
            <a:r>
              <a:rPr lang="en-US" sz="3200" b="0" i="0" u="none" strike="noStrike">
                <a:solidFill>
                  <a:srgbClr val="000000"/>
                </a:solidFill>
                <a:latin typeface="Calibri" panose="020F0502020204030204"/>
                <a:ea typeface="Calibri" panose="020F0502020204030204"/>
                <a:cs typeface="Calibri" panose="020F0502020204030204"/>
                <a:sym typeface="Calibri" panose="020F0502020204030204"/>
              </a:rPr>
              <a:t>Click to edit Master text styles</a:t>
            </a:r>
            <a:endParaRPr lang="en-US" sz="3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742950" lvl="1" indent="-285750" algn="l" defTabSz="914400">
              <a:lnSpc>
                <a:spcPct val="100000"/>
              </a:lnSpc>
              <a:spcBef>
                <a:spcPct val="20000"/>
              </a:spcBef>
              <a:buClr>
                <a:srgbClr val="000000"/>
              </a:buClr>
              <a:buChar char="–"/>
            </a:pPr>
            <a:r>
              <a:rPr lang="en-US" sz="2800" b="0" i="0" u="none" strike="noStrike">
                <a:solidFill>
                  <a:srgbClr val="000000"/>
                </a:solidFill>
                <a:latin typeface="Calibri" panose="020F0502020204030204"/>
                <a:ea typeface="Calibri" panose="020F0502020204030204"/>
                <a:cs typeface="Calibri" panose="020F0502020204030204"/>
                <a:sym typeface="Calibri" panose="020F0502020204030204"/>
              </a:rPr>
              <a:t>Second level</a:t>
            </a:r>
            <a:endParaRPr lang="en-US" sz="28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1143000" lvl="2" indent="-228600" algn="l" defTabSz="914400">
              <a:lnSpc>
                <a:spcPct val="100000"/>
              </a:lnSpc>
              <a:spcBef>
                <a:spcPct val="20000"/>
              </a:spcBef>
              <a:buClr>
                <a:srgbClr val="000000"/>
              </a:buClr>
              <a:buFont typeface="Arial" panose="020B0604020202020204"/>
              <a:buChar char="•"/>
            </a:pPr>
            <a:r>
              <a:rPr lang="en-US" sz="2400" b="0" i="0" u="none" strike="noStrike">
                <a:solidFill>
                  <a:srgbClr val="000000"/>
                </a:solidFill>
                <a:latin typeface="Calibri" panose="020F0502020204030204"/>
                <a:ea typeface="Calibri" panose="020F0502020204030204"/>
                <a:cs typeface="Calibri" panose="020F0502020204030204"/>
                <a:sym typeface="Calibri" panose="020F0502020204030204"/>
              </a:rPr>
              <a:t>Third level</a:t>
            </a:r>
            <a:endParaRPr lang="en-US" sz="24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1600200" lvl="3" indent="-228600" algn="l" defTabSz="914400">
              <a:lnSpc>
                <a:spcPct val="100000"/>
              </a:lnSpc>
              <a:spcBef>
                <a:spcPct val="20000"/>
              </a:spcBef>
              <a:buClr>
                <a:srgbClr val="000000"/>
              </a:buClr>
              <a:buChar char="–"/>
            </a:pPr>
            <a:r>
              <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rPr>
              <a:t>Fourth level</a:t>
            </a:r>
            <a:endPar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2057400" lvl="4" indent="-228600" algn="l" defTabSz="914400">
              <a:lnSpc>
                <a:spcPct val="100000"/>
              </a:lnSpc>
              <a:spcBef>
                <a:spcPct val="20000"/>
              </a:spcBef>
              <a:buClr>
                <a:srgbClr val="000000"/>
              </a:buClr>
              <a:buChar char="»"/>
            </a:pPr>
            <a:r>
              <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rPr>
              <a:t>Fifth level</a:t>
            </a:r>
            <a:endPar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4" name="AutoShape 4"/>
          <p:cNvSpPr>
            <a:spLocks noGrp="1"/>
          </p:cNvSpPr>
          <p:nvPr>
            <p:ph type="body" sz="quarter" idx="60" hasCustomPrompt="1"/>
          </p:nvPr>
        </p:nvSpPr>
        <p:spPr>
          <a:xfrm>
            <a:off x="457200" y="6356350"/>
            <a:ext cx="2133600" cy="365125"/>
          </a:xfrm>
          <a:prstGeom prst="rect">
            <a:avLst/>
          </a:prstGeom>
          <a:noFill/>
          <a:ln w="12700">
            <a:noFill/>
            <a:prstDash val="solid"/>
          </a:ln>
        </p:spPr>
        <p:txBody>
          <a:bodyPr wrap="square" lIns="91440" tIns="45720" rIns="91440" bIns="45720" anchor="ctr">
            <a:noAutofit/>
          </a:bodyPr>
          <a:lstStyle>
            <a:lvl1pPr algn="l" defTabSz="914400">
              <a:lnSpc>
                <a:spcPct val="100000"/>
              </a:lnSpc>
              <a:defRPr sz="1200" b="0" i="0" u="none" strike="noStrike" spc="0">
                <a:solidFill>
                  <a:srgbClr val="898989">
                    <a:alpha val="100000"/>
                  </a:srgbClr>
                </a:solidFill>
                <a:latin typeface="Calibri" panose="020F0502020204030204"/>
              </a:defRPr>
            </a:lvl1pPr>
          </a:lstStyle>
          <a:p>
            <a:pPr marL="0" indent="0" algn="l" defTabSz="914400">
              <a:lnSpc>
                <a:spcPct val="100000"/>
              </a:lnSpc>
            </a:pPr>
            <a:fld id="{E08E181F-1536-486A-9D67-A6719C1688D9}" type="datetime1">
              <a:rPr sz="1200" b="0" i="0" u="none" strike="noStrike">
                <a:solidFill>
                  <a:srgbClr val="898989"/>
                </a:solidFill>
                <a:latin typeface="Calibri" panose="020F0502020204030204"/>
                <a:ea typeface="Calibri" panose="020F0502020204030204"/>
                <a:cs typeface="Calibri" panose="020F0502020204030204"/>
                <a:sym typeface="Calibri" panose="020F0502020204030204"/>
              </a:rPr>
            </a:fld>
            <a:endParaRPr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5" name="AutoShape 5"/>
          <p:cNvSpPr>
            <a:spLocks noGrp="1"/>
          </p:cNvSpPr>
          <p:nvPr>
            <p:ph type="body" sz="quarter" idx="61" hasCustomPrompt="1"/>
          </p:nvPr>
        </p:nvSpPr>
        <p:spPr>
          <a:xfrm>
            <a:off x="3124200" y="6356350"/>
            <a:ext cx="2895600" cy="365125"/>
          </a:xfrm>
          <a:prstGeom prst="rect">
            <a:avLst/>
          </a:prstGeom>
          <a:noFill/>
          <a:ln w="12700">
            <a:noFill/>
            <a:prstDash val="solid"/>
          </a:ln>
        </p:spPr>
        <p:txBody>
          <a:bodyPr vert="horz" wrap="square" lIns="91440" tIns="45720" rIns="91440" bIns="45720" anchor="ctr">
            <a:noAutofit/>
          </a:bodyPr>
          <a:lstStyle>
            <a:lvl1pPr algn="ctr" defTabSz="914400">
              <a:lnSpc>
                <a:spcPct val="100000"/>
              </a:lnSpc>
              <a:defRPr sz="1200" b="0" i="0" u="none" strike="noStrike" spc="0">
                <a:solidFill>
                  <a:srgbClr val="1F2329">
                    <a:alpha val="100000"/>
                  </a:srgbClr>
                </a:solidFill>
                <a:latin typeface="Noto Sans SC" panose="020B0200000000000000" charset="-122"/>
              </a:defRPr>
            </a:lvl1pPr>
          </a:lstStyle>
          <a:p>
            <a:pPr marL="0" indent="0" algn="ctr" defTabSz="914400">
              <a:lnSpc>
                <a:spcPct val="100000"/>
              </a:lnSpc>
            </a:pPr>
            <a:r>
              <a:rPr lang="en-US" sz="1200" b="0" i="0" u="none" strike="noStrike">
                <a:solidFill>
                  <a:srgbClr val="898989"/>
                </a:solidFill>
                <a:latin typeface="Calibri" panose="020F0502020204030204"/>
                <a:ea typeface="Calibri" panose="020F0502020204030204"/>
                <a:cs typeface="Calibri" panose="020F0502020204030204"/>
                <a:sym typeface="Calibri" panose="020F0502020204030204"/>
              </a:rPr>
              <a:t>Footer</a:t>
            </a:r>
            <a:endParaRPr lang="en-US"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6" name="AutoShape 6"/>
          <p:cNvSpPr>
            <a:spLocks noGrp="1"/>
          </p:cNvSpPr>
          <p:nvPr>
            <p:ph type="body" sz="quarter" idx="62" hasCustomPrompt="1"/>
          </p:nvPr>
        </p:nvSpPr>
        <p:spPr>
          <a:xfrm>
            <a:off x="6553200" y="6356350"/>
            <a:ext cx="2133600" cy="365125"/>
          </a:xfrm>
          <a:prstGeom prst="rect">
            <a:avLst/>
          </a:prstGeom>
          <a:noFill/>
          <a:ln w="12700">
            <a:noFill/>
            <a:prstDash val="solid"/>
          </a:ln>
        </p:spPr>
        <p:txBody>
          <a:bodyPr wrap="square" lIns="91440" tIns="45720" rIns="91440" bIns="45720" anchor="ctr">
            <a:noAutofit/>
          </a:bodyPr>
          <a:lstStyle>
            <a:lvl1pPr algn="r" defTabSz="914400">
              <a:lnSpc>
                <a:spcPct val="100000"/>
              </a:lnSpc>
              <a:defRPr sz="1200" b="0" i="0" u="none" strike="noStrike" spc="0">
                <a:solidFill>
                  <a:srgbClr val="898989">
                    <a:alpha val="100000"/>
                  </a:srgbClr>
                </a:solidFill>
                <a:latin typeface="Calibri" panose="020F0502020204030204"/>
              </a:defRPr>
            </a:lvl1pPr>
          </a:lstStyle>
          <a:p>
            <a:pPr marL="0" indent="0" algn="r" defTabSz="914400">
              <a:lnSpc>
                <a:spcPct val="100000"/>
              </a:lnSpc>
            </a:pPr>
            <a:fld id="{C7C6755B-A78A-48D3-9C98-F5458A1C1C35}" type="slidenum">
              <a:rPr sz="1200" b="0" i="0" u="none" strike="noStrike">
                <a:solidFill>
                  <a:srgbClr val="898989"/>
                </a:solidFill>
                <a:latin typeface="Calibri" panose="020F0502020204030204"/>
                <a:ea typeface="Calibri" panose="020F0502020204030204"/>
                <a:cs typeface="Calibri" panose="020F0502020204030204"/>
                <a:sym typeface="Calibri" panose="020F0502020204030204"/>
              </a:rPr>
            </a:fld>
            <a:endParaRPr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2" Type="http://schemas.openxmlformats.org/officeDocument/2006/relationships/theme" Target="../theme/theme3.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Shape 5"/>
        <p:cNvGrpSpPr/>
        <p:nvPr/>
      </p:nvGrpSpPr>
      <p:grpSpPr>
        <a:xfrm>
          <a:off x="0" y="0"/>
          <a:ext cx="0" cy="0"/>
          <a:chOff x="0" y="0"/>
          <a:chExt cx="0" cy="0"/>
        </a:xfrm>
      </p:grpSpPr>
      <p:sp>
        <p:nvSpPr>
          <p:cNvPr id="5" name="AutoShape 1"/>
          <p:cNvSpPr>
            <a:spLocks noGrp="1"/>
          </p:cNvSpPr>
          <p:nvPr>
            <p:ph type="body" sz="quarter" idx="1" hasCustomPrompt="1"/>
          </p:nvPr>
        </p:nvSpPr>
        <p:spPr>
          <a:xfrm>
            <a:off x="457200" y="274638"/>
            <a:ext cx="8229600" cy="1143000"/>
          </a:xfrm>
          <a:prstGeom prst="rect">
            <a:avLst/>
          </a:prstGeom>
          <a:noFill/>
          <a:ln w="12700">
            <a:noFill/>
            <a:prstDash val="solid"/>
          </a:ln>
        </p:spPr>
        <p:txBody>
          <a:bodyPr vert="horz" wrap="square" lIns="91440" tIns="45720" rIns="91440" bIns="45720" anchor="ctr">
            <a:normAutofit/>
          </a:bodyPr>
          <a:lstStyle>
            <a:lvl1pPr algn="ctr" defTabSz="914400">
              <a:lnSpc>
                <a:spcPct val="100000"/>
              </a:lnSpc>
              <a:defRPr sz="4400" b="1" i="0" u="none" strike="noStrike" spc="0">
                <a:solidFill>
                  <a:srgbClr val="000000">
                    <a:alpha val="100000"/>
                  </a:srgbClr>
                </a:solidFill>
                <a:latin typeface="Calibri" panose="020F0502020204030204"/>
              </a:defRPr>
            </a:lvl1pPr>
          </a:lstStyle>
          <a:p>
            <a:pPr marL="0" indent="0" algn="ctr" defTabSz="914400">
              <a:lnSpc>
                <a:spcPct val="100000"/>
              </a:lnSpc>
            </a:pPr>
            <a:r>
              <a:rPr lang="en-US" sz="4400" b="1" i="0" u="none" strike="noStrike">
                <a:solidFill>
                  <a:srgbClr val="000000"/>
                </a:solidFill>
                <a:latin typeface="Calibri" panose="020F0502020204030204"/>
                <a:ea typeface="Calibri" panose="020F0502020204030204"/>
                <a:cs typeface="Calibri" panose="020F0502020204030204"/>
                <a:sym typeface="Calibri" panose="020F0502020204030204"/>
              </a:rPr>
              <a:t>Click to edit Master title style</a:t>
            </a:r>
            <a:endParaRPr lang="en-US" sz="4400" b="1"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2" name="AutoShape 2"/>
          <p:cNvSpPr>
            <a:spLocks noGrp="1"/>
          </p:cNvSpPr>
          <p:nvPr>
            <p:ph type="body" sz="quarter" idx="2" hasCustomPrompt="1"/>
          </p:nvPr>
        </p:nvSpPr>
        <p:spPr>
          <a:xfrm>
            <a:off x="457200" y="1600200"/>
            <a:ext cx="8229600" cy="4525963"/>
          </a:xfrm>
          <a:prstGeom prst="rect">
            <a:avLst/>
          </a:prstGeom>
          <a:noFill/>
          <a:ln w="12700">
            <a:noFill/>
            <a:prstDash val="solid"/>
          </a:ln>
        </p:spPr>
        <p:txBody>
          <a:bodyPr vert="horz" wrap="square" lIns="91440" tIns="45720" rIns="91440" bIns="45720" anchor="t">
            <a:normAutofit/>
          </a:bodyPr>
          <a:lstStyle>
            <a:lvl1pPr marL="749300" indent="-406400" algn="l" defTabSz="914400">
              <a:lnSpc>
                <a:spcPct val="100000"/>
              </a:lnSpc>
              <a:defRPr sz="3200" b="0" i="0" u="none" strike="noStrike" spc="0">
                <a:solidFill>
                  <a:srgbClr val="000000">
                    <a:alpha val="100000"/>
                  </a:srgbClr>
                </a:solidFill>
                <a:latin typeface="Calibri" panose="020F0502020204030204"/>
              </a:defRPr>
            </a:lvl1pPr>
            <a:lvl2pPr marL="1098550" indent="-355600"/>
            <a:lvl3pPr marL="1447800" indent="-304800"/>
            <a:lvl4pPr marL="1854200" indent="-254000"/>
            <a:lvl5pPr marL="2311400" indent="-254000"/>
            <a:lvl6pPr marL="2768600" indent="-254000"/>
            <a:lvl7pPr marL="3225800" indent="-254000"/>
            <a:lvl8pPr marL="3683000" indent="-254000"/>
            <a:lvl9pPr marL="4140200" indent="-254000"/>
          </a:lstStyle>
          <a:p>
            <a:pPr marL="342900" indent="-342900" algn="l" defTabSz="914400">
              <a:lnSpc>
                <a:spcPct val="100000"/>
              </a:lnSpc>
              <a:spcBef>
                <a:spcPct val="20000"/>
              </a:spcBef>
              <a:buClr>
                <a:srgbClr val="000000"/>
              </a:buClr>
              <a:buFont typeface="Arial" panose="020B0604020202020204"/>
              <a:buChar char="•"/>
            </a:pPr>
            <a:r>
              <a:rPr lang="en-US" sz="3200" b="0" i="0" u="none" strike="noStrike">
                <a:solidFill>
                  <a:srgbClr val="000000"/>
                </a:solidFill>
                <a:latin typeface="Calibri" panose="020F0502020204030204"/>
                <a:ea typeface="Calibri" panose="020F0502020204030204"/>
                <a:cs typeface="Calibri" panose="020F0502020204030204"/>
                <a:sym typeface="Calibri" panose="020F0502020204030204"/>
              </a:rPr>
              <a:t>Click to edit Master text styles</a:t>
            </a:r>
            <a:endParaRPr lang="en-US" sz="32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742950" lvl="1" indent="-285750" algn="l" defTabSz="914400">
              <a:lnSpc>
                <a:spcPct val="100000"/>
              </a:lnSpc>
              <a:spcBef>
                <a:spcPct val="20000"/>
              </a:spcBef>
              <a:buClr>
                <a:srgbClr val="000000"/>
              </a:buClr>
              <a:buChar char="–"/>
            </a:pPr>
            <a:r>
              <a:rPr lang="en-US" sz="2800" b="0" i="0" u="none" strike="noStrike">
                <a:solidFill>
                  <a:srgbClr val="000000"/>
                </a:solidFill>
                <a:latin typeface="Calibri" panose="020F0502020204030204"/>
                <a:ea typeface="Calibri" panose="020F0502020204030204"/>
                <a:cs typeface="Calibri" panose="020F0502020204030204"/>
                <a:sym typeface="Calibri" panose="020F0502020204030204"/>
              </a:rPr>
              <a:t>Second level</a:t>
            </a:r>
            <a:endParaRPr lang="en-US" sz="28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1143000" lvl="2" indent="-228600" algn="l" defTabSz="914400">
              <a:lnSpc>
                <a:spcPct val="100000"/>
              </a:lnSpc>
              <a:spcBef>
                <a:spcPct val="20000"/>
              </a:spcBef>
              <a:buClr>
                <a:srgbClr val="000000"/>
              </a:buClr>
              <a:buFont typeface="Arial" panose="020B0604020202020204"/>
              <a:buChar char="•"/>
            </a:pPr>
            <a:r>
              <a:rPr lang="en-US" sz="2400" b="0" i="0" u="none" strike="noStrike">
                <a:solidFill>
                  <a:srgbClr val="000000"/>
                </a:solidFill>
                <a:latin typeface="Calibri" panose="020F0502020204030204"/>
                <a:ea typeface="Calibri" panose="020F0502020204030204"/>
                <a:cs typeface="Calibri" panose="020F0502020204030204"/>
                <a:sym typeface="Calibri" panose="020F0502020204030204"/>
              </a:rPr>
              <a:t>Third level</a:t>
            </a:r>
            <a:endParaRPr lang="en-US" sz="24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1600200" lvl="3" indent="-228600" algn="l" defTabSz="914400">
              <a:lnSpc>
                <a:spcPct val="100000"/>
              </a:lnSpc>
              <a:spcBef>
                <a:spcPct val="20000"/>
              </a:spcBef>
              <a:buClr>
                <a:srgbClr val="000000"/>
              </a:buClr>
              <a:buChar char="–"/>
            </a:pPr>
            <a:r>
              <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rPr>
              <a:t>Fourth level</a:t>
            </a:r>
            <a:endPar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2057400" lvl="4" indent="-228600" algn="l" defTabSz="914400">
              <a:lnSpc>
                <a:spcPct val="100000"/>
              </a:lnSpc>
              <a:spcBef>
                <a:spcPct val="20000"/>
              </a:spcBef>
              <a:buClr>
                <a:srgbClr val="000000"/>
              </a:buClr>
              <a:buChar char="»"/>
            </a:pPr>
            <a:r>
              <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rPr>
              <a:t>Fifth level</a:t>
            </a:r>
            <a:endParaRPr lang="en-US" sz="20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 name="AutoShape 3"/>
          <p:cNvSpPr>
            <a:spLocks noGrp="1"/>
          </p:cNvSpPr>
          <p:nvPr>
            <p:ph type="body" sz="quarter" idx="3" hasCustomPrompt="1"/>
          </p:nvPr>
        </p:nvSpPr>
        <p:spPr>
          <a:xfrm>
            <a:off x="457200" y="6356350"/>
            <a:ext cx="2133600" cy="365125"/>
          </a:xfrm>
          <a:prstGeom prst="rect">
            <a:avLst/>
          </a:prstGeom>
          <a:noFill/>
          <a:ln w="12700">
            <a:noFill/>
            <a:prstDash val="solid"/>
          </a:ln>
        </p:spPr>
        <p:txBody>
          <a:bodyPr vert="horz" wrap="square" lIns="91440" tIns="45720" rIns="91440" bIns="45720" anchor="ctr">
            <a:noAutofit/>
          </a:bodyPr>
          <a:lstStyle>
            <a:lvl1pPr algn="l" defTabSz="914400">
              <a:lnSpc>
                <a:spcPct val="100000"/>
              </a:lnSpc>
              <a:defRPr sz="1200" b="0" i="0" u="none" strike="noStrike" spc="0">
                <a:solidFill>
                  <a:srgbClr val="898989">
                    <a:alpha val="100000"/>
                  </a:srgbClr>
                </a:solidFill>
                <a:latin typeface="Calibri" panose="020F0502020204030204"/>
              </a:defRPr>
            </a:lvl1pPr>
          </a:lstStyle>
          <a:p>
            <a:pPr marL="0" indent="0" algn="l" defTabSz="914400">
              <a:lnSpc>
                <a:spcPct val="100000"/>
              </a:lnSpc>
            </a:pPr>
            <a:fld id="{90EFA2B2-D699-4734-A403-FDE9ED196103}" type="datetime1">
              <a:rPr sz="1200" b="0" i="0" u="none" strike="noStrike">
                <a:solidFill>
                  <a:srgbClr val="898989"/>
                </a:solidFill>
                <a:latin typeface="Calibri" panose="020F0502020204030204"/>
                <a:ea typeface="Calibri" panose="020F0502020204030204"/>
                <a:cs typeface="Calibri" panose="020F0502020204030204"/>
                <a:sym typeface="Calibri" panose="020F0502020204030204"/>
              </a:rPr>
            </a:fld>
            <a:endParaRPr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4" name="AutoShape 4"/>
          <p:cNvSpPr>
            <a:spLocks noGrp="1"/>
          </p:cNvSpPr>
          <p:nvPr>
            <p:ph type="body" sz="quarter" idx="4" hasCustomPrompt="1"/>
          </p:nvPr>
        </p:nvSpPr>
        <p:spPr>
          <a:xfrm>
            <a:off x="3124200" y="6356350"/>
            <a:ext cx="2895600" cy="365125"/>
          </a:xfrm>
          <a:prstGeom prst="rect">
            <a:avLst/>
          </a:prstGeom>
          <a:noFill/>
          <a:ln w="12700">
            <a:noFill/>
            <a:prstDash val="solid"/>
          </a:ln>
        </p:spPr>
        <p:txBody>
          <a:bodyPr vert="horz" wrap="square" lIns="91440" tIns="45720" rIns="91440" bIns="45720" anchor="ctr">
            <a:noAutofit/>
          </a:bodyPr>
          <a:lstStyle>
            <a:lvl1pPr algn="ctr" defTabSz="914400">
              <a:lnSpc>
                <a:spcPct val="100000"/>
              </a:lnSpc>
              <a:defRPr sz="1200" b="0" i="0" u="none" strike="noStrike" spc="0">
                <a:solidFill>
                  <a:srgbClr val="1F2329">
                    <a:alpha val="100000"/>
                  </a:srgbClr>
                </a:solidFill>
                <a:latin typeface="Noto Sans SC" panose="020B0200000000000000" charset="-122"/>
              </a:defRPr>
            </a:lvl1pPr>
          </a:lstStyle>
          <a:p>
            <a:pPr marL="0" indent="0" algn="ctr" defTabSz="914400">
              <a:lnSpc>
                <a:spcPct val="100000"/>
              </a:lnSpc>
            </a:pPr>
            <a:r>
              <a:rPr lang="en-US" sz="1200" b="0" i="0" u="none" strike="noStrike">
                <a:solidFill>
                  <a:srgbClr val="898989"/>
                </a:solidFill>
                <a:latin typeface="Calibri" panose="020F0502020204030204"/>
                <a:ea typeface="Calibri" panose="020F0502020204030204"/>
                <a:cs typeface="Calibri" panose="020F0502020204030204"/>
                <a:sym typeface="Calibri" panose="020F0502020204030204"/>
              </a:rPr>
              <a:t>Footer</a:t>
            </a:r>
            <a:endParaRPr lang="en-US"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
        <p:nvSpPr>
          <p:cNvPr id="6" name="AutoShape 6"/>
          <p:cNvSpPr>
            <a:spLocks noGrp="1"/>
          </p:cNvSpPr>
          <p:nvPr>
            <p:ph type="body" sz="quarter" idx="5" hasCustomPrompt="1"/>
          </p:nvPr>
        </p:nvSpPr>
        <p:spPr>
          <a:xfrm>
            <a:off x="6553200" y="6356350"/>
            <a:ext cx="2133600" cy="365125"/>
          </a:xfrm>
          <a:prstGeom prst="rect">
            <a:avLst/>
          </a:prstGeom>
          <a:noFill/>
          <a:ln w="12700">
            <a:noFill/>
            <a:prstDash val="solid"/>
          </a:ln>
        </p:spPr>
        <p:txBody>
          <a:bodyPr vert="horz" wrap="square" lIns="91440" tIns="45720" rIns="91440" bIns="45720" anchor="ctr">
            <a:noAutofit/>
          </a:bodyPr>
          <a:lstStyle>
            <a:lvl1pPr algn="r" defTabSz="914400">
              <a:lnSpc>
                <a:spcPct val="100000"/>
              </a:lnSpc>
              <a:defRPr sz="1200" b="0" i="0" u="none" strike="noStrike" spc="0">
                <a:solidFill>
                  <a:srgbClr val="898989">
                    <a:alpha val="100000"/>
                  </a:srgbClr>
                </a:solidFill>
                <a:latin typeface="Calibri" panose="020F0502020204030204"/>
              </a:defRPr>
            </a:lvl1pPr>
          </a:lstStyle>
          <a:p>
            <a:pPr marL="0" indent="0" algn="r" defTabSz="914400">
              <a:lnSpc>
                <a:spcPct val="100000"/>
              </a:lnSpc>
            </a:pPr>
            <a:fld id="{212CB781-656B-4770-B046-C657F9374F54}" type="slidenum">
              <a:rPr sz="1200" b="0" i="0" u="none" strike="noStrike">
                <a:solidFill>
                  <a:srgbClr val="898989"/>
                </a:solidFill>
                <a:latin typeface="Calibri" panose="020F0502020204030204"/>
                <a:ea typeface="Calibri" panose="020F0502020204030204"/>
                <a:cs typeface="Calibri" panose="020F0502020204030204"/>
                <a:sym typeface="Calibri" panose="020F0502020204030204"/>
              </a:rPr>
            </a:fld>
            <a:endParaRPr sz="1200" b="0" i="0" u="none" strike="noStrike">
              <a:solidFill>
                <a:srgbClr val="898989"/>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5" Type="http://schemas.openxmlformats.org/officeDocument/2006/relationships/notesSlide" Target="../notesSlides/notesSlide2.xml"/><Relationship Id="rId14" Type="http://schemas.openxmlformats.org/officeDocument/2006/relationships/slideLayout" Target="../slideLayouts/slideLayout12.xml"/><Relationship Id="rId13" Type="http://schemas.openxmlformats.org/officeDocument/2006/relationships/image" Target="../media/image1.png"/><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2.xml"/><Relationship Id="rId2" Type="http://schemas.openxmlformats.org/officeDocument/2006/relationships/image" Target="../media/image1.pn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12.xml"/><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12.xml"/><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12.xml"/><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12.xml"/><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12.xml"/><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12.xml"/><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12.xml"/><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12.xml"/><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12.xml"/><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12.xml"/><Relationship Id="rId2" Type="http://schemas.openxmlformats.org/officeDocument/2006/relationships/image" Target="../media/image1.png"/><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slideLayout" Target="../slideLayouts/slideLayout12.xml"/><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image" Target="../media/image2.png"/></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18.xml"/><Relationship Id="rId4" Type="http://schemas.openxmlformats.org/officeDocument/2006/relationships/slideLayout" Target="../slideLayouts/slideLayout12.xml"/><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image" Target="../media/image2.png"/></Relationships>
</file>

<file path=ppt/slides/_rels/slide19.xml.rels><?xml version="1.0" encoding="UTF-8" standalone="yes"?>
<Relationships xmlns="http://schemas.openxmlformats.org/package/2006/relationships"><Relationship Id="rId6" Type="http://schemas.openxmlformats.org/officeDocument/2006/relationships/notesSlide" Target="../notesSlides/notesSlide19.xml"/><Relationship Id="rId5" Type="http://schemas.openxmlformats.org/officeDocument/2006/relationships/slideLayout" Target="../slideLayouts/slideLayout12.xml"/><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image" Target="../media/image2.png"/></Relationships>
</file>

<file path=ppt/slides/_rels/slide20.xml.rels><?xml version="1.0" encoding="UTF-8" standalone="yes"?>
<Relationships xmlns="http://schemas.openxmlformats.org/package/2006/relationships"><Relationship Id="rId7" Type="http://schemas.openxmlformats.org/officeDocument/2006/relationships/notesSlide" Target="../notesSlides/notesSlide20.xml"/><Relationship Id="rId6" Type="http://schemas.openxmlformats.org/officeDocument/2006/relationships/slideLayout" Target="../slideLayouts/slideLayout12.xml"/><Relationship Id="rId5" Type="http://schemas.openxmlformats.org/officeDocument/2006/relationships/image" Target="../media/image20.png"/><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image" Target="../media/image2.png"/></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21.xml"/><Relationship Id="rId4" Type="http://schemas.openxmlformats.org/officeDocument/2006/relationships/slideLayout" Target="../slideLayouts/slideLayout12.xml"/><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image" Target="../media/image2.png"/></Relationships>
</file>

<file path=ppt/slides/_rels/slide22.xml.rels><?xml version="1.0" encoding="UTF-8" standalone="yes"?>
<Relationships xmlns="http://schemas.openxmlformats.org/package/2006/relationships"><Relationship Id="rId5" Type="http://schemas.openxmlformats.org/officeDocument/2006/relationships/notesSlide" Target="../notesSlides/notesSlide22.xml"/><Relationship Id="rId4" Type="http://schemas.openxmlformats.org/officeDocument/2006/relationships/slideLayout" Target="../slideLayouts/slideLayout12.xml"/><Relationship Id="rId3"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image" Target="../media/image2.png"/></Relationships>
</file>

<file path=ppt/slides/_rels/slide23.xml.rels><?xml version="1.0" encoding="UTF-8" standalone="yes"?>
<Relationships xmlns="http://schemas.openxmlformats.org/package/2006/relationships"><Relationship Id="rId5" Type="http://schemas.openxmlformats.org/officeDocument/2006/relationships/notesSlide" Target="../notesSlides/notesSlide23.xml"/><Relationship Id="rId4" Type="http://schemas.openxmlformats.org/officeDocument/2006/relationships/slideLayout" Target="../slideLayouts/slideLayout12.xml"/><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12.xml"/><Relationship Id="rId2" Type="http://schemas.openxmlformats.org/officeDocument/2006/relationships/image" Target="../media/image1.png"/><Relationship Id="rId1" Type="http://schemas.openxmlformats.org/officeDocument/2006/relationships/image" Target="../media/image2.png"/></Relationships>
</file>

<file path=ppt/slides/_rels/slide26.xml.rels><?xml version="1.0" encoding="UTF-8" standalone="yes"?>
<Relationships xmlns="http://schemas.openxmlformats.org/package/2006/relationships"><Relationship Id="rId5" Type="http://schemas.openxmlformats.org/officeDocument/2006/relationships/notesSlide" Target="../notesSlides/notesSlide26.xml"/><Relationship Id="rId4" Type="http://schemas.openxmlformats.org/officeDocument/2006/relationships/slideLayout" Target="../slideLayouts/slideLayout12.xml"/><Relationship Id="rId3" Type="http://schemas.openxmlformats.org/officeDocument/2006/relationships/image" Target="../media/image24.png"/><Relationship Id="rId2" Type="http://schemas.openxmlformats.org/officeDocument/2006/relationships/image" Target="../media/image1.png"/><Relationship Id="rId1"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12.xml"/><Relationship Id="rId2" Type="http://schemas.openxmlformats.org/officeDocument/2006/relationships/image" Target="../media/image1.png"/><Relationship Id="rId1" Type="http://schemas.openxmlformats.org/officeDocument/2006/relationships/image" Target="../media/image2.png"/></Relationships>
</file>

<file path=ppt/slides/_rels/slide29.xml.rels><?xml version="1.0" encoding="UTF-8" standalone="yes"?>
<Relationships xmlns="http://schemas.openxmlformats.org/package/2006/relationships"><Relationship Id="rId5" Type="http://schemas.openxmlformats.org/officeDocument/2006/relationships/notesSlide" Target="../notesSlides/notesSlide29.xml"/><Relationship Id="rId4" Type="http://schemas.openxmlformats.org/officeDocument/2006/relationships/slideLayout" Target="../slideLayouts/slideLayout12.xml"/><Relationship Id="rId3" Type="http://schemas.openxmlformats.org/officeDocument/2006/relationships/image" Target="../media/image2.png"/><Relationship Id="rId2" Type="http://schemas.openxmlformats.org/officeDocument/2006/relationships/image" Target="../media/image25.png"/><Relationship Id="rId1" Type="http://schemas.openxmlformats.org/officeDocument/2006/relationships/image" Target="../media/image1.png"/></Relationships>
</file>

<file path=ppt/slides/_rels/slide30.xml.rels><?xml version="1.0" encoding="UTF-8" standalone="yes"?>
<Relationships xmlns="http://schemas.openxmlformats.org/package/2006/relationships"><Relationship Id="rId5" Type="http://schemas.openxmlformats.org/officeDocument/2006/relationships/notesSlide" Target="../notesSlides/notesSlide30.xml"/><Relationship Id="rId4" Type="http://schemas.openxmlformats.org/officeDocument/2006/relationships/slideLayout" Target="../slideLayouts/slideLayout12.xml"/><Relationship Id="rId3" Type="http://schemas.openxmlformats.org/officeDocument/2006/relationships/image" Target="../media/image2.png"/><Relationship Id="rId2" Type="http://schemas.openxmlformats.org/officeDocument/2006/relationships/image" Target="../media/image26.png"/><Relationship Id="rId1" Type="http://schemas.openxmlformats.org/officeDocument/2006/relationships/image" Target="../media/image1.png"/></Relationships>
</file>

<file path=ppt/slides/_rels/slide31.xml.rels><?xml version="1.0" encoding="UTF-8" standalone="yes"?>
<Relationships xmlns="http://schemas.openxmlformats.org/package/2006/relationships"><Relationship Id="rId5" Type="http://schemas.openxmlformats.org/officeDocument/2006/relationships/notesSlide" Target="../notesSlides/notesSlide31.xml"/><Relationship Id="rId4" Type="http://schemas.openxmlformats.org/officeDocument/2006/relationships/slideLayout" Target="../slideLayouts/slideLayout12.xml"/><Relationship Id="rId3" Type="http://schemas.openxmlformats.org/officeDocument/2006/relationships/image" Target="../media/image2.png"/><Relationship Id="rId2" Type="http://schemas.openxmlformats.org/officeDocument/2006/relationships/image" Target="../media/image27.png"/><Relationship Id="rId1" Type="http://schemas.openxmlformats.org/officeDocument/2006/relationships/image" Target="../media/image1.png"/></Relationships>
</file>

<file path=ppt/slides/_rels/slide32.xml.rels><?xml version="1.0" encoding="UTF-8" standalone="yes"?>
<Relationships xmlns="http://schemas.openxmlformats.org/package/2006/relationships"><Relationship Id="rId5" Type="http://schemas.openxmlformats.org/officeDocument/2006/relationships/notesSlide" Target="../notesSlides/notesSlide32.xml"/><Relationship Id="rId4" Type="http://schemas.openxmlformats.org/officeDocument/2006/relationships/slideLayout" Target="../slideLayouts/slideLayout12.xml"/><Relationship Id="rId3" Type="http://schemas.openxmlformats.org/officeDocument/2006/relationships/image" Target="../media/image2.png"/><Relationship Id="rId2" Type="http://schemas.openxmlformats.org/officeDocument/2006/relationships/image" Target="../media/image28.png"/><Relationship Id="rId1" Type="http://schemas.openxmlformats.org/officeDocument/2006/relationships/image" Target="../media/image1.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34.xml.rels><?xml version="1.0" encoding="UTF-8" standalone="yes"?>
<Relationships xmlns="http://schemas.openxmlformats.org/package/2006/relationships"><Relationship Id="rId4" Type="http://schemas.openxmlformats.org/officeDocument/2006/relationships/notesSlide" Target="../notesSlides/notesSlide34.xml"/><Relationship Id="rId3" Type="http://schemas.openxmlformats.org/officeDocument/2006/relationships/slideLayout" Target="../slideLayouts/slideLayout12.xml"/><Relationship Id="rId2" Type="http://schemas.openxmlformats.org/officeDocument/2006/relationships/image" Target="../media/image1.pn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rot="10800000">
            <a:off x="5340279" y="765907"/>
            <a:ext cx="7607444" cy="7607444"/>
          </a:xfrm>
          <a:custGeom>
            <a:avLst/>
            <a:gdLst/>
            <a:ahLst/>
            <a:cxnLst/>
            <a:rect l="l" t="t" r="r" b="b"/>
            <a:pathLst>
              <a:path w="7607444" h="7607444">
                <a:moveTo>
                  <a:pt x="3803721" y="0"/>
                </a:moveTo>
                <a:cubicBezTo>
                  <a:pt x="1702980" y="0"/>
                  <a:pt x="0" y="1702980"/>
                  <a:pt x="0" y="3803721"/>
                </a:cubicBezTo>
                <a:cubicBezTo>
                  <a:pt x="0" y="5904464"/>
                  <a:pt x="1702980" y="7607444"/>
                  <a:pt x="3803721" y="7607444"/>
                </a:cubicBezTo>
                <a:cubicBezTo>
                  <a:pt x="5904464" y="7607444"/>
                  <a:pt x="7607444" y="5904464"/>
                  <a:pt x="7607444" y="3803721"/>
                </a:cubicBezTo>
                <a:cubicBezTo>
                  <a:pt x="7607444" y="1702980"/>
                  <a:pt x="5904464" y="0"/>
                  <a:pt x="3803721" y="0"/>
                </a:cubicBezTo>
                <a:close/>
              </a:path>
            </a:pathLst>
          </a:custGeom>
          <a:gradFill rotWithShape="1">
            <a:gsLst>
              <a:gs pos="0">
                <a:srgbClr val="FFFFFF">
                  <a:alpha val="0"/>
                </a:srgbClr>
              </a:gs>
              <a:gs pos="100000">
                <a:srgbClr val="DDEEFF">
                  <a:alpha val="100000"/>
                </a:srgbClr>
              </a:gs>
            </a:gsLst>
            <a:lin ang="5400000"/>
          </a:gradFill>
          <a:ln w="25400" cap="flat" cmpd="sng">
            <a:noFill/>
            <a:prstDash val="solid"/>
            <a:round/>
          </a:ln>
        </p:spPr>
        <p:txBody>
          <a:bodyPr vert="horz" wrap="square" lIns="91440" tIns="45720" rIns="91440" bIns="45720" rtlCol="0" anchor="t" anchorCtr="0"/>
          <a:lstStyle/>
          <a:p>
            <a:pPr algn="l">
              <a:defRPr/>
            </a:pPr>
          </a:p>
        </p:txBody>
      </p:sp>
      <p:sp>
        <p:nvSpPr>
          <p:cNvPr id="3" name="AutoShape 3"/>
          <p:cNvSpPr txBox="1"/>
          <p:nvPr/>
        </p:nvSpPr>
        <p:spPr>
          <a:xfrm rot="10800000">
            <a:off x="6053477" y="1479105"/>
            <a:ext cx="6181047" cy="6181047"/>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4" name="AutoShape 4"/>
          <p:cNvSpPr txBox="1"/>
          <p:nvPr/>
        </p:nvSpPr>
        <p:spPr>
          <a:xfrm>
            <a:off x="1925612" y="2707517"/>
            <a:ext cx="14436775" cy="1655966"/>
          </a:xfrm>
          <a:prstGeom prst="rect">
            <a:avLst/>
          </a:prstGeom>
          <a:noFill/>
          <a:ln w="19050" cap="flat" cmpd="sng">
            <a:noFill/>
            <a:prstDash val="solid"/>
            <a:round/>
          </a:ln>
        </p:spPr>
        <p:txBody>
          <a:bodyPr vert="horz" wrap="square" lIns="0" tIns="0" rIns="0" bIns="0" rtlCol="0" anchor="t" anchorCtr="0"/>
          <a:lstStyle/>
          <a:p>
            <a:pPr marL="0" indent="0" algn="ctr" defTabSz="914400">
              <a:lnSpc>
                <a:spcPts val="14935"/>
              </a:lnSpc>
              <a:defRPr/>
            </a:pPr>
            <a:r>
              <a:rPr lang="en-US" sz="10300" b="1" i="0" u="none" strike="noStrike" dirty="0">
                <a:solidFill>
                  <a:srgbClr val="004AAD"/>
                </a:solidFill>
                <a:latin typeface="仿宋" panose="02010609060101010101" pitchFamily="49" charset="-122"/>
                <a:ea typeface="仿宋" panose="02010609060101010101" pitchFamily="49" charset="-122"/>
                <a:cs typeface="Zhuque Fangsong"/>
                <a:sym typeface="Zhuque Fangsong"/>
              </a:rPr>
              <a:t>密码学-基础理论与应用</a:t>
            </a:r>
            <a:endParaRPr lang="en-US" sz="1100" dirty="0">
              <a:latin typeface="仿宋" panose="02010609060101010101" pitchFamily="49" charset="-122"/>
              <a:ea typeface="仿宋" panose="02010609060101010101" pitchFamily="49" charset="-122"/>
            </a:endParaRPr>
          </a:p>
        </p:txBody>
      </p:sp>
      <p:sp>
        <p:nvSpPr>
          <p:cNvPr id="5" name="Freeform 5"/>
          <p:cNvSpPr/>
          <p:nvPr/>
        </p:nvSpPr>
        <p:spPr>
          <a:xfrm>
            <a:off x="780296" y="360435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6" name="AutoShape 6"/>
          <p:cNvSpPr txBox="1"/>
          <p:nvPr/>
        </p:nvSpPr>
        <p:spPr>
          <a:xfrm>
            <a:off x="796975" y="3621029"/>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7" name="Freeform 7"/>
          <p:cNvSpPr/>
          <p:nvPr/>
        </p:nvSpPr>
        <p:spPr>
          <a:xfrm>
            <a:off x="780296" y="4024558"/>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8" name="AutoShape 8"/>
          <p:cNvSpPr txBox="1"/>
          <p:nvPr/>
        </p:nvSpPr>
        <p:spPr>
          <a:xfrm>
            <a:off x="796975" y="4041237"/>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9" name="Freeform 9"/>
          <p:cNvSpPr/>
          <p:nvPr/>
        </p:nvSpPr>
        <p:spPr>
          <a:xfrm>
            <a:off x="780296" y="4444768"/>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10" name="AutoShape 10"/>
          <p:cNvSpPr txBox="1"/>
          <p:nvPr/>
        </p:nvSpPr>
        <p:spPr>
          <a:xfrm>
            <a:off x="796975" y="4461447"/>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11" name="Freeform 11"/>
          <p:cNvSpPr/>
          <p:nvPr/>
        </p:nvSpPr>
        <p:spPr>
          <a:xfrm>
            <a:off x="780296" y="4864976"/>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12" name="AutoShape 12"/>
          <p:cNvSpPr txBox="1"/>
          <p:nvPr/>
        </p:nvSpPr>
        <p:spPr>
          <a:xfrm>
            <a:off x="796975" y="4881655"/>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13" name="Freeform 13"/>
          <p:cNvSpPr/>
          <p:nvPr/>
        </p:nvSpPr>
        <p:spPr>
          <a:xfrm>
            <a:off x="17329795" y="360435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14" name="AutoShape 14"/>
          <p:cNvSpPr txBox="1"/>
          <p:nvPr/>
        </p:nvSpPr>
        <p:spPr>
          <a:xfrm>
            <a:off x="17346474" y="3621029"/>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15" name="Freeform 15"/>
          <p:cNvSpPr/>
          <p:nvPr/>
        </p:nvSpPr>
        <p:spPr>
          <a:xfrm>
            <a:off x="17329795" y="4024558"/>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16" name="AutoShape 16"/>
          <p:cNvSpPr txBox="1"/>
          <p:nvPr/>
        </p:nvSpPr>
        <p:spPr>
          <a:xfrm>
            <a:off x="17346474" y="4041237"/>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17" name="Freeform 17"/>
          <p:cNvSpPr/>
          <p:nvPr/>
        </p:nvSpPr>
        <p:spPr>
          <a:xfrm>
            <a:off x="17329795" y="4444768"/>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18" name="AutoShape 18"/>
          <p:cNvSpPr txBox="1"/>
          <p:nvPr/>
        </p:nvSpPr>
        <p:spPr>
          <a:xfrm>
            <a:off x="17346474" y="4461447"/>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19" name="Freeform 19"/>
          <p:cNvSpPr/>
          <p:nvPr/>
        </p:nvSpPr>
        <p:spPr>
          <a:xfrm>
            <a:off x="17329795" y="4864976"/>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20" name="AutoShape 20"/>
          <p:cNvSpPr txBox="1"/>
          <p:nvPr/>
        </p:nvSpPr>
        <p:spPr>
          <a:xfrm>
            <a:off x="17346474" y="4881655"/>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21" name="AutoShape 21"/>
          <p:cNvSpPr txBox="1"/>
          <p:nvPr/>
        </p:nvSpPr>
        <p:spPr>
          <a:xfrm>
            <a:off x="2183389" y="5333657"/>
            <a:ext cx="13921220" cy="1230630"/>
          </a:xfrm>
          <a:prstGeom prst="rect">
            <a:avLst/>
          </a:prstGeom>
          <a:noFill/>
          <a:ln w="19050" cap="flat" cmpd="sng">
            <a:noFill/>
            <a:prstDash val="solid"/>
            <a:round/>
          </a:ln>
        </p:spPr>
        <p:txBody>
          <a:bodyPr vert="horz" wrap="square" lIns="0" tIns="0" rIns="0" bIns="0" rtlCol="0" anchor="t" anchorCtr="0"/>
          <a:lstStyle/>
          <a:p>
            <a:pPr marL="0" indent="0" algn="ctr" defTabSz="914400">
              <a:lnSpc>
                <a:spcPts val="9600"/>
              </a:lnSpc>
              <a:defRPr/>
            </a:pPr>
            <a:r>
              <a:rPr lang="en-US" sz="8000" b="1" i="0" u="none" strike="noStrike" dirty="0" err="1">
                <a:solidFill>
                  <a:srgbClr val="004AAD"/>
                </a:solidFill>
                <a:latin typeface="仿宋" panose="02010609060101010101" pitchFamily="49" charset="-122"/>
                <a:ea typeface="仿宋" panose="02010609060101010101" pitchFamily="49" charset="-122"/>
                <a:cs typeface="Zhuque Fangsong"/>
                <a:sym typeface="Zhuque Fangsong"/>
              </a:rPr>
              <a:t>第十章 格理论密码</a:t>
            </a:r>
            <a:endParaRPr lang="en-US" sz="1100" dirty="0">
              <a:latin typeface="仿宋" panose="02010609060101010101" pitchFamily="49" charset="-122"/>
              <a:ea typeface="仿宋" panose="02010609060101010101" pitchFamily="49" charset="-122"/>
            </a:endParaRPr>
          </a:p>
        </p:txBody>
      </p:sp>
      <p:sp>
        <p:nvSpPr>
          <p:cNvPr id="22" name="Freeform 22"/>
          <p:cNvSpPr/>
          <p:nvPr/>
        </p:nvSpPr>
        <p:spPr>
          <a:xfrm>
            <a:off x="-1028699" y="8495193"/>
            <a:ext cx="20887940" cy="1518437"/>
          </a:xfrm>
          <a:custGeom>
            <a:avLst/>
            <a:gdLst/>
            <a:ahLst/>
            <a:cxnLst/>
            <a:rect l="l" t="t" r="r" b="b"/>
            <a:pathLst>
              <a:path w="20887940" h="1518437">
                <a:moveTo>
                  <a:pt x="71773" y="0"/>
                </a:moveTo>
                <a:lnTo>
                  <a:pt x="20816167" y="0"/>
                </a:lnTo>
                <a:cubicBezTo>
                  <a:pt x="20835201" y="0"/>
                  <a:pt x="20853457" y="7563"/>
                  <a:pt x="20866917" y="21020"/>
                </a:cubicBezTo>
                <a:cubicBezTo>
                  <a:pt x="20880376" y="34479"/>
                  <a:pt x="20887940" y="52734"/>
                  <a:pt x="20887940" y="71773"/>
                </a:cubicBezTo>
                <a:lnTo>
                  <a:pt x="20887940" y="1446666"/>
                </a:lnTo>
                <a:cubicBezTo>
                  <a:pt x="20887940" y="1486305"/>
                  <a:pt x="20855807" y="1518437"/>
                  <a:pt x="20816167" y="1518437"/>
                </a:cubicBezTo>
                <a:lnTo>
                  <a:pt x="71773" y="1518437"/>
                </a:lnTo>
                <a:cubicBezTo>
                  <a:pt x="32134" y="1518437"/>
                  <a:pt x="0" y="1486305"/>
                  <a:pt x="0" y="1446666"/>
                </a:cubicBezTo>
                <a:lnTo>
                  <a:pt x="0" y="71773"/>
                </a:lnTo>
                <a:cubicBezTo>
                  <a:pt x="0" y="32134"/>
                  <a:pt x="32134" y="0"/>
                  <a:pt x="71773" y="0"/>
                </a:cubicBezTo>
                <a:close/>
              </a:path>
            </a:pathLst>
          </a:custGeom>
          <a:gradFill rotWithShape="1">
            <a:gsLst>
              <a:gs pos="0">
                <a:srgbClr val="FFAD5C">
                  <a:alpha val="100000"/>
                </a:srgbClr>
              </a:gs>
              <a:gs pos="100000">
                <a:srgbClr val="FFE1C4">
                  <a:alpha val="100000"/>
                </a:srgbClr>
              </a:gs>
            </a:gsLst>
            <a:lin ang="0"/>
          </a:gradFill>
          <a:ln w="25400" cap="flat" cmpd="sng">
            <a:noFill/>
            <a:prstDash val="solid"/>
            <a:round/>
          </a:ln>
        </p:spPr>
        <p:txBody>
          <a:bodyPr vert="horz" wrap="square" lIns="91440" tIns="45720" rIns="91440" bIns="45720" rtlCol="0" anchor="t" anchorCtr="0"/>
          <a:lstStyle/>
          <a:p>
            <a:pPr algn="l">
              <a:defRPr/>
            </a:pPr>
          </a:p>
        </p:txBody>
      </p:sp>
      <p:sp>
        <p:nvSpPr>
          <p:cNvPr id="23" name="AutoShape 23"/>
          <p:cNvSpPr txBox="1"/>
          <p:nvPr/>
        </p:nvSpPr>
        <p:spPr>
          <a:xfrm>
            <a:off x="-1028699" y="8495193"/>
            <a:ext cx="20887940" cy="1518438"/>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24" name="Freeform 24"/>
          <p:cNvSpPr/>
          <p:nvPr/>
        </p:nvSpPr>
        <p:spPr>
          <a:xfrm>
            <a:off x="-1299970" y="8706725"/>
            <a:ext cx="20887940" cy="1718462"/>
          </a:xfrm>
          <a:custGeom>
            <a:avLst/>
            <a:gdLst/>
            <a:ahLst/>
            <a:cxnLst/>
            <a:rect l="l" t="t" r="r" b="b"/>
            <a:pathLst>
              <a:path w="20887940" h="1718462">
                <a:moveTo>
                  <a:pt x="71773" y="0"/>
                </a:moveTo>
                <a:lnTo>
                  <a:pt x="20816167" y="0"/>
                </a:lnTo>
                <a:cubicBezTo>
                  <a:pt x="20835201" y="0"/>
                  <a:pt x="20853457" y="7563"/>
                  <a:pt x="20866917" y="21020"/>
                </a:cubicBezTo>
                <a:cubicBezTo>
                  <a:pt x="20880376" y="34479"/>
                  <a:pt x="20887940" y="52734"/>
                  <a:pt x="20887940" y="71773"/>
                </a:cubicBezTo>
                <a:lnTo>
                  <a:pt x="20887940" y="1646695"/>
                </a:lnTo>
                <a:cubicBezTo>
                  <a:pt x="20887940" y="1686330"/>
                  <a:pt x="20855807" y="1718462"/>
                  <a:pt x="20816167" y="1718462"/>
                </a:cubicBezTo>
                <a:lnTo>
                  <a:pt x="71773" y="1718462"/>
                </a:lnTo>
                <a:cubicBezTo>
                  <a:pt x="32134" y="1718462"/>
                  <a:pt x="0" y="1686330"/>
                  <a:pt x="0" y="1646695"/>
                </a:cubicBezTo>
                <a:lnTo>
                  <a:pt x="0" y="71773"/>
                </a:lnTo>
                <a:cubicBezTo>
                  <a:pt x="0" y="32134"/>
                  <a:pt x="32134" y="0"/>
                  <a:pt x="71773" y="0"/>
                </a:cubicBezTo>
                <a:close/>
              </a:path>
            </a:pathLst>
          </a:custGeom>
          <a:solidFill>
            <a:srgbClr val="013E7C">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25" name="AutoShape 25"/>
          <p:cNvSpPr txBox="1"/>
          <p:nvPr/>
        </p:nvSpPr>
        <p:spPr>
          <a:xfrm>
            <a:off x="-1299970" y="8706725"/>
            <a:ext cx="20887940" cy="1718463"/>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26" name="AutoShape 26"/>
          <p:cNvSpPr txBox="1"/>
          <p:nvPr/>
        </p:nvSpPr>
        <p:spPr>
          <a:xfrm>
            <a:off x="15352206" y="9254412"/>
            <a:ext cx="2133600" cy="365125"/>
          </a:xfrm>
          <a:prstGeom prst="rect">
            <a:avLst/>
          </a:prstGeom>
          <a:noFill/>
          <a:ln w="19050" cap="flat" cmpd="sng">
            <a:noFill/>
            <a:prstDash val="solid"/>
            <a:round/>
          </a:ln>
        </p:spPr>
        <p:txBody>
          <a:bodyPr vert="horz" wrap="square" lIns="91440" tIns="45720" rIns="91440" bIns="45720" rtlCol="0" anchor="ctr" anchorCtr="0"/>
          <a:lstStyle/>
          <a:p>
            <a:pPr marL="0" indent="0" algn="r" defTabSz="914400">
              <a:lnSpc>
                <a:spcPct val="100000"/>
              </a:lnSpc>
              <a:defRPr/>
            </a:pPr>
            <a:fld id="{93C33B1F-E0F7-433A-81B6-7011BFDCB487}" type="slidenum">
              <a:rPr sz="1400" b="0" i="0" u="none" strike="noStrike">
                <a:solidFill>
                  <a:srgbClr val="FFC000"/>
                </a:solidFill>
                <a:latin typeface="Calibri" panose="020F0502020204030204"/>
                <a:ea typeface="Calibri" panose="020F0502020204030204"/>
                <a:cs typeface="Calibri" panose="020F0502020204030204"/>
                <a:sym typeface="Calibri" panose="020F0502020204030204"/>
              </a:rPr>
            </a:fld>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780296" y="360435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3" name="AutoShape 3"/>
          <p:cNvSpPr txBox="1"/>
          <p:nvPr/>
        </p:nvSpPr>
        <p:spPr>
          <a:xfrm>
            <a:off x="796975" y="3621029"/>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4" name="Freeform 4"/>
          <p:cNvSpPr/>
          <p:nvPr/>
        </p:nvSpPr>
        <p:spPr>
          <a:xfrm>
            <a:off x="780296" y="4024558"/>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5" name="AutoShape 5"/>
          <p:cNvSpPr txBox="1"/>
          <p:nvPr/>
        </p:nvSpPr>
        <p:spPr>
          <a:xfrm>
            <a:off x="796975" y="4041237"/>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6" name="Freeform 6"/>
          <p:cNvSpPr/>
          <p:nvPr/>
        </p:nvSpPr>
        <p:spPr>
          <a:xfrm>
            <a:off x="780296" y="4444768"/>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7" name="AutoShape 7"/>
          <p:cNvSpPr txBox="1"/>
          <p:nvPr/>
        </p:nvSpPr>
        <p:spPr>
          <a:xfrm>
            <a:off x="796975" y="4461447"/>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8" name="Freeform 8"/>
          <p:cNvSpPr/>
          <p:nvPr/>
        </p:nvSpPr>
        <p:spPr>
          <a:xfrm>
            <a:off x="780296" y="4864976"/>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9" name="AutoShape 9"/>
          <p:cNvSpPr txBox="1"/>
          <p:nvPr/>
        </p:nvSpPr>
        <p:spPr>
          <a:xfrm>
            <a:off x="796975" y="4881655"/>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10" name="Freeform 10"/>
          <p:cNvSpPr/>
          <p:nvPr/>
        </p:nvSpPr>
        <p:spPr>
          <a:xfrm>
            <a:off x="17329795" y="360435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11" name="AutoShape 11"/>
          <p:cNvSpPr txBox="1"/>
          <p:nvPr/>
        </p:nvSpPr>
        <p:spPr>
          <a:xfrm>
            <a:off x="17346474" y="3621029"/>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12" name="Freeform 12"/>
          <p:cNvSpPr/>
          <p:nvPr/>
        </p:nvSpPr>
        <p:spPr>
          <a:xfrm>
            <a:off x="17329795" y="4024558"/>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13" name="AutoShape 13"/>
          <p:cNvSpPr txBox="1"/>
          <p:nvPr/>
        </p:nvSpPr>
        <p:spPr>
          <a:xfrm>
            <a:off x="17346474" y="4041237"/>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14" name="Freeform 14"/>
          <p:cNvSpPr/>
          <p:nvPr/>
        </p:nvSpPr>
        <p:spPr>
          <a:xfrm>
            <a:off x="17329795" y="4444768"/>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15" name="AutoShape 15"/>
          <p:cNvSpPr txBox="1"/>
          <p:nvPr/>
        </p:nvSpPr>
        <p:spPr>
          <a:xfrm>
            <a:off x="17346474" y="4461447"/>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16" name="Freeform 16"/>
          <p:cNvSpPr/>
          <p:nvPr/>
        </p:nvSpPr>
        <p:spPr>
          <a:xfrm>
            <a:off x="17329795" y="4864976"/>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17" name="AutoShape 17"/>
          <p:cNvSpPr txBox="1"/>
          <p:nvPr/>
        </p:nvSpPr>
        <p:spPr>
          <a:xfrm>
            <a:off x="17346474" y="4881655"/>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18" name="AutoShape 18"/>
          <p:cNvSpPr txBox="1"/>
          <p:nvPr/>
        </p:nvSpPr>
        <p:spPr>
          <a:xfrm>
            <a:off x="2753304" y="3018095"/>
            <a:ext cx="2336788" cy="3175806"/>
          </a:xfrm>
          <a:prstGeom prst="rect">
            <a:avLst/>
          </a:prstGeom>
          <a:noFill/>
          <a:ln w="19050" cap="flat" cmpd="sng">
            <a:noFill/>
            <a:prstDash val="solid"/>
            <a:round/>
          </a:ln>
        </p:spPr>
        <p:txBody>
          <a:bodyPr vert="horz" wrap="square" lIns="0" tIns="0" rIns="0" bIns="0" rtlCol="0" anchor="t" anchorCtr="0"/>
          <a:lstStyle/>
          <a:p>
            <a:pPr marL="0" indent="0" algn="ctr" defTabSz="914400">
              <a:lnSpc>
                <a:spcPts val="12880"/>
              </a:lnSpc>
              <a:defRPr/>
            </a:pPr>
            <a:r>
              <a:rPr lang="en-US" sz="9200" b="1" i="0" u="none" strike="noStrike" dirty="0" err="1">
                <a:solidFill>
                  <a:srgbClr val="004AAD"/>
                </a:solidFill>
                <a:latin typeface="仿宋" panose="02010609060101010101" pitchFamily="49" charset="-122"/>
                <a:ea typeface="仿宋" panose="02010609060101010101" pitchFamily="49" charset="-122"/>
                <a:cs typeface="Zhuque Fangsong"/>
                <a:sym typeface="Zhuque Fangsong"/>
              </a:rPr>
              <a:t>目录</a:t>
            </a:r>
            <a:endParaRPr lang="en-US" sz="1100" dirty="0">
              <a:latin typeface="仿宋" panose="02010609060101010101" pitchFamily="49" charset="-122"/>
              <a:ea typeface="仿宋" panose="02010609060101010101" pitchFamily="49" charset="-122"/>
            </a:endParaRPr>
          </a:p>
        </p:txBody>
      </p:sp>
      <p:sp>
        <p:nvSpPr>
          <p:cNvPr id="19" name="AutoShape 19"/>
          <p:cNvSpPr txBox="1"/>
          <p:nvPr/>
        </p:nvSpPr>
        <p:spPr>
          <a:xfrm>
            <a:off x="2744825" y="4476395"/>
            <a:ext cx="2745105" cy="494110"/>
          </a:xfrm>
          <a:prstGeom prst="rect">
            <a:avLst/>
          </a:prstGeom>
          <a:noFill/>
          <a:ln w="19050" cap="flat" cmpd="sng">
            <a:noFill/>
            <a:prstDash val="solid"/>
            <a:round/>
          </a:ln>
        </p:spPr>
        <p:txBody>
          <a:bodyPr vert="horz" wrap="square" lIns="0" tIns="0" rIns="0" bIns="0" rtlCol="0" anchor="t" anchorCtr="0"/>
          <a:lstStyle/>
          <a:p>
            <a:pPr marL="0" indent="0" algn="ctr" defTabSz="914400">
              <a:lnSpc>
                <a:spcPts val="4200"/>
              </a:lnSpc>
              <a:defRPr/>
            </a:pPr>
            <a:r>
              <a:rPr lang="en-US" sz="3000" b="0" i="0" u="none" strike="noStrike" dirty="0">
                <a:solidFill>
                  <a:srgbClr val="004AAD"/>
                </a:solidFill>
                <a:latin typeface="Times New Roman" panose="02020603050405020304"/>
                <a:ea typeface="Times New Roman" panose="02020603050405020304"/>
                <a:cs typeface="Times New Roman" panose="02020603050405020304"/>
                <a:sym typeface="Times New Roman" panose="02020603050405020304"/>
              </a:rPr>
              <a:t>CONTENTS</a:t>
            </a:r>
            <a:endParaRPr lang="en-US" sz="1100" dirty="0"/>
          </a:p>
        </p:txBody>
      </p:sp>
      <p:sp>
        <p:nvSpPr>
          <p:cNvPr id="20" name="AutoShape 20"/>
          <p:cNvSpPr txBox="1"/>
          <p:nvPr>
            <p:custDataLst>
              <p:tags r:id="rId1"/>
            </p:custDataLst>
          </p:nvPr>
        </p:nvSpPr>
        <p:spPr>
          <a:xfrm>
            <a:off x="6885192" y="2301206"/>
            <a:ext cx="923721" cy="717550"/>
          </a:xfrm>
          <a:prstGeom prst="rect">
            <a:avLst/>
          </a:prstGeom>
          <a:noFill/>
          <a:ln w="19050" cap="flat" cmpd="sng">
            <a:noFill/>
            <a:prstDash val="solid"/>
            <a:round/>
          </a:ln>
        </p:spPr>
        <p:txBody>
          <a:bodyPr vert="horz" wrap="square" lIns="0" tIns="0" rIns="0" bIns="0" rtlCol="0" anchor="t" anchorCtr="0"/>
          <a:lstStyle/>
          <a:p>
            <a:pPr marL="0" indent="0" algn="ctr" defTabSz="914400">
              <a:lnSpc>
                <a:spcPts val="5600"/>
              </a:lnSpc>
              <a:defRPr/>
            </a:pPr>
            <a:r>
              <a:rPr lang="en-US" sz="4000" b="1" i="0" u="none" strike="noStrike" dirty="0">
                <a:solidFill>
                  <a:srgbClr val="004AAD"/>
                </a:solidFill>
                <a:latin typeface="Times New Roman" panose="02020603050405020304"/>
                <a:ea typeface="Times New Roman" panose="02020603050405020304"/>
                <a:cs typeface="Times New Roman" panose="02020603050405020304"/>
                <a:sym typeface="Times New Roman" panose="02020603050405020304"/>
              </a:rPr>
              <a:t>10.1</a:t>
            </a:r>
            <a:endParaRPr lang="en-US" sz="1100" dirty="0"/>
          </a:p>
        </p:txBody>
      </p:sp>
      <p:sp>
        <p:nvSpPr>
          <p:cNvPr id="21" name="AutoShape 21"/>
          <p:cNvSpPr txBox="1"/>
          <p:nvPr>
            <p:custDataLst>
              <p:tags r:id="rId2"/>
            </p:custDataLst>
          </p:nvPr>
        </p:nvSpPr>
        <p:spPr>
          <a:xfrm>
            <a:off x="8229600" y="2301249"/>
            <a:ext cx="5664200" cy="658495"/>
          </a:xfrm>
          <a:prstGeom prst="rect">
            <a:avLst/>
          </a:prstGeom>
          <a:noFill/>
          <a:ln w="19050" cap="flat" cmpd="sng">
            <a:noFill/>
            <a:prstDash val="solid"/>
            <a:round/>
          </a:ln>
        </p:spPr>
        <p:txBody>
          <a:bodyPr vert="horz" wrap="square" lIns="0" tIns="0" rIns="0" bIns="0" rtlCol="0" anchor="t" anchorCtr="0"/>
          <a:lstStyle/>
          <a:p>
            <a:pPr marL="0" indent="0" algn="l" defTabSz="914400">
              <a:lnSpc>
                <a:spcPts val="5880"/>
              </a:lnSpc>
              <a:defRPr/>
            </a:pPr>
            <a:r>
              <a:rPr lang="en-US" sz="4200" b="1" i="0" u="none" strike="noStrike" dirty="0" err="1">
                <a:solidFill>
                  <a:srgbClr val="000000"/>
                </a:solidFill>
                <a:latin typeface="仿宋" panose="02010609060101010101" pitchFamily="49" charset="-122"/>
                <a:ea typeface="仿宋" panose="02010609060101010101" pitchFamily="49" charset="-122"/>
                <a:cs typeface="Zhuque Fangsong"/>
                <a:sym typeface="Zhuque Fangsong"/>
              </a:rPr>
              <a:t>格的基本概念</a:t>
            </a:r>
            <a:endParaRPr lang="en-US" sz="4200" dirty="0">
              <a:latin typeface="仿宋" panose="02010609060101010101" pitchFamily="49" charset="-122"/>
              <a:ea typeface="仿宋" panose="02010609060101010101" pitchFamily="49" charset="-122"/>
            </a:endParaRPr>
          </a:p>
        </p:txBody>
      </p:sp>
      <p:sp>
        <p:nvSpPr>
          <p:cNvPr id="22" name="AutoShape 22"/>
          <p:cNvSpPr txBox="1"/>
          <p:nvPr>
            <p:custDataLst>
              <p:tags r:id="rId3"/>
            </p:custDataLst>
          </p:nvPr>
        </p:nvSpPr>
        <p:spPr>
          <a:xfrm>
            <a:off x="6885192" y="3286091"/>
            <a:ext cx="923721" cy="717550"/>
          </a:xfrm>
          <a:prstGeom prst="rect">
            <a:avLst/>
          </a:prstGeom>
          <a:noFill/>
          <a:ln w="19050" cap="flat" cmpd="sng">
            <a:noFill/>
            <a:prstDash val="solid"/>
            <a:round/>
          </a:ln>
        </p:spPr>
        <p:txBody>
          <a:bodyPr vert="horz" wrap="square" lIns="0" tIns="0" rIns="0" bIns="0" rtlCol="0" anchor="t" anchorCtr="0"/>
          <a:lstStyle/>
          <a:p>
            <a:pPr marL="0" indent="0" algn="ctr" defTabSz="914400">
              <a:lnSpc>
                <a:spcPts val="5600"/>
              </a:lnSpc>
              <a:defRPr/>
            </a:pPr>
            <a:r>
              <a:rPr lang="en-US" sz="4000" b="1" i="0" u="none" strike="noStrike">
                <a:solidFill>
                  <a:srgbClr val="004AAD"/>
                </a:solidFill>
                <a:latin typeface="Times New Roman" panose="02020603050405020304"/>
                <a:ea typeface="Times New Roman" panose="02020603050405020304"/>
                <a:cs typeface="Times New Roman" panose="02020603050405020304"/>
                <a:sym typeface="Times New Roman" panose="02020603050405020304"/>
              </a:rPr>
              <a:t>10.2</a:t>
            </a:r>
            <a:endParaRPr lang="en-US" sz="1100"/>
          </a:p>
        </p:txBody>
      </p:sp>
      <p:sp>
        <p:nvSpPr>
          <p:cNvPr id="23" name="AutoShape 23"/>
          <p:cNvSpPr txBox="1"/>
          <p:nvPr>
            <p:custDataLst>
              <p:tags r:id="rId4"/>
            </p:custDataLst>
          </p:nvPr>
        </p:nvSpPr>
        <p:spPr>
          <a:xfrm>
            <a:off x="6904857" y="4190966"/>
            <a:ext cx="923721" cy="717550"/>
          </a:xfrm>
          <a:prstGeom prst="rect">
            <a:avLst/>
          </a:prstGeom>
          <a:noFill/>
          <a:ln w="19050" cap="flat" cmpd="sng">
            <a:noFill/>
            <a:prstDash val="solid"/>
            <a:round/>
          </a:ln>
        </p:spPr>
        <p:txBody>
          <a:bodyPr vert="horz" wrap="square" lIns="0" tIns="0" rIns="0" bIns="0" rtlCol="0" anchor="t" anchorCtr="0"/>
          <a:lstStyle/>
          <a:p>
            <a:pPr marL="0" indent="0" algn="ctr" defTabSz="914400">
              <a:lnSpc>
                <a:spcPts val="5600"/>
              </a:lnSpc>
              <a:defRPr/>
            </a:pPr>
            <a:r>
              <a:rPr lang="en-US" sz="4000" b="1" i="0" u="none" strike="noStrike">
                <a:solidFill>
                  <a:srgbClr val="004AAD"/>
                </a:solidFill>
                <a:latin typeface="Times New Roman" panose="02020603050405020304"/>
                <a:ea typeface="Times New Roman" panose="02020603050405020304"/>
                <a:cs typeface="Times New Roman" panose="02020603050405020304"/>
                <a:sym typeface="Times New Roman" panose="02020603050405020304"/>
              </a:rPr>
              <a:t>10.3</a:t>
            </a:r>
            <a:endParaRPr lang="en-US" sz="1100"/>
          </a:p>
        </p:txBody>
      </p:sp>
      <p:sp>
        <p:nvSpPr>
          <p:cNvPr id="24" name="AutoShape 24"/>
          <p:cNvSpPr txBox="1"/>
          <p:nvPr>
            <p:custDataLst>
              <p:tags r:id="rId5"/>
            </p:custDataLst>
          </p:nvPr>
        </p:nvSpPr>
        <p:spPr>
          <a:xfrm>
            <a:off x="8249265" y="4191009"/>
            <a:ext cx="5539105" cy="753745"/>
          </a:xfrm>
          <a:prstGeom prst="rect">
            <a:avLst/>
          </a:prstGeom>
          <a:noFill/>
          <a:ln w="19050" cap="flat" cmpd="sng">
            <a:noFill/>
            <a:prstDash val="solid"/>
            <a:round/>
          </a:ln>
        </p:spPr>
        <p:txBody>
          <a:bodyPr vert="horz" wrap="square" lIns="0" tIns="0" rIns="0" bIns="0" rtlCol="0" anchor="t" anchorCtr="0"/>
          <a:lstStyle/>
          <a:p>
            <a:pPr marL="0" indent="0" algn="l" defTabSz="914400">
              <a:lnSpc>
                <a:spcPts val="5880"/>
              </a:lnSpc>
              <a:defRPr/>
            </a:pPr>
            <a:r>
              <a:rPr lang="en-US" sz="4200" b="1" i="0" u="none" strike="noStrike">
                <a:solidFill>
                  <a:srgbClr val="000000"/>
                </a:solidFill>
                <a:latin typeface="仿宋" panose="02010609060101010101" pitchFamily="49" charset="-122"/>
                <a:ea typeface="仿宋" panose="02010609060101010101" pitchFamily="49" charset="-122"/>
                <a:cs typeface="Zhuque Fangsong"/>
                <a:sym typeface="Zhuque Fangsong"/>
              </a:rPr>
              <a:t>NTRU密码体制</a:t>
            </a:r>
            <a:endParaRPr lang="en-US" sz="4200">
              <a:latin typeface="仿宋" panose="02010609060101010101" pitchFamily="49" charset="-122"/>
              <a:ea typeface="仿宋" panose="02010609060101010101" pitchFamily="49" charset="-122"/>
            </a:endParaRPr>
          </a:p>
        </p:txBody>
      </p:sp>
      <p:sp>
        <p:nvSpPr>
          <p:cNvPr id="25" name="Freeform 25"/>
          <p:cNvSpPr/>
          <p:nvPr/>
        </p:nvSpPr>
        <p:spPr>
          <a:xfrm>
            <a:off x="-1028571" y="9109075"/>
            <a:ext cx="20888195" cy="1035153"/>
          </a:xfrm>
          <a:custGeom>
            <a:avLst/>
            <a:gdLst/>
            <a:ahLst/>
            <a:cxnLst/>
            <a:rect l="l" t="t" r="r" b="b"/>
            <a:pathLst>
              <a:path w="20888195" h="1035153">
                <a:moveTo>
                  <a:pt x="71773" y="0"/>
                </a:moveTo>
                <a:lnTo>
                  <a:pt x="20816423" y="0"/>
                </a:lnTo>
                <a:cubicBezTo>
                  <a:pt x="20835456" y="0"/>
                  <a:pt x="20853712" y="5156"/>
                  <a:pt x="20867172" y="14329"/>
                </a:cubicBezTo>
                <a:cubicBezTo>
                  <a:pt x="20880633" y="23505"/>
                  <a:pt x="20888195" y="35950"/>
                  <a:pt x="20888195" y="48929"/>
                </a:cubicBezTo>
                <a:lnTo>
                  <a:pt x="20888195" y="986225"/>
                </a:lnTo>
                <a:cubicBezTo>
                  <a:pt x="20888195" y="1013247"/>
                  <a:pt x="20856063" y="1035153"/>
                  <a:pt x="20816423" y="1035153"/>
                </a:cubicBezTo>
                <a:lnTo>
                  <a:pt x="71773" y="1035153"/>
                </a:lnTo>
                <a:cubicBezTo>
                  <a:pt x="32134" y="1035153"/>
                  <a:pt x="0" y="1013247"/>
                  <a:pt x="0" y="986225"/>
                </a:cubicBezTo>
                <a:lnTo>
                  <a:pt x="0" y="48929"/>
                </a:lnTo>
                <a:cubicBezTo>
                  <a:pt x="0" y="21906"/>
                  <a:pt x="32134" y="0"/>
                  <a:pt x="71773" y="0"/>
                </a:cubicBezTo>
                <a:close/>
              </a:path>
            </a:pathLst>
          </a:custGeom>
          <a:gradFill rotWithShape="1">
            <a:gsLst>
              <a:gs pos="0">
                <a:srgbClr val="FFAD5C">
                  <a:alpha val="100000"/>
                </a:srgbClr>
              </a:gs>
              <a:gs pos="100000">
                <a:srgbClr val="FFE1C4">
                  <a:alpha val="100000"/>
                </a:srgbClr>
              </a:gs>
            </a:gsLst>
            <a:lin ang="0"/>
          </a:gradFill>
          <a:ln w="25400" cap="flat" cmpd="sng">
            <a:noFill/>
            <a:prstDash val="solid"/>
            <a:round/>
          </a:ln>
        </p:spPr>
        <p:txBody>
          <a:bodyPr vert="horz" wrap="square" lIns="91440" tIns="45720" rIns="91440" bIns="45720" rtlCol="0" anchor="t" anchorCtr="0"/>
          <a:lstStyle/>
          <a:p>
            <a:pPr algn="l">
              <a:defRPr/>
            </a:pPr>
          </a:p>
        </p:txBody>
      </p:sp>
      <p:sp>
        <p:nvSpPr>
          <p:cNvPr id="26" name="AutoShape 26"/>
          <p:cNvSpPr txBox="1"/>
          <p:nvPr/>
        </p:nvSpPr>
        <p:spPr>
          <a:xfrm>
            <a:off x="-1028571" y="9109075"/>
            <a:ext cx="20888196" cy="1035153"/>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27" name="Freeform 27"/>
          <p:cNvSpPr/>
          <p:nvPr/>
        </p:nvSpPr>
        <p:spPr>
          <a:xfrm>
            <a:off x="-1299845" y="9253281"/>
            <a:ext cx="20888195" cy="1171514"/>
          </a:xfrm>
          <a:custGeom>
            <a:avLst/>
            <a:gdLst/>
            <a:ahLst/>
            <a:cxnLst/>
            <a:rect l="l" t="t" r="r" b="b"/>
            <a:pathLst>
              <a:path w="20888195" h="1171514">
                <a:moveTo>
                  <a:pt x="71773" y="0"/>
                </a:moveTo>
                <a:lnTo>
                  <a:pt x="20816423" y="0"/>
                </a:lnTo>
                <a:cubicBezTo>
                  <a:pt x="20835456" y="0"/>
                  <a:pt x="20853712" y="5156"/>
                  <a:pt x="20867172" y="14329"/>
                </a:cubicBezTo>
                <a:cubicBezTo>
                  <a:pt x="20880633" y="23505"/>
                  <a:pt x="20888195" y="35950"/>
                  <a:pt x="20888195" y="48929"/>
                </a:cubicBezTo>
                <a:lnTo>
                  <a:pt x="20888195" y="1122587"/>
                </a:lnTo>
                <a:cubicBezTo>
                  <a:pt x="20888195" y="1149608"/>
                  <a:pt x="20856063" y="1171514"/>
                  <a:pt x="20816423" y="1171514"/>
                </a:cubicBezTo>
                <a:lnTo>
                  <a:pt x="71773" y="1171514"/>
                </a:lnTo>
                <a:cubicBezTo>
                  <a:pt x="32134" y="1171514"/>
                  <a:pt x="0" y="1149608"/>
                  <a:pt x="0" y="1122587"/>
                </a:cubicBezTo>
                <a:lnTo>
                  <a:pt x="0" y="48929"/>
                </a:lnTo>
                <a:cubicBezTo>
                  <a:pt x="0" y="21906"/>
                  <a:pt x="32134" y="0"/>
                  <a:pt x="71773" y="0"/>
                </a:cubicBezTo>
                <a:close/>
              </a:path>
            </a:pathLst>
          </a:custGeom>
          <a:solidFill>
            <a:srgbClr val="013E7C">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28" name="AutoShape 28"/>
          <p:cNvSpPr txBox="1"/>
          <p:nvPr/>
        </p:nvSpPr>
        <p:spPr>
          <a:xfrm>
            <a:off x="-1299845" y="9253281"/>
            <a:ext cx="20888196" cy="1171514"/>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29" name="AutoShape 29"/>
          <p:cNvSpPr txBox="1"/>
          <p:nvPr>
            <p:custDataLst>
              <p:tags r:id="rId6"/>
            </p:custDataLst>
          </p:nvPr>
        </p:nvSpPr>
        <p:spPr>
          <a:xfrm>
            <a:off x="8249196" y="5175216"/>
            <a:ext cx="4766247" cy="753745"/>
          </a:xfrm>
          <a:prstGeom prst="rect">
            <a:avLst/>
          </a:prstGeom>
          <a:noFill/>
          <a:ln w="19050" cap="flat" cmpd="sng">
            <a:noFill/>
            <a:prstDash val="solid"/>
            <a:round/>
          </a:ln>
        </p:spPr>
        <p:txBody>
          <a:bodyPr vert="horz" wrap="square" lIns="0" tIns="0" rIns="0" bIns="0" rtlCol="0" anchor="t" anchorCtr="0"/>
          <a:lstStyle/>
          <a:p>
            <a:pPr marL="0" indent="0" algn="l" defTabSz="914400">
              <a:lnSpc>
                <a:spcPts val="5880"/>
              </a:lnSpc>
              <a:defRPr/>
            </a:pPr>
            <a:r>
              <a:rPr lang="en-US" sz="4200" b="1" i="0" u="none" strike="noStrike" dirty="0">
                <a:solidFill>
                  <a:srgbClr val="000000"/>
                </a:solidFill>
                <a:latin typeface="仿宋" panose="02010609060101010101" pitchFamily="49" charset="-122"/>
                <a:ea typeface="仿宋" panose="02010609060101010101" pitchFamily="49" charset="-122"/>
                <a:cs typeface="Zhuque Fangsong"/>
                <a:sym typeface="Zhuque Fangsong"/>
              </a:rPr>
              <a:t>Kyber</a:t>
            </a:r>
            <a:r>
              <a:rPr lang="zh-CN" altLang="en-US" sz="4200" b="1" i="0" u="none" strike="noStrike" dirty="0">
                <a:solidFill>
                  <a:srgbClr val="000000"/>
                </a:solidFill>
                <a:latin typeface="仿宋" panose="02010609060101010101" pitchFamily="49" charset="-122"/>
                <a:ea typeface="仿宋" panose="02010609060101010101" pitchFamily="49" charset="-122"/>
                <a:cs typeface="Zhuque Fangsong"/>
                <a:sym typeface="Zhuque Fangsong"/>
              </a:rPr>
              <a:t>公钥密码</a:t>
            </a:r>
            <a:r>
              <a:rPr lang="en-US" sz="4200" b="1" i="0" u="none" strike="noStrike" dirty="0" err="1">
                <a:solidFill>
                  <a:srgbClr val="000000"/>
                </a:solidFill>
                <a:latin typeface="仿宋" panose="02010609060101010101" pitchFamily="49" charset="-122"/>
                <a:ea typeface="仿宋" panose="02010609060101010101" pitchFamily="49" charset="-122"/>
                <a:cs typeface="Zhuque Fangsong"/>
                <a:sym typeface="Zhuque Fangsong"/>
              </a:rPr>
              <a:t>算法</a:t>
            </a:r>
            <a:endParaRPr lang="en-US" sz="4200" dirty="0">
              <a:latin typeface="仿宋" panose="02010609060101010101" pitchFamily="49" charset="-122"/>
              <a:ea typeface="仿宋" panose="02010609060101010101" pitchFamily="49" charset="-122"/>
            </a:endParaRPr>
          </a:p>
        </p:txBody>
      </p:sp>
      <p:sp>
        <p:nvSpPr>
          <p:cNvPr id="30" name="AutoShape 30"/>
          <p:cNvSpPr txBox="1"/>
          <p:nvPr>
            <p:custDataLst>
              <p:tags r:id="rId7"/>
            </p:custDataLst>
          </p:nvPr>
        </p:nvSpPr>
        <p:spPr>
          <a:xfrm>
            <a:off x="6904857" y="5175216"/>
            <a:ext cx="923721" cy="717550"/>
          </a:xfrm>
          <a:prstGeom prst="rect">
            <a:avLst/>
          </a:prstGeom>
          <a:noFill/>
          <a:ln w="19050" cap="flat" cmpd="sng">
            <a:noFill/>
            <a:prstDash val="solid"/>
            <a:round/>
          </a:ln>
        </p:spPr>
        <p:txBody>
          <a:bodyPr vert="horz" wrap="square" lIns="0" tIns="0" rIns="0" bIns="0" rtlCol="0" anchor="t" anchorCtr="0"/>
          <a:lstStyle/>
          <a:p>
            <a:pPr marL="0" indent="0" algn="ctr" defTabSz="914400">
              <a:lnSpc>
                <a:spcPts val="5600"/>
              </a:lnSpc>
              <a:defRPr/>
            </a:pPr>
            <a:r>
              <a:rPr lang="en-US" sz="4000" b="1" i="0" u="none" strike="noStrike">
                <a:solidFill>
                  <a:srgbClr val="004AAD"/>
                </a:solidFill>
                <a:latin typeface="Times New Roman" panose="02020603050405020304"/>
                <a:ea typeface="Times New Roman" panose="02020603050405020304"/>
                <a:cs typeface="Times New Roman" panose="02020603050405020304"/>
                <a:sym typeface="Times New Roman" panose="02020603050405020304"/>
              </a:rPr>
              <a:t>10.4</a:t>
            </a:r>
            <a:endParaRPr lang="en-US" sz="1100"/>
          </a:p>
        </p:txBody>
      </p:sp>
      <p:sp>
        <p:nvSpPr>
          <p:cNvPr id="31" name="AutoShape 31"/>
          <p:cNvSpPr txBox="1"/>
          <p:nvPr>
            <p:custDataLst>
              <p:tags r:id="rId8"/>
            </p:custDataLst>
          </p:nvPr>
        </p:nvSpPr>
        <p:spPr>
          <a:xfrm>
            <a:off x="8229600" y="3286134"/>
            <a:ext cx="8423910" cy="842293"/>
          </a:xfrm>
          <a:prstGeom prst="rect">
            <a:avLst/>
          </a:prstGeom>
          <a:noFill/>
          <a:ln w="19050" cap="flat" cmpd="sng">
            <a:noFill/>
            <a:prstDash val="solid"/>
            <a:round/>
          </a:ln>
        </p:spPr>
        <p:txBody>
          <a:bodyPr vert="horz" wrap="square" lIns="0" tIns="0" rIns="0" bIns="0" rtlCol="0" anchor="t" anchorCtr="0"/>
          <a:lstStyle/>
          <a:p>
            <a:pPr marL="0" indent="0" algn="l" defTabSz="914400">
              <a:lnSpc>
                <a:spcPts val="5880"/>
              </a:lnSpc>
              <a:defRPr/>
            </a:pPr>
            <a:r>
              <a:rPr lang="en-US" sz="4200" b="1" i="0" u="none" strike="noStrike" dirty="0">
                <a:solidFill>
                  <a:srgbClr val="000000"/>
                </a:solidFill>
                <a:latin typeface="仿宋" panose="02010609060101010101" pitchFamily="49" charset="-122"/>
                <a:ea typeface="仿宋" panose="02010609060101010101" pitchFamily="49" charset="-122"/>
                <a:cs typeface="Zhuque Fangsong"/>
                <a:sym typeface="Zhuque Fangsong"/>
              </a:rPr>
              <a:t>格上的计算困难问题</a:t>
            </a:r>
            <a:endParaRPr lang="en-US" sz="4200" dirty="0">
              <a:latin typeface="仿宋" panose="02010609060101010101" pitchFamily="49" charset="-122"/>
              <a:ea typeface="仿宋" panose="02010609060101010101" pitchFamily="49" charset="-122"/>
            </a:endParaRPr>
          </a:p>
        </p:txBody>
      </p:sp>
      <p:sp>
        <p:nvSpPr>
          <p:cNvPr id="32" name="AutoShape 32"/>
          <p:cNvSpPr txBox="1"/>
          <p:nvPr>
            <p:custDataLst>
              <p:tags r:id="rId9"/>
            </p:custDataLst>
          </p:nvPr>
        </p:nvSpPr>
        <p:spPr>
          <a:xfrm>
            <a:off x="8249265" y="6159509"/>
            <a:ext cx="6827520" cy="753745"/>
          </a:xfrm>
          <a:prstGeom prst="rect">
            <a:avLst/>
          </a:prstGeom>
          <a:noFill/>
          <a:ln w="19050" cap="flat" cmpd="sng">
            <a:noFill/>
            <a:prstDash val="solid"/>
            <a:round/>
          </a:ln>
        </p:spPr>
        <p:txBody>
          <a:bodyPr vert="horz" wrap="square" lIns="0" tIns="0" rIns="0" bIns="0" rtlCol="0" anchor="t" anchorCtr="0"/>
          <a:lstStyle/>
          <a:p>
            <a:pPr marL="0" indent="0" algn="l" defTabSz="914400">
              <a:lnSpc>
                <a:spcPts val="5880"/>
              </a:lnSpc>
              <a:defRPr/>
            </a:pPr>
            <a:r>
              <a:rPr lang="en-US" sz="4200" b="1" i="0" u="none" strike="noStrike">
                <a:solidFill>
                  <a:srgbClr val="000000"/>
                </a:solidFill>
                <a:latin typeface="仿宋" panose="02010609060101010101" pitchFamily="49" charset="-122"/>
                <a:ea typeface="仿宋" panose="02010609060101010101" pitchFamily="49" charset="-122"/>
                <a:cs typeface="Zhuque Fangsong"/>
                <a:sym typeface="Zhuque Fangsong"/>
              </a:rPr>
              <a:t>Dilithium算法</a:t>
            </a:r>
            <a:endParaRPr lang="en-US" sz="4200">
              <a:latin typeface="仿宋" panose="02010609060101010101" pitchFamily="49" charset="-122"/>
              <a:ea typeface="仿宋" panose="02010609060101010101" pitchFamily="49" charset="-122"/>
            </a:endParaRPr>
          </a:p>
        </p:txBody>
      </p:sp>
      <p:sp>
        <p:nvSpPr>
          <p:cNvPr id="33" name="AutoShape 33"/>
          <p:cNvSpPr txBox="1"/>
          <p:nvPr>
            <p:custDataLst>
              <p:tags r:id="rId10"/>
            </p:custDataLst>
          </p:nvPr>
        </p:nvSpPr>
        <p:spPr>
          <a:xfrm>
            <a:off x="6904857" y="6159466"/>
            <a:ext cx="923721" cy="717550"/>
          </a:xfrm>
          <a:prstGeom prst="rect">
            <a:avLst/>
          </a:prstGeom>
          <a:noFill/>
          <a:ln w="19050" cap="flat" cmpd="sng">
            <a:noFill/>
            <a:prstDash val="solid"/>
            <a:round/>
          </a:ln>
        </p:spPr>
        <p:txBody>
          <a:bodyPr vert="horz" wrap="square" lIns="0" tIns="0" rIns="0" bIns="0" rtlCol="0" anchor="t" anchorCtr="0"/>
          <a:lstStyle/>
          <a:p>
            <a:pPr marL="0" indent="0" algn="ctr" defTabSz="914400">
              <a:lnSpc>
                <a:spcPts val="5600"/>
              </a:lnSpc>
              <a:defRPr/>
            </a:pPr>
            <a:r>
              <a:rPr lang="en-US" sz="4000" b="1" i="0" u="none" strike="noStrike">
                <a:solidFill>
                  <a:srgbClr val="004AAD"/>
                </a:solidFill>
                <a:latin typeface="Times New Roman" panose="02020603050405020304"/>
                <a:ea typeface="Times New Roman" panose="02020603050405020304"/>
                <a:cs typeface="Times New Roman" panose="02020603050405020304"/>
                <a:sym typeface="Times New Roman" panose="02020603050405020304"/>
              </a:rPr>
              <a:t>10.5</a:t>
            </a:r>
            <a:endParaRPr lang="en-US" sz="1100"/>
          </a:p>
        </p:txBody>
      </p:sp>
      <p:sp>
        <p:nvSpPr>
          <p:cNvPr id="34" name="AutoShape 34"/>
          <p:cNvSpPr txBox="1"/>
          <p:nvPr>
            <p:custDataLst>
              <p:tags r:id="rId11"/>
            </p:custDataLst>
          </p:nvPr>
        </p:nvSpPr>
        <p:spPr>
          <a:xfrm>
            <a:off x="6904857" y="7143750"/>
            <a:ext cx="923721" cy="717550"/>
          </a:xfrm>
          <a:prstGeom prst="rect">
            <a:avLst/>
          </a:prstGeom>
          <a:noFill/>
          <a:ln w="19050" cap="flat" cmpd="sng">
            <a:noFill/>
            <a:prstDash val="solid"/>
            <a:round/>
          </a:ln>
        </p:spPr>
        <p:txBody>
          <a:bodyPr vert="horz" wrap="square" lIns="0" tIns="0" rIns="0" bIns="0" rtlCol="0" anchor="t" anchorCtr="0"/>
          <a:lstStyle/>
          <a:p>
            <a:pPr marL="0" indent="0" algn="ctr" defTabSz="914400">
              <a:lnSpc>
                <a:spcPts val="5600"/>
              </a:lnSpc>
              <a:defRPr/>
            </a:pPr>
            <a:r>
              <a:rPr lang="en-US" sz="4000" b="1" i="0" u="none" strike="noStrike">
                <a:solidFill>
                  <a:srgbClr val="004AAD"/>
                </a:solidFill>
                <a:latin typeface="Times New Roman" panose="02020603050405020304"/>
                <a:ea typeface="Times New Roman" panose="02020603050405020304"/>
                <a:cs typeface="Times New Roman" panose="02020603050405020304"/>
                <a:sym typeface="Times New Roman" panose="02020603050405020304"/>
              </a:rPr>
              <a:t>10.6</a:t>
            </a:r>
            <a:endParaRPr lang="en-US" sz="1100"/>
          </a:p>
        </p:txBody>
      </p:sp>
      <p:sp>
        <p:nvSpPr>
          <p:cNvPr id="35" name="AutoShape 35"/>
          <p:cNvSpPr txBox="1"/>
          <p:nvPr>
            <p:custDataLst>
              <p:tags r:id="rId12"/>
            </p:custDataLst>
          </p:nvPr>
        </p:nvSpPr>
        <p:spPr>
          <a:xfrm>
            <a:off x="8249265" y="7143750"/>
            <a:ext cx="6827520" cy="753745"/>
          </a:xfrm>
          <a:prstGeom prst="rect">
            <a:avLst/>
          </a:prstGeom>
          <a:noFill/>
          <a:ln w="19050" cap="flat" cmpd="sng">
            <a:noFill/>
            <a:prstDash val="solid"/>
            <a:round/>
          </a:ln>
        </p:spPr>
        <p:txBody>
          <a:bodyPr vert="horz" wrap="square" lIns="0" tIns="0" rIns="0" bIns="0" rtlCol="0" anchor="t" anchorCtr="0"/>
          <a:lstStyle/>
          <a:p>
            <a:pPr marL="0" indent="0" algn="l" defTabSz="914400">
              <a:lnSpc>
                <a:spcPts val="5880"/>
              </a:lnSpc>
              <a:defRPr/>
            </a:pPr>
            <a:r>
              <a:rPr lang="en-US" sz="4200" b="1" i="0" u="none" strike="noStrike">
                <a:solidFill>
                  <a:srgbClr val="000000"/>
                </a:solidFill>
                <a:latin typeface="仿宋" panose="02010609060101010101" pitchFamily="49" charset="-122"/>
                <a:ea typeface="仿宋" panose="02010609060101010101" pitchFamily="49" charset="-122"/>
                <a:cs typeface="Zhuque Fangsong"/>
                <a:sym typeface="Zhuque Fangsong"/>
              </a:rPr>
              <a:t>本章小结</a:t>
            </a:r>
            <a:endParaRPr lang="en-US" sz="4200">
              <a:latin typeface="仿宋" panose="02010609060101010101" pitchFamily="49" charset="-122"/>
              <a:ea typeface="仿宋" panose="02010609060101010101" pitchFamily="49" charset="-122"/>
            </a:endParaRPr>
          </a:p>
        </p:txBody>
      </p:sp>
      <p:sp>
        <p:nvSpPr>
          <p:cNvPr id="36" name="AutoShape 36"/>
          <p:cNvSpPr txBox="1"/>
          <p:nvPr/>
        </p:nvSpPr>
        <p:spPr>
          <a:xfrm>
            <a:off x="15378279" y="9581905"/>
            <a:ext cx="2133600" cy="441325"/>
          </a:xfrm>
          <a:prstGeom prst="rect">
            <a:avLst/>
          </a:prstGeom>
          <a:noFill/>
          <a:ln w="19050" cap="flat" cmpd="sng">
            <a:noFill/>
            <a:prstDash val="solid"/>
            <a:round/>
          </a:ln>
        </p:spPr>
        <p:txBody>
          <a:bodyPr vert="horz" wrap="square" lIns="91440" tIns="45720" rIns="91440" bIns="45720" rtlCol="0" anchor="ctr" anchorCtr="0"/>
          <a:lstStyle/>
          <a:p>
            <a:pPr marL="0" indent="0" algn="r" defTabSz="914400">
              <a:lnSpc>
                <a:spcPct val="100000"/>
              </a:lnSpc>
              <a:defRPr/>
            </a:pPr>
            <a:fld id="{065CEA13-6B64-4232-93F5-C2480C0CCD88}" type="slidenum">
              <a:rPr sz="1400" b="0" i="0" u="none" strike="noStrike">
                <a:solidFill>
                  <a:srgbClr val="FFC000"/>
                </a:solidFill>
                <a:latin typeface="Calibri" panose="020F0502020204030204"/>
                <a:ea typeface="Calibri" panose="020F0502020204030204"/>
                <a:cs typeface="Calibri" panose="020F0502020204030204"/>
                <a:sym typeface="Calibri" panose="020F0502020204030204"/>
              </a:rPr>
            </a:fld>
            <a:endParaRPr lang="en-US" sz="1100"/>
          </a:p>
        </p:txBody>
      </p:sp>
      <p:pic>
        <p:nvPicPr>
          <p:cNvPr id="38" name="Picture 38"/>
          <p:cNvPicPr>
            <a:picLocks noChangeAspect="1"/>
          </p:cNvPicPr>
          <p:nvPr/>
        </p:nvPicPr>
        <p:blipFill>
          <a:blip r:embed="rId13"/>
          <a:srcRect/>
          <a:stretch>
            <a:fillRect/>
          </a:stretch>
        </p:blipFill>
        <p:spPr>
          <a:xfrm>
            <a:off x="929726" y="975133"/>
            <a:ext cx="2771429" cy="47619"/>
          </a:xfrm>
          <a:prstGeom prst="rect">
            <a:avLst/>
          </a:prstGeom>
          <a:noFill/>
          <a:ln w="25400" cap="flat" cmpd="sng">
            <a:noFill/>
            <a:prstDash val="solid"/>
            <a:round/>
          </a:ln>
        </p:spPr>
      </p:pic>
      <p:sp>
        <p:nvSpPr>
          <p:cNvPr id="41" name="AutoShape 35"/>
          <p:cNvSpPr txBox="1"/>
          <p:nvPr/>
        </p:nvSpPr>
        <p:spPr>
          <a:xfrm>
            <a:off x="796975" y="605801"/>
            <a:ext cx="3700052" cy="369332"/>
          </a:xfrm>
          <a:prstGeom prst="rect">
            <a:avLst/>
          </a:prstGeom>
          <a:noFill/>
          <a:ln w="19050" cap="flat" cmpd="sng">
            <a:noFill/>
            <a:prstDash val="solid"/>
            <a:round/>
          </a:ln>
        </p:spPr>
        <p:txBody>
          <a:bodyPr vert="horz" wrap="none" lIns="91440" tIns="45720" rIns="91440" bIns="45720" rtlCol="0" anchor="t" anchorCtr="0"/>
          <a:lstStyle/>
          <a:p>
            <a:pPr>
              <a:defRPr/>
            </a:pPr>
            <a:r>
              <a:rPr lang="zh-CN" altLang="zh-CN" sz="18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仿宋" panose="02010609060101010101" pitchFamily="49" charset="-122"/>
                <a:ea typeface="仿宋" panose="02010609060101010101" pitchFamily="49" charset="-122"/>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密码学</a:t>
            </a:r>
            <a:r>
              <a:rPr lang="en-US" sz="1800" b="1" i="0" u="none" strike="noStrike" dirty="0">
                <a:solidFill>
                  <a:srgbClr val="1F497D"/>
                </a:solidFill>
                <a:latin typeface="仿宋" panose="02010609060101010101" pitchFamily="49" charset="-122"/>
                <a:ea typeface="仿宋" panose="02010609060101010101" pitchFamily="49" charset="-122"/>
                <a:cs typeface="Zhuque Fangsong"/>
                <a:sym typeface="Zhuque Fangsong"/>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基础理论与应用</a:t>
            </a:r>
            <a:endParaRPr lang="en-US" sz="1100" dirty="0">
              <a:latin typeface="仿宋" panose="02010609060101010101" pitchFamily="49" charset="-122"/>
              <a:ea typeface="仿宋" panose="02010609060101010101" pitchFamily="49"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780296" y="360435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3" name="AutoShape 3"/>
          <p:cNvSpPr txBox="1"/>
          <p:nvPr/>
        </p:nvSpPr>
        <p:spPr>
          <a:xfrm>
            <a:off x="796975" y="3621029"/>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4" name="Freeform 4"/>
          <p:cNvSpPr/>
          <p:nvPr/>
        </p:nvSpPr>
        <p:spPr>
          <a:xfrm>
            <a:off x="780296" y="4024558"/>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5" name="AutoShape 5"/>
          <p:cNvSpPr txBox="1"/>
          <p:nvPr/>
        </p:nvSpPr>
        <p:spPr>
          <a:xfrm>
            <a:off x="796975" y="4041237"/>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6" name="Freeform 6"/>
          <p:cNvSpPr/>
          <p:nvPr/>
        </p:nvSpPr>
        <p:spPr>
          <a:xfrm>
            <a:off x="780296" y="4444768"/>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7" name="AutoShape 7"/>
          <p:cNvSpPr txBox="1"/>
          <p:nvPr/>
        </p:nvSpPr>
        <p:spPr>
          <a:xfrm>
            <a:off x="796975" y="4461447"/>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8" name="Freeform 8"/>
          <p:cNvSpPr/>
          <p:nvPr/>
        </p:nvSpPr>
        <p:spPr>
          <a:xfrm>
            <a:off x="780296" y="4864976"/>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9" name="AutoShape 9"/>
          <p:cNvSpPr txBox="1"/>
          <p:nvPr/>
        </p:nvSpPr>
        <p:spPr>
          <a:xfrm>
            <a:off x="796975" y="4881655"/>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10" name="Freeform 10"/>
          <p:cNvSpPr/>
          <p:nvPr/>
        </p:nvSpPr>
        <p:spPr>
          <a:xfrm>
            <a:off x="17329795" y="360435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11" name="AutoShape 11"/>
          <p:cNvSpPr txBox="1"/>
          <p:nvPr/>
        </p:nvSpPr>
        <p:spPr>
          <a:xfrm>
            <a:off x="17346474" y="3621029"/>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12" name="Freeform 12"/>
          <p:cNvSpPr/>
          <p:nvPr/>
        </p:nvSpPr>
        <p:spPr>
          <a:xfrm>
            <a:off x="17329795" y="4024558"/>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13" name="AutoShape 13"/>
          <p:cNvSpPr txBox="1"/>
          <p:nvPr/>
        </p:nvSpPr>
        <p:spPr>
          <a:xfrm>
            <a:off x="17346474" y="4041237"/>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14" name="Freeform 14"/>
          <p:cNvSpPr/>
          <p:nvPr/>
        </p:nvSpPr>
        <p:spPr>
          <a:xfrm>
            <a:off x="17329795" y="4444768"/>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15" name="AutoShape 15"/>
          <p:cNvSpPr txBox="1"/>
          <p:nvPr/>
        </p:nvSpPr>
        <p:spPr>
          <a:xfrm>
            <a:off x="17346474" y="4461447"/>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16" name="Freeform 16"/>
          <p:cNvSpPr/>
          <p:nvPr/>
        </p:nvSpPr>
        <p:spPr>
          <a:xfrm>
            <a:off x="17329795" y="4864976"/>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17" name="AutoShape 17"/>
          <p:cNvSpPr txBox="1"/>
          <p:nvPr/>
        </p:nvSpPr>
        <p:spPr>
          <a:xfrm>
            <a:off x="17346474" y="4881655"/>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18" name="Freeform 18"/>
          <p:cNvSpPr/>
          <p:nvPr/>
        </p:nvSpPr>
        <p:spPr>
          <a:xfrm rot="10800000">
            <a:off x="5340277" y="802276"/>
            <a:ext cx="7607444" cy="7607444"/>
          </a:xfrm>
          <a:custGeom>
            <a:avLst/>
            <a:gdLst/>
            <a:ahLst/>
            <a:cxnLst/>
            <a:rect l="l" t="t" r="r" b="b"/>
            <a:pathLst>
              <a:path w="7607444" h="7607444">
                <a:moveTo>
                  <a:pt x="3803721" y="0"/>
                </a:moveTo>
                <a:cubicBezTo>
                  <a:pt x="1702980" y="0"/>
                  <a:pt x="0" y="1702980"/>
                  <a:pt x="0" y="3803721"/>
                </a:cubicBezTo>
                <a:cubicBezTo>
                  <a:pt x="0" y="5904464"/>
                  <a:pt x="1702980" y="7607444"/>
                  <a:pt x="3803721" y="7607444"/>
                </a:cubicBezTo>
                <a:cubicBezTo>
                  <a:pt x="5904464" y="7607444"/>
                  <a:pt x="7607444" y="5904464"/>
                  <a:pt x="7607444" y="3803721"/>
                </a:cubicBezTo>
                <a:cubicBezTo>
                  <a:pt x="7607444" y="1702980"/>
                  <a:pt x="5904464" y="0"/>
                  <a:pt x="3803721" y="0"/>
                </a:cubicBezTo>
                <a:close/>
              </a:path>
            </a:pathLst>
          </a:custGeom>
          <a:gradFill rotWithShape="1">
            <a:gsLst>
              <a:gs pos="0">
                <a:srgbClr val="FFFFFF">
                  <a:alpha val="0"/>
                </a:srgbClr>
              </a:gs>
              <a:gs pos="100000">
                <a:srgbClr val="DDEEFF">
                  <a:alpha val="100000"/>
                </a:srgbClr>
              </a:gs>
            </a:gsLst>
            <a:lin ang="5400000"/>
          </a:gradFill>
          <a:ln w="25400" cap="flat" cmpd="sng">
            <a:noFill/>
            <a:prstDash val="solid"/>
            <a:round/>
          </a:ln>
        </p:spPr>
        <p:txBody>
          <a:bodyPr vert="horz" wrap="square" lIns="91440" tIns="45720" rIns="91440" bIns="45720" rtlCol="0" anchor="t" anchorCtr="0"/>
          <a:lstStyle/>
          <a:p>
            <a:pPr algn="l">
              <a:defRPr/>
            </a:pPr>
          </a:p>
        </p:txBody>
      </p:sp>
      <p:sp>
        <p:nvSpPr>
          <p:cNvPr id="19" name="AutoShape 19"/>
          <p:cNvSpPr txBox="1"/>
          <p:nvPr/>
        </p:nvSpPr>
        <p:spPr>
          <a:xfrm rot="10800000">
            <a:off x="6053475" y="1515474"/>
            <a:ext cx="6181047" cy="6181047"/>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20" name="AutoShape 20"/>
          <p:cNvSpPr txBox="1"/>
          <p:nvPr/>
        </p:nvSpPr>
        <p:spPr>
          <a:xfrm>
            <a:off x="7781241" y="2834725"/>
            <a:ext cx="2725514" cy="2190115"/>
          </a:xfrm>
          <a:prstGeom prst="rect">
            <a:avLst/>
          </a:prstGeom>
          <a:noFill/>
          <a:ln w="19050" cap="flat" cmpd="sng">
            <a:noFill/>
            <a:prstDash val="solid"/>
            <a:round/>
          </a:ln>
        </p:spPr>
        <p:txBody>
          <a:bodyPr vert="horz" wrap="square" lIns="0" tIns="0" rIns="0" bIns="0" rtlCol="0" anchor="t" anchorCtr="0"/>
          <a:lstStyle/>
          <a:p>
            <a:pPr marL="0" indent="0" algn="ctr" defTabSz="914400">
              <a:lnSpc>
                <a:spcPts val="17080"/>
              </a:lnSpc>
              <a:defRPr/>
            </a:pPr>
            <a:r>
              <a:rPr lang="en-US" sz="12200" b="0" i="0" u="none" strike="noStrike" dirty="0">
                <a:solidFill>
                  <a:srgbClr val="004AAD"/>
                </a:solidFill>
                <a:latin typeface="Times New Roman" panose="02020603050405020304"/>
                <a:ea typeface="Times New Roman" panose="02020603050405020304"/>
                <a:cs typeface="Times New Roman" panose="02020603050405020304"/>
                <a:sym typeface="Times New Roman" panose="02020603050405020304"/>
              </a:rPr>
              <a:t>10.1</a:t>
            </a:r>
            <a:endParaRPr lang="en-US" sz="1100" dirty="0"/>
          </a:p>
        </p:txBody>
      </p:sp>
      <p:sp>
        <p:nvSpPr>
          <p:cNvPr id="21" name="AutoShape 21"/>
          <p:cNvSpPr txBox="1"/>
          <p:nvPr/>
        </p:nvSpPr>
        <p:spPr>
          <a:xfrm>
            <a:off x="3428998" y="5143500"/>
            <a:ext cx="11429999" cy="2872105"/>
          </a:xfrm>
          <a:prstGeom prst="rect">
            <a:avLst/>
          </a:prstGeom>
          <a:noFill/>
          <a:ln w="19050" cap="flat" cmpd="sng">
            <a:noFill/>
            <a:prstDash val="solid"/>
            <a:round/>
          </a:ln>
        </p:spPr>
        <p:txBody>
          <a:bodyPr vert="horz" wrap="square" lIns="0" tIns="0" rIns="0" bIns="0" rtlCol="0" anchor="t" anchorCtr="0"/>
          <a:lstStyle/>
          <a:p>
            <a:pPr marL="0" indent="0" algn="ctr" defTabSz="914400">
              <a:lnSpc>
                <a:spcPts val="11200"/>
              </a:lnSpc>
              <a:defRPr/>
            </a:pPr>
            <a:r>
              <a:rPr lang="en-US" sz="9600" b="1" i="0" u="none" strike="noStrike" dirty="0" err="1">
                <a:solidFill>
                  <a:srgbClr val="004AAD"/>
                </a:solidFill>
                <a:latin typeface="仿宋" panose="02010609060101010101" pitchFamily="49" charset="-122"/>
                <a:ea typeface="仿宋" panose="02010609060101010101" pitchFamily="49" charset="-122"/>
                <a:cs typeface="Zhuque Fangsong"/>
                <a:sym typeface="Zhuque Fangsong"/>
              </a:rPr>
              <a:t>格的基本概念</a:t>
            </a:r>
            <a:endParaRPr lang="en-US" sz="1100" dirty="0">
              <a:latin typeface="仿宋" panose="02010609060101010101" pitchFamily="49" charset="-122"/>
              <a:ea typeface="仿宋" panose="02010609060101010101" pitchFamily="49" charset="-122"/>
            </a:endParaRPr>
          </a:p>
          <a:p>
            <a:pPr algn="ctr" defTabSz="914400">
              <a:lnSpc>
                <a:spcPts val="11200"/>
              </a:lnSpc>
            </a:pPr>
            <a:endParaRPr lang="en-US" sz="1100" dirty="0"/>
          </a:p>
        </p:txBody>
      </p:sp>
      <p:sp>
        <p:nvSpPr>
          <p:cNvPr id="22" name="Freeform 22"/>
          <p:cNvSpPr/>
          <p:nvPr/>
        </p:nvSpPr>
        <p:spPr>
          <a:xfrm>
            <a:off x="-1028699" y="9030575"/>
            <a:ext cx="20887940" cy="1097222"/>
          </a:xfrm>
          <a:custGeom>
            <a:avLst/>
            <a:gdLst/>
            <a:ahLst/>
            <a:cxnLst/>
            <a:rect l="l" t="t" r="r" b="b"/>
            <a:pathLst>
              <a:path w="20887940" h="1097222">
                <a:moveTo>
                  <a:pt x="71773" y="0"/>
                </a:moveTo>
                <a:lnTo>
                  <a:pt x="20816167" y="0"/>
                </a:lnTo>
                <a:cubicBezTo>
                  <a:pt x="20835201" y="0"/>
                  <a:pt x="20853457" y="7563"/>
                  <a:pt x="20866917" y="21020"/>
                </a:cubicBezTo>
                <a:cubicBezTo>
                  <a:pt x="20880376" y="34479"/>
                  <a:pt x="20887940" y="52735"/>
                  <a:pt x="20887940" y="71773"/>
                </a:cubicBezTo>
                <a:lnTo>
                  <a:pt x="20887940" y="1025454"/>
                </a:lnTo>
                <a:cubicBezTo>
                  <a:pt x="20887940" y="1065089"/>
                  <a:pt x="20855807" y="1097222"/>
                  <a:pt x="20816167" y="1097222"/>
                </a:cubicBezTo>
                <a:lnTo>
                  <a:pt x="71773" y="1097222"/>
                </a:lnTo>
                <a:cubicBezTo>
                  <a:pt x="32134" y="1097222"/>
                  <a:pt x="0" y="1065089"/>
                  <a:pt x="0" y="1025454"/>
                </a:cubicBezTo>
                <a:lnTo>
                  <a:pt x="0" y="71773"/>
                </a:lnTo>
                <a:cubicBezTo>
                  <a:pt x="0" y="32134"/>
                  <a:pt x="32134" y="0"/>
                  <a:pt x="71773" y="0"/>
                </a:cubicBezTo>
                <a:close/>
              </a:path>
            </a:pathLst>
          </a:custGeom>
          <a:gradFill rotWithShape="1">
            <a:gsLst>
              <a:gs pos="0">
                <a:srgbClr val="FFAD5C">
                  <a:alpha val="100000"/>
                </a:srgbClr>
              </a:gs>
              <a:gs pos="100000">
                <a:srgbClr val="FFE1C4">
                  <a:alpha val="100000"/>
                </a:srgbClr>
              </a:gs>
            </a:gsLst>
            <a:lin ang="0"/>
          </a:gradFill>
          <a:ln w="25400" cap="flat" cmpd="sng">
            <a:noFill/>
            <a:prstDash val="solid"/>
            <a:round/>
          </a:ln>
        </p:spPr>
        <p:txBody>
          <a:bodyPr vert="horz" wrap="square" lIns="91440" tIns="45720" rIns="91440" bIns="45720" rtlCol="0" anchor="t" anchorCtr="0"/>
          <a:lstStyle/>
          <a:p>
            <a:pPr algn="l">
              <a:defRPr/>
            </a:pPr>
          </a:p>
        </p:txBody>
      </p:sp>
      <p:sp>
        <p:nvSpPr>
          <p:cNvPr id="23" name="AutoShape 23"/>
          <p:cNvSpPr txBox="1"/>
          <p:nvPr/>
        </p:nvSpPr>
        <p:spPr>
          <a:xfrm>
            <a:off x="-1028699" y="9030575"/>
            <a:ext cx="20887940" cy="1097222"/>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24" name="Freeform 24"/>
          <p:cNvSpPr/>
          <p:nvPr/>
        </p:nvSpPr>
        <p:spPr>
          <a:xfrm>
            <a:off x="-1299970" y="9183427"/>
            <a:ext cx="20887940" cy="1241762"/>
          </a:xfrm>
          <a:custGeom>
            <a:avLst/>
            <a:gdLst/>
            <a:ahLst/>
            <a:cxnLst/>
            <a:rect l="l" t="t" r="r" b="b"/>
            <a:pathLst>
              <a:path w="20887940" h="1241762">
                <a:moveTo>
                  <a:pt x="71773" y="0"/>
                </a:moveTo>
                <a:lnTo>
                  <a:pt x="20816167" y="0"/>
                </a:lnTo>
                <a:cubicBezTo>
                  <a:pt x="20835201" y="0"/>
                  <a:pt x="20853457" y="7563"/>
                  <a:pt x="20866917" y="21020"/>
                </a:cubicBezTo>
                <a:cubicBezTo>
                  <a:pt x="20880376" y="34479"/>
                  <a:pt x="20887940" y="52734"/>
                  <a:pt x="20887940" y="71773"/>
                </a:cubicBezTo>
                <a:lnTo>
                  <a:pt x="20887940" y="1169989"/>
                </a:lnTo>
                <a:cubicBezTo>
                  <a:pt x="20887940" y="1209628"/>
                  <a:pt x="20855807" y="1241762"/>
                  <a:pt x="20816167" y="1241762"/>
                </a:cubicBezTo>
                <a:lnTo>
                  <a:pt x="71773" y="1241762"/>
                </a:lnTo>
                <a:cubicBezTo>
                  <a:pt x="32134" y="1241762"/>
                  <a:pt x="0" y="1209628"/>
                  <a:pt x="0" y="1169989"/>
                </a:cubicBezTo>
                <a:lnTo>
                  <a:pt x="0" y="71773"/>
                </a:lnTo>
                <a:cubicBezTo>
                  <a:pt x="0" y="32134"/>
                  <a:pt x="32134" y="0"/>
                  <a:pt x="71773" y="0"/>
                </a:cubicBezTo>
                <a:close/>
              </a:path>
            </a:pathLst>
          </a:custGeom>
          <a:solidFill>
            <a:srgbClr val="013E7C">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25" name="AutoShape 25"/>
          <p:cNvSpPr txBox="1"/>
          <p:nvPr/>
        </p:nvSpPr>
        <p:spPr>
          <a:xfrm>
            <a:off x="-1299970" y="9183427"/>
            <a:ext cx="20887940" cy="124176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26" name="AutoShape 26"/>
          <p:cNvSpPr txBox="1"/>
          <p:nvPr/>
        </p:nvSpPr>
        <p:spPr>
          <a:xfrm>
            <a:off x="15374104" y="9522714"/>
            <a:ext cx="2133600" cy="441325"/>
          </a:xfrm>
          <a:prstGeom prst="rect">
            <a:avLst/>
          </a:prstGeom>
          <a:noFill/>
          <a:ln w="19050" cap="flat" cmpd="sng">
            <a:noFill/>
            <a:prstDash val="solid"/>
            <a:round/>
          </a:ln>
        </p:spPr>
        <p:txBody>
          <a:bodyPr vert="horz" wrap="square" lIns="91440" tIns="45720" rIns="91440" bIns="45720" rtlCol="0" anchor="ctr" anchorCtr="0"/>
          <a:lstStyle/>
          <a:p>
            <a:pPr marL="0" indent="0" algn="r" defTabSz="914400">
              <a:lnSpc>
                <a:spcPct val="100000"/>
              </a:lnSpc>
              <a:defRPr/>
            </a:pPr>
            <a:fld id="{6441C543-3A63-44AD-A8C0-AB5A6408EBA5}" type="slidenum">
              <a:rPr sz="1400" b="0" i="0" u="none" strike="noStrike">
                <a:solidFill>
                  <a:srgbClr val="FFC000"/>
                </a:solidFill>
                <a:latin typeface="Calibri" panose="020F0502020204030204"/>
                <a:ea typeface="Calibri" panose="020F0502020204030204"/>
                <a:cs typeface="Calibri" panose="020F0502020204030204"/>
                <a:sym typeface="Calibri" panose="020F0502020204030204"/>
              </a:rPr>
            </a:fld>
            <a:endParaRPr lang="en-US" sz="1100"/>
          </a:p>
        </p:txBody>
      </p:sp>
      <p:pic>
        <p:nvPicPr>
          <p:cNvPr id="28" name="Picture 28"/>
          <p:cNvPicPr>
            <a:picLocks noChangeAspect="1"/>
          </p:cNvPicPr>
          <p:nvPr/>
        </p:nvPicPr>
        <p:blipFill>
          <a:blip r:embed="rId1"/>
          <a:srcRect/>
          <a:stretch>
            <a:fillRect/>
          </a:stretch>
        </p:blipFill>
        <p:spPr>
          <a:xfrm>
            <a:off x="1090952" y="932573"/>
            <a:ext cx="2771429" cy="47619"/>
          </a:xfrm>
          <a:prstGeom prst="rect">
            <a:avLst/>
          </a:prstGeom>
          <a:noFill/>
          <a:ln w="25400" cap="flat" cmpd="sng">
            <a:noFill/>
            <a:prstDash val="solid"/>
            <a:round/>
          </a:ln>
        </p:spPr>
      </p:pic>
      <p:sp>
        <p:nvSpPr>
          <p:cNvPr id="29" name="AutoShape 35"/>
          <p:cNvSpPr txBox="1"/>
          <p:nvPr/>
        </p:nvSpPr>
        <p:spPr>
          <a:xfrm>
            <a:off x="796975" y="605801"/>
            <a:ext cx="3700052" cy="369332"/>
          </a:xfrm>
          <a:prstGeom prst="rect">
            <a:avLst/>
          </a:prstGeom>
          <a:noFill/>
          <a:ln w="19050" cap="flat" cmpd="sng">
            <a:noFill/>
            <a:prstDash val="solid"/>
            <a:round/>
          </a:ln>
        </p:spPr>
        <p:txBody>
          <a:bodyPr vert="horz" wrap="none" lIns="91440" tIns="45720" rIns="91440" bIns="45720" rtlCol="0" anchor="t" anchorCtr="0"/>
          <a:lstStyle/>
          <a:p>
            <a:pPr>
              <a:defRPr/>
            </a:pPr>
            <a:r>
              <a:rPr lang="zh-CN" altLang="zh-CN" sz="18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仿宋" panose="02010609060101010101" pitchFamily="49" charset="-122"/>
                <a:ea typeface="仿宋" panose="02010609060101010101" pitchFamily="49" charset="-122"/>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密码学</a:t>
            </a:r>
            <a:r>
              <a:rPr lang="en-US" sz="1800" b="1" i="0" u="none" strike="noStrike" dirty="0">
                <a:solidFill>
                  <a:srgbClr val="1F497D"/>
                </a:solidFill>
                <a:latin typeface="仿宋" panose="02010609060101010101" pitchFamily="49" charset="-122"/>
                <a:ea typeface="仿宋" panose="02010609060101010101" pitchFamily="49" charset="-122"/>
                <a:cs typeface="Zhuque Fangsong"/>
                <a:sym typeface="Zhuque Fangsong"/>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基础理论与应用</a:t>
            </a:r>
            <a:endParaRPr lang="en-US" sz="1100" dirty="0">
              <a:latin typeface="仿宋" panose="02010609060101010101" pitchFamily="49" charset="-122"/>
              <a:ea typeface="仿宋" panose="02010609060101010101" pitchFamily="49"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412090" y="1028700"/>
            <a:ext cx="7800783" cy="275915"/>
          </a:xfrm>
          <a:custGeom>
            <a:avLst/>
            <a:gdLst/>
            <a:ahLst/>
            <a:cxnLst/>
            <a:rect l="l" t="t" r="r" b="b"/>
            <a:pathLst>
              <a:path w="7800783" h="275915">
                <a:moveTo>
                  <a:pt x="137960" y="0"/>
                </a:moveTo>
                <a:lnTo>
                  <a:pt x="7662827" y="0"/>
                </a:lnTo>
                <a:cubicBezTo>
                  <a:pt x="7699414" y="0"/>
                  <a:pt x="7734504" y="14534"/>
                  <a:pt x="7760377" y="40406"/>
                </a:cubicBezTo>
                <a:cubicBezTo>
                  <a:pt x="7786248" y="66279"/>
                  <a:pt x="7800783" y="101369"/>
                  <a:pt x="7800783" y="137959"/>
                </a:cubicBezTo>
                <a:lnTo>
                  <a:pt x="7800783" y="137959"/>
                </a:lnTo>
                <a:cubicBezTo>
                  <a:pt x="7800783" y="174546"/>
                  <a:pt x="7786248" y="209636"/>
                  <a:pt x="7760377" y="235509"/>
                </a:cubicBezTo>
                <a:cubicBezTo>
                  <a:pt x="7734504" y="261380"/>
                  <a:pt x="7699414" y="275915"/>
                  <a:pt x="7662827" y="275915"/>
                </a:cubicBezTo>
                <a:lnTo>
                  <a:pt x="137960" y="275915"/>
                </a:lnTo>
                <a:cubicBezTo>
                  <a:pt x="101369" y="275915"/>
                  <a:pt x="66279" y="261380"/>
                  <a:pt x="40406" y="235509"/>
                </a:cubicBezTo>
                <a:cubicBezTo>
                  <a:pt x="14534" y="209636"/>
                  <a:pt x="0" y="174546"/>
                  <a:pt x="0" y="137959"/>
                </a:cubicBezTo>
                <a:lnTo>
                  <a:pt x="0" y="137959"/>
                </a:lnTo>
                <a:cubicBezTo>
                  <a:pt x="0" y="101369"/>
                  <a:pt x="14534" y="66279"/>
                  <a:pt x="40406" y="40406"/>
                </a:cubicBezTo>
                <a:cubicBezTo>
                  <a:pt x="66279" y="14534"/>
                  <a:pt x="101369" y="0"/>
                  <a:pt x="137960" y="0"/>
                </a:cubicBezTo>
                <a:close/>
              </a:path>
            </a:pathLst>
          </a:custGeom>
          <a:gradFill rotWithShape="1">
            <a:gsLst>
              <a:gs pos="0">
                <a:srgbClr val="DDEEFF">
                  <a:alpha val="100000"/>
                </a:srgbClr>
              </a:gs>
              <a:gs pos="100000">
                <a:srgbClr val="FFFFFF">
                  <a:alpha val="0"/>
                </a:srgbClr>
              </a:gs>
            </a:gsLst>
            <a:lin ang="0"/>
          </a:gradFill>
          <a:ln w="25400" cap="flat" cmpd="sng">
            <a:noFill/>
            <a:prstDash val="solid"/>
            <a:round/>
          </a:ln>
        </p:spPr>
        <p:txBody>
          <a:bodyPr vert="horz" wrap="square" lIns="91440" tIns="45720" rIns="91440" bIns="45720" rtlCol="0" anchor="t" anchorCtr="0"/>
          <a:lstStyle/>
          <a:p>
            <a:pPr algn="l">
              <a:defRPr/>
            </a:pPr>
          </a:p>
        </p:txBody>
      </p:sp>
      <p:pic>
        <p:nvPicPr>
          <p:cNvPr id="5" name="Picture 5"/>
          <p:cNvPicPr>
            <a:picLocks noChangeAspect="1"/>
          </p:cNvPicPr>
          <p:nvPr/>
        </p:nvPicPr>
        <p:blipFill>
          <a:blip r:embed="rId1">
            <a:alphaModFix amt="80000"/>
          </a:blip>
          <a:srcRect/>
          <a:stretch>
            <a:fillRect/>
          </a:stretch>
        </p:blipFill>
        <p:spPr>
          <a:xfrm>
            <a:off x="762000" y="494030"/>
            <a:ext cx="1069975" cy="656590"/>
          </a:xfrm>
          <a:prstGeom prst="rect">
            <a:avLst/>
          </a:prstGeom>
          <a:noFill/>
          <a:ln w="25400" cap="flat" cmpd="sng">
            <a:noFill/>
            <a:prstDash val="solid"/>
            <a:round/>
          </a:ln>
          <a:effectLst>
            <a:outerShdw blurRad="50800" dist="38100" dir="2700000" algn="tl">
              <a:srgbClr val="000000">
                <a:alpha val="40000"/>
              </a:srgbClr>
            </a:outerShdw>
            <a:reflection blurRad="6350" stA="50000" endA="300" endPos="55000" dir="5400000" sy="-100000" algn="bl" rotWithShape="0"/>
          </a:effectLst>
        </p:spPr>
      </p:pic>
      <p:pic>
        <p:nvPicPr>
          <p:cNvPr id="7" name="Picture 7"/>
          <p:cNvPicPr>
            <a:picLocks noChangeAspect="1"/>
          </p:cNvPicPr>
          <p:nvPr/>
        </p:nvPicPr>
        <p:blipFill>
          <a:blip r:embed="rId2"/>
          <a:srcRect/>
          <a:stretch>
            <a:fillRect/>
          </a:stretch>
        </p:blipFill>
        <p:spPr>
          <a:xfrm>
            <a:off x="13772537" y="1102753"/>
            <a:ext cx="2771429" cy="47619"/>
          </a:xfrm>
          <a:prstGeom prst="rect">
            <a:avLst/>
          </a:prstGeom>
          <a:noFill/>
          <a:ln w="25400" cap="flat" cmpd="sng">
            <a:noFill/>
            <a:prstDash val="solid"/>
            <a:round/>
          </a:ln>
        </p:spPr>
      </p:pic>
      <p:sp>
        <p:nvSpPr>
          <p:cNvPr id="8" name="AutoShape 8"/>
          <p:cNvSpPr txBox="1"/>
          <p:nvPr/>
        </p:nvSpPr>
        <p:spPr>
          <a:xfrm>
            <a:off x="1397409" y="2307052"/>
            <a:ext cx="15719287" cy="6985000"/>
          </a:xfrm>
          <a:prstGeom prst="rect">
            <a:avLst/>
          </a:prstGeom>
          <a:noFill/>
          <a:ln w="19050" cap="flat" cmpd="sng">
            <a:noFill/>
            <a:prstDash val="solid"/>
            <a:round/>
          </a:ln>
        </p:spPr>
        <p:txBody>
          <a:bodyPr vert="horz" wrap="square" lIns="0" tIns="0" rIns="0" bIns="0" rtlCol="0" anchor="t" anchorCtr="0"/>
          <a:lstStyle/>
          <a:p>
            <a:pPr marL="0" indent="914400" algn="just" defTabSz="914400">
              <a:lnSpc>
                <a:spcPct val="125000"/>
              </a:lnSpc>
              <a:defRPr/>
            </a:pPr>
            <a:r>
              <a:rPr lang="en-US" sz="3200" b="0" i="0" dirty="0">
                <a:solidFill>
                  <a:srgbClr val="000000"/>
                </a:solidFill>
                <a:uFillTx/>
                <a:latin typeface="Times New Roman" panose="02020603050405020304" pitchFamily="18" charset="0"/>
                <a:ea typeface="宋体" panose="02010600030101010101" pitchFamily="2" charset="-122"/>
                <a:cs typeface="Songti SC"/>
                <a:sym typeface="Songti SC"/>
              </a:rPr>
              <a:t>格（</a:t>
            </a:r>
            <a:r>
              <a:rPr lang="en-US" sz="3200" b="0" i="0" dirty="0">
                <a:solidFill>
                  <a:srgbClr val="000000"/>
                </a:solidFill>
                <a:uFillTx/>
                <a:latin typeface="Times New Roman" panose="02020603050405020304" pitchFamily="18" charset="0"/>
                <a:ea typeface="宋体" panose="02010600030101010101" pitchFamily="2" charset="-122"/>
                <a:cs typeface="Times New Roman" panose="02020603050405020304" pitchFamily="18" charset="0"/>
                <a:sym typeface="Songti SC"/>
              </a:rPr>
              <a:t>Lattice</a:t>
            </a:r>
            <a:r>
              <a:rPr lang="en-US" sz="3200" b="0" i="0" dirty="0">
                <a:solidFill>
                  <a:srgbClr val="000000"/>
                </a:solidFill>
                <a:uFillTx/>
                <a:latin typeface="Times New Roman" panose="02020603050405020304" pitchFamily="18" charset="0"/>
                <a:ea typeface="宋体" panose="02010600030101010101" pitchFamily="2" charset="-122"/>
                <a:cs typeface="Songti SC"/>
                <a:sym typeface="Songti SC"/>
              </a:rPr>
              <a:t>）是一种建立在偏序集合（</a:t>
            </a:r>
            <a:r>
              <a:rPr lang="en-US" sz="3200" b="0" i="0" dirty="0">
                <a:solidFill>
                  <a:srgbClr val="000000"/>
                </a:solidFill>
                <a:uFillTx/>
                <a:latin typeface="Times New Roman" panose="02020603050405020304" pitchFamily="18" charset="0"/>
                <a:ea typeface="宋体" panose="02010600030101010101" pitchFamily="2" charset="-122"/>
                <a:cs typeface="Times New Roman" panose="02020603050405020304" pitchFamily="18" charset="0"/>
                <a:sym typeface="Songti SC"/>
              </a:rPr>
              <a:t>PartiallyOrderedSet</a:t>
            </a:r>
            <a:r>
              <a:rPr lang="en-US" sz="3200" b="0" i="0" dirty="0">
                <a:solidFill>
                  <a:srgbClr val="000000"/>
                </a:solidFill>
                <a:uFillTx/>
                <a:latin typeface="Times New Roman" panose="02020603050405020304" pitchFamily="18" charset="0"/>
                <a:ea typeface="宋体" panose="02010600030101010101" pitchFamily="2" charset="-122"/>
                <a:cs typeface="Songti SC"/>
                <a:sym typeface="Songti SC"/>
              </a:rPr>
              <a:t>）上的代数结构，起源于1611年开普勒（</a:t>
            </a:r>
            <a:r>
              <a:rPr lang="en-US" sz="3200" b="0" i="0" dirty="0">
                <a:solidFill>
                  <a:srgbClr val="000000"/>
                </a:solidFill>
                <a:uFillTx/>
                <a:latin typeface="Times New Roman" panose="02020603050405020304" pitchFamily="18" charset="0"/>
                <a:ea typeface="宋体" panose="02010600030101010101" pitchFamily="2" charset="-122"/>
                <a:cs typeface="Times New Roman" panose="02020603050405020304" pitchFamily="18" charset="0"/>
                <a:sym typeface="Songti SC"/>
              </a:rPr>
              <a:t>Kepler</a:t>
            </a:r>
            <a:r>
              <a:rPr lang="en-US" sz="3200" b="0" i="0" dirty="0">
                <a:solidFill>
                  <a:srgbClr val="000000"/>
                </a:solidFill>
                <a:uFillTx/>
                <a:latin typeface="Times New Roman" panose="02020603050405020304" pitchFamily="18" charset="0"/>
                <a:ea typeface="宋体" panose="02010600030101010101" pitchFamily="2" charset="-122"/>
                <a:cs typeface="Songti SC"/>
                <a:sym typeface="Songti SC"/>
              </a:rPr>
              <a:t>）提出的关于容器内堆放等半径小球所达最大密度的猜想。格理论最初作为密码分析工具被引入密码学，用于分析背包密码体制、</a:t>
            </a:r>
            <a:r>
              <a:rPr lang="en-US" sz="3200" b="0" i="0" dirty="0">
                <a:solidFill>
                  <a:srgbClr val="000000"/>
                </a:solidFill>
                <a:uFillTx/>
                <a:latin typeface="Times New Roman" panose="02020603050405020304" pitchFamily="18" charset="0"/>
                <a:ea typeface="宋体" panose="02010600030101010101" pitchFamily="2" charset="-122"/>
                <a:cs typeface="Times New Roman" panose="02020603050405020304" pitchFamily="18" charset="0"/>
                <a:sym typeface="Songti SC"/>
              </a:rPr>
              <a:t>RSA</a:t>
            </a:r>
            <a:r>
              <a:rPr lang="en-US" sz="3200" b="0" i="0" dirty="0">
                <a:solidFill>
                  <a:srgbClr val="000000"/>
                </a:solidFill>
                <a:uFillTx/>
                <a:latin typeface="Times New Roman" panose="02020603050405020304" pitchFamily="18" charset="0"/>
                <a:ea typeface="宋体" panose="02010600030101010101" pitchFamily="2" charset="-122"/>
                <a:cs typeface="Songti SC"/>
                <a:sym typeface="Songti SC"/>
              </a:rPr>
              <a:t>密码体制等。随着量子计算机的发展，基于格理论的密码算法已成为密码学研究的热点。</a:t>
            </a:r>
            <a:endParaRPr lang="en-US" sz="3200" b="0" i="0" dirty="0">
              <a:solidFill>
                <a:srgbClr val="000000"/>
              </a:solidFill>
              <a:uFillTx/>
              <a:latin typeface="Times New Roman" panose="02020603050405020304" pitchFamily="18" charset="0"/>
              <a:ea typeface="宋体" panose="02010600030101010101" pitchFamily="2" charset="-122"/>
              <a:cs typeface="Songti SC"/>
              <a:sym typeface="Songti SC"/>
            </a:endParaRPr>
          </a:p>
        </p:txBody>
      </p:sp>
      <p:sp>
        <p:nvSpPr>
          <p:cNvPr id="9" name="AutoShape 9"/>
          <p:cNvSpPr txBox="1"/>
          <p:nvPr/>
        </p:nvSpPr>
        <p:spPr>
          <a:xfrm>
            <a:off x="15544800" y="9410700"/>
            <a:ext cx="2133600" cy="441325"/>
          </a:xfrm>
          <a:prstGeom prst="rect">
            <a:avLst/>
          </a:prstGeom>
          <a:noFill/>
          <a:ln w="19050" cap="flat" cmpd="sng">
            <a:noFill/>
            <a:prstDash val="solid"/>
            <a:round/>
          </a:ln>
        </p:spPr>
        <p:txBody>
          <a:bodyPr vert="horz" wrap="square" lIns="91440" tIns="45720" rIns="91440" bIns="45720" rtlCol="0" anchor="ctr" anchorCtr="0"/>
          <a:lstStyle/>
          <a:p>
            <a:pPr marL="0" indent="0" algn="r" defTabSz="914400">
              <a:lnSpc>
                <a:spcPct val="100000"/>
              </a:lnSpc>
              <a:defRPr/>
            </a:pPr>
            <a:fld id="{CBCEA4D9-277D-4914-BE0D-F734DD1CADF9}" type="slidenum">
              <a:rPr sz="1400" b="0" i="0" u="none" strike="noStrike">
                <a:solidFill>
                  <a:srgbClr val="FFC000"/>
                </a:solidFill>
                <a:latin typeface="Calibri" panose="020F0502020204030204"/>
                <a:ea typeface="Calibri" panose="020F0502020204030204"/>
                <a:cs typeface="Calibri" panose="020F0502020204030204"/>
                <a:sym typeface="Calibri" panose="020F0502020204030204"/>
              </a:rPr>
            </a:fld>
            <a:endParaRPr lang="en-US" sz="1100"/>
          </a:p>
        </p:txBody>
      </p:sp>
      <p:sp>
        <p:nvSpPr>
          <p:cNvPr id="11" name="Rectangle 2"/>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10" name="AutoShape 35"/>
          <p:cNvSpPr txBox="1"/>
          <p:nvPr/>
        </p:nvSpPr>
        <p:spPr>
          <a:xfrm>
            <a:off x="13694774" y="709652"/>
            <a:ext cx="3700052" cy="369332"/>
          </a:xfrm>
          <a:prstGeom prst="rect">
            <a:avLst/>
          </a:prstGeom>
          <a:noFill/>
          <a:ln w="19050" cap="flat" cmpd="sng">
            <a:noFill/>
            <a:prstDash val="solid"/>
            <a:round/>
          </a:ln>
        </p:spPr>
        <p:txBody>
          <a:bodyPr vert="horz" wrap="none" lIns="91440" tIns="45720" rIns="91440" bIns="45720" rtlCol="0" anchor="t" anchorCtr="0"/>
          <a:lstStyle/>
          <a:p>
            <a:pPr>
              <a:defRPr/>
            </a:pPr>
            <a:r>
              <a:rPr lang="zh-CN" altLang="zh-CN" sz="18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仿宋" panose="02010609060101010101" pitchFamily="49" charset="-122"/>
                <a:ea typeface="仿宋" panose="02010609060101010101" pitchFamily="49" charset="-122"/>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密码学</a:t>
            </a:r>
            <a:r>
              <a:rPr lang="en-US" sz="1800" b="1" i="0" u="none" strike="noStrike" dirty="0">
                <a:solidFill>
                  <a:srgbClr val="1F497D"/>
                </a:solidFill>
                <a:latin typeface="仿宋" panose="02010609060101010101" pitchFamily="49" charset="-122"/>
                <a:ea typeface="仿宋" panose="02010609060101010101" pitchFamily="49" charset="-122"/>
                <a:cs typeface="Zhuque Fangsong"/>
                <a:sym typeface="Zhuque Fangsong"/>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基础理论与应用</a:t>
            </a:r>
            <a:endParaRPr lang="en-US" sz="1100" dirty="0">
              <a:latin typeface="仿宋" panose="02010609060101010101" pitchFamily="49" charset="-122"/>
              <a:ea typeface="仿宋" panose="02010609060101010101" pitchFamily="49" charset="-122"/>
            </a:endParaRPr>
          </a:p>
        </p:txBody>
      </p:sp>
      <p:sp>
        <p:nvSpPr>
          <p:cNvPr id="12" name="TextBox 30"/>
          <p:cNvSpPr txBox="1"/>
          <p:nvPr/>
        </p:nvSpPr>
        <p:spPr>
          <a:xfrm>
            <a:off x="2544842" y="505480"/>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格理论的基本概念</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3" name="TextBox 31"/>
          <p:cNvSpPr txBox="1"/>
          <p:nvPr/>
        </p:nvSpPr>
        <p:spPr>
          <a:xfrm>
            <a:off x="1266825" y="430530"/>
            <a:ext cx="1412240" cy="842645"/>
          </a:xfrm>
          <a:prstGeom prst="rect">
            <a:avLst/>
          </a:prstGeom>
        </p:spPr>
        <p:txBody>
          <a:bodyPr wrap="square" lIns="0" tIns="0" rIns="0" bIns="0" rtlCol="0" anchor="t">
            <a:spAutoFit/>
          </a:bodyPr>
          <a:lstStyle/>
          <a:p>
            <a:pPr lvl="0" algn="ctr">
              <a:lnSpc>
                <a:spcPts val="6575"/>
              </a:lnSpc>
              <a:buSzTx/>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Times New Roman" panose="02020603050405020304" pitchFamily="18" charset="0"/>
                <a:sym typeface="字由文艺黑" panose="00020600040101010101" charset="-122"/>
              </a:rPr>
              <a:t>10.1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Times New Roman" panose="02020603050405020304" pitchFamily="18" charset="0"/>
              <a:sym typeface="字由文艺黑" panose="00020600040101010101"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412090" y="1028700"/>
            <a:ext cx="7800783" cy="275915"/>
          </a:xfrm>
          <a:custGeom>
            <a:avLst/>
            <a:gdLst/>
            <a:ahLst/>
            <a:cxnLst/>
            <a:rect l="l" t="t" r="r" b="b"/>
            <a:pathLst>
              <a:path w="7800783" h="275915">
                <a:moveTo>
                  <a:pt x="137960" y="0"/>
                </a:moveTo>
                <a:lnTo>
                  <a:pt x="7662827" y="0"/>
                </a:lnTo>
                <a:cubicBezTo>
                  <a:pt x="7699414" y="0"/>
                  <a:pt x="7734504" y="14534"/>
                  <a:pt x="7760377" y="40406"/>
                </a:cubicBezTo>
                <a:cubicBezTo>
                  <a:pt x="7786248" y="66279"/>
                  <a:pt x="7800783" y="101369"/>
                  <a:pt x="7800783" y="137959"/>
                </a:cubicBezTo>
                <a:lnTo>
                  <a:pt x="7800783" y="137959"/>
                </a:lnTo>
                <a:cubicBezTo>
                  <a:pt x="7800783" y="174546"/>
                  <a:pt x="7786248" y="209636"/>
                  <a:pt x="7760377" y="235509"/>
                </a:cubicBezTo>
                <a:cubicBezTo>
                  <a:pt x="7734504" y="261380"/>
                  <a:pt x="7699414" y="275915"/>
                  <a:pt x="7662827" y="275915"/>
                </a:cubicBezTo>
                <a:lnTo>
                  <a:pt x="137960" y="275915"/>
                </a:lnTo>
                <a:cubicBezTo>
                  <a:pt x="101369" y="275915"/>
                  <a:pt x="66279" y="261380"/>
                  <a:pt x="40406" y="235509"/>
                </a:cubicBezTo>
                <a:cubicBezTo>
                  <a:pt x="14534" y="209636"/>
                  <a:pt x="0" y="174546"/>
                  <a:pt x="0" y="137959"/>
                </a:cubicBezTo>
                <a:lnTo>
                  <a:pt x="0" y="137959"/>
                </a:lnTo>
                <a:cubicBezTo>
                  <a:pt x="0" y="101369"/>
                  <a:pt x="14534" y="66279"/>
                  <a:pt x="40406" y="40406"/>
                </a:cubicBezTo>
                <a:cubicBezTo>
                  <a:pt x="66279" y="14534"/>
                  <a:pt x="101369" y="0"/>
                  <a:pt x="137960" y="0"/>
                </a:cubicBezTo>
                <a:close/>
              </a:path>
            </a:pathLst>
          </a:custGeom>
          <a:gradFill rotWithShape="1">
            <a:gsLst>
              <a:gs pos="0">
                <a:srgbClr val="DDEEFF">
                  <a:alpha val="100000"/>
                </a:srgbClr>
              </a:gs>
              <a:gs pos="100000">
                <a:srgbClr val="FFFFFF">
                  <a:alpha val="0"/>
                </a:srgbClr>
              </a:gs>
            </a:gsLst>
            <a:lin ang="0"/>
          </a:gradFill>
          <a:ln w="25400" cap="flat" cmpd="sng">
            <a:noFill/>
            <a:prstDash val="solid"/>
            <a:round/>
          </a:ln>
        </p:spPr>
        <p:txBody>
          <a:bodyPr vert="horz" wrap="square" lIns="91440" tIns="45720" rIns="91440" bIns="45720" rtlCol="0" anchor="t" anchorCtr="0"/>
          <a:lstStyle/>
          <a:p>
            <a:pPr algn="l">
              <a:defRPr/>
            </a:pPr>
          </a:p>
        </p:txBody>
      </p:sp>
      <p:pic>
        <p:nvPicPr>
          <p:cNvPr id="5" name="Picture 5"/>
          <p:cNvPicPr>
            <a:picLocks noChangeAspect="1"/>
          </p:cNvPicPr>
          <p:nvPr/>
        </p:nvPicPr>
        <p:blipFill>
          <a:blip r:embed="rId1">
            <a:alphaModFix amt="80000"/>
          </a:blip>
          <a:srcRect/>
          <a:stretch>
            <a:fillRect/>
          </a:stretch>
        </p:blipFill>
        <p:spPr>
          <a:xfrm>
            <a:off x="762000" y="494030"/>
            <a:ext cx="1069975" cy="656590"/>
          </a:xfrm>
          <a:prstGeom prst="rect">
            <a:avLst/>
          </a:prstGeom>
          <a:noFill/>
          <a:ln w="25400" cap="flat" cmpd="sng">
            <a:noFill/>
            <a:prstDash val="solid"/>
            <a:round/>
          </a:ln>
          <a:effectLst>
            <a:outerShdw blurRad="50800" dist="38100" dir="2700000" algn="tl">
              <a:srgbClr val="000000">
                <a:alpha val="40000"/>
              </a:srgbClr>
            </a:outerShdw>
            <a:reflection blurRad="6350" stA="50000" endA="300" endPos="55000" dir="5400000" sy="-100000" algn="bl" rotWithShape="0"/>
          </a:effectLst>
        </p:spPr>
      </p:pic>
      <p:pic>
        <p:nvPicPr>
          <p:cNvPr id="7" name="Picture 7"/>
          <p:cNvPicPr>
            <a:picLocks noChangeAspect="1"/>
          </p:cNvPicPr>
          <p:nvPr/>
        </p:nvPicPr>
        <p:blipFill>
          <a:blip r:embed="rId2"/>
          <a:srcRect/>
          <a:stretch>
            <a:fillRect/>
          </a:stretch>
        </p:blipFill>
        <p:spPr>
          <a:xfrm>
            <a:off x="13772537" y="1102753"/>
            <a:ext cx="2771429" cy="47619"/>
          </a:xfrm>
          <a:prstGeom prst="rect">
            <a:avLst/>
          </a:prstGeom>
          <a:noFill/>
          <a:ln w="25400" cap="flat" cmpd="sng">
            <a:noFill/>
            <a:prstDash val="solid"/>
            <a:round/>
          </a:ln>
        </p:spPr>
      </p:pic>
      <mc:AlternateContent xmlns:mc="http://schemas.openxmlformats.org/markup-compatibility/2006">
        <mc:Choice xmlns:a14="http://schemas.microsoft.com/office/drawing/2010/main" Requires="a14">
          <p:sp>
            <p:nvSpPr>
              <p:cNvPr id="8" name="AutoShape 8"/>
              <p:cNvSpPr txBox="1"/>
              <p:nvPr/>
            </p:nvSpPr>
            <p:spPr>
              <a:xfrm>
                <a:off x="1397595" y="2425700"/>
                <a:ext cx="15719287" cy="6985000"/>
              </a:xfrm>
              <a:prstGeom prst="rect">
                <a:avLst/>
              </a:prstGeom>
              <a:noFill/>
              <a:ln w="19050" cap="flat" cmpd="sng">
                <a:noFill/>
                <a:prstDash val="solid"/>
                <a:round/>
              </a:ln>
            </p:spPr>
            <p:txBody>
              <a:bodyPr vert="horz" wrap="square" lIns="0" tIns="0" rIns="0" bIns="0" rtlCol="0" anchor="t" anchorCtr="0">
                <a:noAutofit/>
              </a:bodyPr>
              <a:lstStyle/>
              <a:p>
                <a:pPr lvl="0" indent="914400" algn="just" defTabSz="914400">
                  <a:lnSpc>
                    <a:spcPct val="125000"/>
                  </a:lnSpc>
                  <a:buSzTx/>
                  <a:defRPr/>
                </a:pPr>
                <a:r>
                  <a:rPr lang="en-US" sz="3200" dirty="0">
                    <a:uFillTx/>
                    <a:latin typeface="Times New Roman" panose="02020603050405020304" pitchFamily="18" charset="0"/>
                    <a:ea typeface="宋体" panose="02010600030101010101" pitchFamily="2" charset="-122"/>
                    <a:cs typeface="Songti SC"/>
                    <a:sym typeface="Zhuque Fangsong"/>
                  </a:rPr>
                  <a:t>定义10.1   </a:t>
                </a:r>
                <a:r>
                  <a:rPr lang="en-US" sz="3200" dirty="0">
                    <a:uFillTx/>
                    <a:latin typeface="Times New Roman" panose="02020603050405020304" pitchFamily="18" charset="0"/>
                    <a:ea typeface="宋体" panose="02010600030101010101" pitchFamily="2" charset="-122"/>
                    <a:cs typeface="Songti SC"/>
                    <a:sym typeface="Songti SC"/>
                  </a:rPr>
                  <a:t>设</a:t>
                </a:r>
                <a14:m>
                  <m:oMath xmlns:m="http://schemas.openxmlformats.org/officeDocument/2006/math">
                    <m:sSub>
                      <m:sSubPr>
                        <m:ctrlPr>
                          <a:rPr lang="en-US" sz="3200" dirty="0">
                            <a:uFillTx/>
                            <a:latin typeface="Times New Roman" panose="02020603050405020304" pitchFamily="18" charset="0"/>
                            <a:ea typeface="宋体" panose="02010600030101010101" pitchFamily="2" charset="-122"/>
                            <a:cs typeface="Songti SC"/>
                            <a:sym typeface="Songti SC"/>
                          </a:rPr>
                        </m:ctrlPr>
                      </m:sSubPr>
                      <m:e>
                        <m:r>
                          <a:rPr lang="en-US" sz="3200" dirty="0">
                            <a:uFillTx/>
                            <a:latin typeface="Times New Roman" panose="02020603050405020304" pitchFamily="18" charset="0"/>
                            <a:ea typeface="宋体" panose="02010600030101010101" pitchFamily="2" charset="-122"/>
                            <a:cs typeface="Songti SC"/>
                            <a:sym typeface="Songti SC"/>
                          </a:rPr>
                          <m:t>𝒗</m:t>
                        </m:r>
                      </m:e>
                      <m:sub>
                        <m:r>
                          <a:rPr lang="en-US" sz="3200" dirty="0">
                            <a:uFillTx/>
                            <a:latin typeface="Times New Roman" panose="02020603050405020304" pitchFamily="18" charset="0"/>
                            <a:ea typeface="宋体" panose="02010600030101010101" pitchFamily="2" charset="-122"/>
                            <a:cs typeface="Songti SC"/>
                            <a:sym typeface="Songti SC"/>
                          </a:rPr>
                          <m:t>𝟏</m:t>
                        </m:r>
                      </m:sub>
                    </m:sSub>
                    <m:r>
                      <a:rPr lang="en-US" sz="3200" dirty="0">
                        <a:uFillTx/>
                        <a:latin typeface="Times New Roman" panose="02020603050405020304" pitchFamily="18" charset="0"/>
                        <a:ea typeface="宋体" panose="02010600030101010101" pitchFamily="2" charset="-122"/>
                        <a:cs typeface="Songti SC"/>
                        <a:sym typeface="Songti SC"/>
                      </a:rPr>
                      <m:t>,</m:t>
                    </m:r>
                    <m:sSub>
                      <m:sSubPr>
                        <m:ctrlPr>
                          <a:rPr lang="en-US" sz="3200" dirty="0">
                            <a:uFillTx/>
                            <a:latin typeface="Times New Roman" panose="02020603050405020304" pitchFamily="18" charset="0"/>
                            <a:ea typeface="宋体" panose="02010600030101010101" pitchFamily="2" charset="-122"/>
                            <a:cs typeface="Songti SC"/>
                            <a:sym typeface="Songti SC"/>
                          </a:rPr>
                        </m:ctrlPr>
                      </m:sSubPr>
                      <m:e>
                        <m:r>
                          <a:rPr lang="en-US" sz="3200" dirty="0">
                            <a:uFillTx/>
                            <a:latin typeface="Times New Roman" panose="02020603050405020304" pitchFamily="18" charset="0"/>
                            <a:ea typeface="宋体" panose="02010600030101010101" pitchFamily="2" charset="-122"/>
                            <a:cs typeface="Songti SC"/>
                            <a:sym typeface="Songti SC"/>
                          </a:rPr>
                          <m:t>𝒗</m:t>
                        </m:r>
                      </m:e>
                      <m:sub>
                        <m:r>
                          <a:rPr lang="en-US" sz="3200" dirty="0">
                            <a:uFillTx/>
                            <a:latin typeface="Times New Roman" panose="02020603050405020304" pitchFamily="18" charset="0"/>
                            <a:ea typeface="宋体" panose="02010600030101010101" pitchFamily="2" charset="-122"/>
                            <a:cs typeface="Songti SC"/>
                            <a:sym typeface="Songti SC"/>
                          </a:rPr>
                          <m:t>𝟐</m:t>
                        </m:r>
                      </m:sub>
                    </m:sSub>
                    <m:r>
                      <a:rPr lang="en-US" sz="3200" dirty="0">
                        <a:uFillTx/>
                        <a:latin typeface="Times New Roman" panose="02020603050405020304" pitchFamily="18" charset="0"/>
                        <a:ea typeface="宋体" panose="02010600030101010101" pitchFamily="2" charset="-122"/>
                        <a:cs typeface="Songti SC"/>
                        <a:sym typeface="Songti SC"/>
                      </a:rPr>
                      <m:t>,…,</m:t>
                    </m:r>
                    <m:sSub>
                      <m:sSubPr>
                        <m:ctrlPr>
                          <a:rPr lang="en-US" sz="3200" dirty="0">
                            <a:uFillTx/>
                            <a:latin typeface="Times New Roman" panose="02020603050405020304" pitchFamily="18" charset="0"/>
                            <a:ea typeface="宋体" panose="02010600030101010101" pitchFamily="2" charset="-122"/>
                            <a:cs typeface="Songti SC"/>
                            <a:sym typeface="Songti SC"/>
                          </a:rPr>
                        </m:ctrlPr>
                      </m:sSubPr>
                      <m:e>
                        <m:r>
                          <a:rPr lang="en-US" sz="3200" dirty="0">
                            <a:uFillTx/>
                            <a:latin typeface="Times New Roman" panose="02020603050405020304" pitchFamily="18" charset="0"/>
                            <a:ea typeface="宋体" panose="02010600030101010101" pitchFamily="2" charset="-122"/>
                            <a:cs typeface="Songti SC"/>
                            <a:sym typeface="Songti SC"/>
                          </a:rPr>
                          <m:t>𝒗</m:t>
                        </m:r>
                      </m:e>
                      <m:sub>
                        <m:r>
                          <a:rPr lang="en-US" sz="3200" dirty="0">
                            <a:uFillTx/>
                            <a:latin typeface="Times New Roman" panose="02020603050405020304" pitchFamily="18" charset="0"/>
                            <a:ea typeface="宋体" panose="02010600030101010101" pitchFamily="2" charset="-122"/>
                            <a:cs typeface="Songti SC"/>
                            <a:sym typeface="Songti SC"/>
                          </a:rPr>
                          <m:t>𝒎</m:t>
                        </m:r>
                      </m:sub>
                    </m:sSub>
                  </m:oMath>
                </a14:m>
                <a:r>
                  <a:rPr lang="en-US" sz="3200" dirty="0">
                    <a:uFillTx/>
                    <a:latin typeface="Times New Roman" panose="02020603050405020304" pitchFamily="18" charset="0"/>
                    <a:ea typeface="宋体" panose="02010600030101010101" pitchFamily="2" charset="-122"/>
                    <a:cs typeface="Songti SC"/>
                    <a:sym typeface="Songti SC"/>
                  </a:rPr>
                  <a:t>线性无关，</a:t>
                </a:r>
                <a:r>
                  <a:rPr lang="en-US" sz="3200" dirty="0">
                    <a:uFillTx/>
                    <a:latin typeface="Times New Roman" panose="02020603050405020304" pitchFamily="18" charset="0"/>
                    <a:ea typeface="宋体" panose="02010600030101010101" pitchFamily="2" charset="-122"/>
                    <a:cs typeface="Songti SC"/>
                    <a:sym typeface="Songti SC"/>
                  </a:rPr>
                  <a:t>m</a:t>
                </a:r>
                <a:r>
                  <a:rPr lang="en-US" sz="3200" dirty="0">
                    <a:uFillTx/>
                    <a:latin typeface="Times New Roman" panose="02020603050405020304" pitchFamily="18" charset="0"/>
                    <a:ea typeface="宋体" panose="02010600030101010101" pitchFamily="2" charset="-122"/>
                    <a:cs typeface="Songti SC"/>
                    <a:sym typeface="Songti SC"/>
                  </a:rPr>
                  <a:t>维格</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Songti SC"/>
                      </a:rPr>
                      <m:t>𝐿</m:t>
                    </m:r>
                    <m:d>
                      <m:dPr>
                        <m:ctrlPr>
                          <a:rPr lang="en-US" sz="3200" dirty="0">
                            <a:uFillTx/>
                            <a:latin typeface="Times New Roman" panose="02020603050405020304" pitchFamily="18" charset="0"/>
                            <a:ea typeface="宋体" panose="02010600030101010101" pitchFamily="2" charset="-122"/>
                            <a:cs typeface="Songti SC"/>
                            <a:sym typeface="Songti SC"/>
                          </a:rPr>
                        </m:ctrlPr>
                      </m:dPr>
                      <m:e>
                        <m:sSub>
                          <m:sSubPr>
                            <m:ctrlPr>
                              <a:rPr lang="en-US" sz="3200" dirty="0">
                                <a:uFillTx/>
                                <a:latin typeface="Times New Roman" panose="02020603050405020304" pitchFamily="18" charset="0"/>
                                <a:ea typeface="宋体" panose="02010600030101010101" pitchFamily="2" charset="-122"/>
                                <a:cs typeface="Songti SC"/>
                                <a:sym typeface="Songti SC"/>
                              </a:rPr>
                            </m:ctrlPr>
                          </m:sSubPr>
                          <m:e>
                            <m:r>
                              <a:rPr lang="en-US" sz="3200" dirty="0">
                                <a:uFillTx/>
                                <a:latin typeface="Times New Roman" panose="02020603050405020304" pitchFamily="18" charset="0"/>
                                <a:ea typeface="宋体" panose="02010600030101010101" pitchFamily="2" charset="-122"/>
                                <a:cs typeface="Songti SC"/>
                                <a:sym typeface="Songti SC"/>
                              </a:rPr>
                              <m:t>𝒗</m:t>
                            </m:r>
                          </m:e>
                          <m:sub>
                            <m:r>
                              <a:rPr lang="en-US" sz="3200" dirty="0">
                                <a:uFillTx/>
                                <a:latin typeface="Times New Roman" panose="02020603050405020304" pitchFamily="18" charset="0"/>
                                <a:ea typeface="宋体" panose="02010600030101010101" pitchFamily="2" charset="-122"/>
                                <a:cs typeface="Songti SC"/>
                                <a:sym typeface="Songti SC"/>
                              </a:rPr>
                              <m:t>𝟏</m:t>
                            </m:r>
                          </m:sub>
                        </m:sSub>
                        <m:r>
                          <a:rPr lang="en-US" sz="3200" dirty="0">
                            <a:uFillTx/>
                            <a:latin typeface="Times New Roman" panose="02020603050405020304" pitchFamily="18" charset="0"/>
                            <a:ea typeface="宋体" panose="02010600030101010101" pitchFamily="2" charset="-122"/>
                            <a:cs typeface="Songti SC"/>
                            <a:sym typeface="Songti SC"/>
                          </a:rPr>
                          <m:t>,</m:t>
                        </m:r>
                        <m:sSub>
                          <m:sSubPr>
                            <m:ctrlPr>
                              <a:rPr lang="en-US" sz="3200" dirty="0">
                                <a:uFillTx/>
                                <a:latin typeface="Times New Roman" panose="02020603050405020304" pitchFamily="18" charset="0"/>
                                <a:ea typeface="宋体" panose="02010600030101010101" pitchFamily="2" charset="-122"/>
                                <a:cs typeface="Songti SC"/>
                                <a:sym typeface="Songti SC"/>
                              </a:rPr>
                            </m:ctrlPr>
                          </m:sSubPr>
                          <m:e>
                            <m:r>
                              <a:rPr lang="en-US" sz="3200" dirty="0">
                                <a:uFillTx/>
                                <a:latin typeface="Times New Roman" panose="02020603050405020304" pitchFamily="18" charset="0"/>
                                <a:ea typeface="宋体" panose="02010600030101010101" pitchFamily="2" charset="-122"/>
                                <a:cs typeface="Songti SC"/>
                                <a:sym typeface="Songti SC"/>
                              </a:rPr>
                              <m:t>𝒗</m:t>
                            </m:r>
                          </m:e>
                          <m:sub>
                            <m:r>
                              <a:rPr lang="en-US" sz="3200" dirty="0">
                                <a:uFillTx/>
                                <a:latin typeface="Times New Roman" panose="02020603050405020304" pitchFamily="18" charset="0"/>
                                <a:ea typeface="宋体" panose="02010600030101010101" pitchFamily="2" charset="-122"/>
                                <a:cs typeface="Songti SC"/>
                                <a:sym typeface="Songti SC"/>
                              </a:rPr>
                              <m:t>𝟐</m:t>
                            </m:r>
                          </m:sub>
                        </m:sSub>
                        <m:r>
                          <a:rPr lang="en-US" sz="3200" dirty="0">
                            <a:uFillTx/>
                            <a:latin typeface="Times New Roman" panose="02020603050405020304" pitchFamily="18" charset="0"/>
                            <a:ea typeface="宋体" panose="02010600030101010101" pitchFamily="2" charset="-122"/>
                            <a:cs typeface="Songti SC"/>
                            <a:sym typeface="Songti SC"/>
                          </a:rPr>
                          <m:t>,…,</m:t>
                        </m:r>
                        <m:sSub>
                          <m:sSubPr>
                            <m:ctrlPr>
                              <a:rPr lang="en-US" sz="3200" dirty="0">
                                <a:uFillTx/>
                                <a:latin typeface="Times New Roman" panose="02020603050405020304" pitchFamily="18" charset="0"/>
                                <a:ea typeface="宋体" panose="02010600030101010101" pitchFamily="2" charset="-122"/>
                                <a:cs typeface="Songti SC"/>
                                <a:sym typeface="Songti SC"/>
                              </a:rPr>
                            </m:ctrlPr>
                          </m:sSubPr>
                          <m:e>
                            <m:r>
                              <a:rPr lang="en-US" sz="3200" dirty="0">
                                <a:uFillTx/>
                                <a:latin typeface="Times New Roman" panose="02020603050405020304" pitchFamily="18" charset="0"/>
                                <a:ea typeface="宋体" panose="02010600030101010101" pitchFamily="2" charset="-122"/>
                                <a:cs typeface="Songti SC"/>
                                <a:sym typeface="Songti SC"/>
                              </a:rPr>
                              <m:t>𝒗</m:t>
                            </m:r>
                          </m:e>
                          <m:sub>
                            <m:r>
                              <a:rPr lang="en-US" sz="3200" dirty="0">
                                <a:uFillTx/>
                                <a:latin typeface="Times New Roman" panose="02020603050405020304" pitchFamily="18" charset="0"/>
                                <a:ea typeface="宋体" panose="02010600030101010101" pitchFamily="2" charset="-122"/>
                                <a:cs typeface="Songti SC"/>
                                <a:sym typeface="Songti SC"/>
                              </a:rPr>
                              <m:t>𝒎</m:t>
                            </m:r>
                          </m:sub>
                        </m:sSub>
                      </m:e>
                    </m:d>
                  </m:oMath>
                </a14:m>
                <a:r>
                  <a:rPr lang="en-US" sz="3200" dirty="0">
                    <a:uFillTx/>
                    <a:latin typeface="Times New Roman" panose="02020603050405020304" pitchFamily="18" charset="0"/>
                    <a:ea typeface="宋体" panose="02010600030101010101" pitchFamily="2" charset="-122"/>
                    <a:cs typeface="Songti SC"/>
                    <a:sym typeface="Songti SC"/>
                  </a:rPr>
                  <a:t>是指由向量</a:t>
                </a:r>
                <a14:m>
                  <m:oMath xmlns:m="http://schemas.openxmlformats.org/officeDocument/2006/math">
                    <m:sSub>
                      <m:sSubPr>
                        <m:ctrlPr>
                          <a:rPr lang="en-US" sz="3200" dirty="0">
                            <a:uFillTx/>
                            <a:latin typeface="Times New Roman" panose="02020603050405020304" pitchFamily="18" charset="0"/>
                            <a:ea typeface="宋体" panose="02010600030101010101" pitchFamily="2" charset="-122"/>
                            <a:cs typeface="Songti SC"/>
                            <a:sym typeface="Songti SC"/>
                          </a:rPr>
                        </m:ctrlPr>
                      </m:sSubPr>
                      <m:e>
                        <m:r>
                          <a:rPr lang="en-US" sz="3200" dirty="0">
                            <a:uFillTx/>
                            <a:latin typeface="Times New Roman" panose="02020603050405020304" pitchFamily="18" charset="0"/>
                            <a:ea typeface="宋体" panose="02010600030101010101" pitchFamily="2" charset="-122"/>
                            <a:cs typeface="Songti SC"/>
                            <a:sym typeface="Songti SC"/>
                          </a:rPr>
                          <m:t>𝒗</m:t>
                        </m:r>
                      </m:e>
                      <m:sub>
                        <m:r>
                          <a:rPr lang="en-US" sz="3200" dirty="0">
                            <a:uFillTx/>
                            <a:latin typeface="Times New Roman" panose="02020603050405020304" pitchFamily="18" charset="0"/>
                            <a:ea typeface="宋体" panose="02010600030101010101" pitchFamily="2" charset="-122"/>
                            <a:cs typeface="Songti SC"/>
                            <a:sym typeface="Songti SC"/>
                          </a:rPr>
                          <m:t>𝟏</m:t>
                        </m:r>
                      </m:sub>
                    </m:sSub>
                    <m:r>
                      <a:rPr lang="en-US" sz="3200" dirty="0">
                        <a:uFillTx/>
                        <a:latin typeface="Times New Roman" panose="02020603050405020304" pitchFamily="18" charset="0"/>
                        <a:ea typeface="宋体" panose="02010600030101010101" pitchFamily="2" charset="-122"/>
                        <a:cs typeface="Songti SC"/>
                        <a:sym typeface="Songti SC"/>
                      </a:rPr>
                      <m:t>,</m:t>
                    </m:r>
                    <m:sSub>
                      <m:sSubPr>
                        <m:ctrlPr>
                          <a:rPr lang="en-US" sz="3200" dirty="0">
                            <a:uFillTx/>
                            <a:latin typeface="Times New Roman" panose="02020603050405020304" pitchFamily="18" charset="0"/>
                            <a:ea typeface="宋体" panose="02010600030101010101" pitchFamily="2" charset="-122"/>
                            <a:cs typeface="Songti SC"/>
                            <a:sym typeface="Songti SC"/>
                          </a:rPr>
                        </m:ctrlPr>
                      </m:sSubPr>
                      <m:e>
                        <m:r>
                          <a:rPr lang="en-US" sz="3200" dirty="0">
                            <a:uFillTx/>
                            <a:latin typeface="Times New Roman" panose="02020603050405020304" pitchFamily="18" charset="0"/>
                            <a:ea typeface="宋体" panose="02010600030101010101" pitchFamily="2" charset="-122"/>
                            <a:cs typeface="Songti SC"/>
                            <a:sym typeface="Songti SC"/>
                          </a:rPr>
                          <m:t>𝒗</m:t>
                        </m:r>
                      </m:e>
                      <m:sub>
                        <m:r>
                          <a:rPr lang="en-US" sz="3200" dirty="0">
                            <a:uFillTx/>
                            <a:latin typeface="Times New Roman" panose="02020603050405020304" pitchFamily="18" charset="0"/>
                            <a:ea typeface="宋体" panose="02010600030101010101" pitchFamily="2" charset="-122"/>
                            <a:cs typeface="Songti SC"/>
                            <a:sym typeface="Songti SC"/>
                          </a:rPr>
                          <m:t>𝟐</m:t>
                        </m:r>
                      </m:sub>
                    </m:sSub>
                    <m:r>
                      <a:rPr lang="en-US" sz="3200" dirty="0">
                        <a:uFillTx/>
                        <a:latin typeface="Times New Roman" panose="02020603050405020304" pitchFamily="18" charset="0"/>
                        <a:ea typeface="宋体" panose="02010600030101010101" pitchFamily="2" charset="-122"/>
                        <a:cs typeface="Songti SC"/>
                        <a:sym typeface="Songti SC"/>
                      </a:rPr>
                      <m:t>,…,</m:t>
                    </m:r>
                    <m:sSub>
                      <m:sSubPr>
                        <m:ctrlPr>
                          <a:rPr lang="en-US" sz="3200" dirty="0">
                            <a:uFillTx/>
                            <a:latin typeface="Times New Roman" panose="02020603050405020304" pitchFamily="18" charset="0"/>
                            <a:ea typeface="宋体" panose="02010600030101010101" pitchFamily="2" charset="-122"/>
                            <a:cs typeface="Songti SC"/>
                            <a:sym typeface="Songti SC"/>
                          </a:rPr>
                        </m:ctrlPr>
                      </m:sSubPr>
                      <m:e>
                        <m:r>
                          <a:rPr lang="en-US" sz="3200" dirty="0">
                            <a:uFillTx/>
                            <a:latin typeface="Times New Roman" panose="02020603050405020304" pitchFamily="18" charset="0"/>
                            <a:ea typeface="宋体" panose="02010600030101010101" pitchFamily="2" charset="-122"/>
                            <a:cs typeface="Songti SC"/>
                            <a:sym typeface="Songti SC"/>
                          </a:rPr>
                          <m:t>𝒗</m:t>
                        </m:r>
                      </m:e>
                      <m:sub>
                        <m:r>
                          <a:rPr lang="en-US" sz="3200" dirty="0">
                            <a:uFillTx/>
                            <a:latin typeface="Times New Roman" panose="02020603050405020304" pitchFamily="18" charset="0"/>
                            <a:ea typeface="宋体" panose="02010600030101010101" pitchFamily="2" charset="-122"/>
                            <a:cs typeface="Songti SC"/>
                            <a:sym typeface="Songti SC"/>
                          </a:rPr>
                          <m:t>𝒎</m:t>
                        </m:r>
                      </m:sub>
                    </m:sSub>
                  </m:oMath>
                </a14:m>
                <a:r>
                  <a:rPr lang="en-US" sz="3200" dirty="0">
                    <a:uFillTx/>
                    <a:latin typeface="Times New Roman" panose="02020603050405020304" pitchFamily="18" charset="0"/>
                    <a:ea typeface="宋体" panose="02010600030101010101" pitchFamily="2" charset="-122"/>
                    <a:cs typeface="Songti SC"/>
                    <a:sym typeface="Songti SC"/>
                  </a:rPr>
                  <a:t>生成的一个向量集，它的形式表示为</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Songti SC"/>
                      </a:rPr>
                      <m:t>𝐿</m:t>
                    </m:r>
                    <m:d>
                      <m:dPr>
                        <m:ctrlPr>
                          <a:rPr lang="en-US" sz="3200" dirty="0">
                            <a:uFillTx/>
                            <a:latin typeface="Times New Roman" panose="02020603050405020304" pitchFamily="18" charset="0"/>
                            <a:ea typeface="宋体" panose="02010600030101010101" pitchFamily="2" charset="-122"/>
                            <a:cs typeface="Songti SC"/>
                            <a:sym typeface="Songti SC"/>
                          </a:rPr>
                        </m:ctrlPr>
                      </m:dPr>
                      <m:e>
                        <m:sSub>
                          <m:sSubPr>
                            <m:ctrlPr>
                              <a:rPr lang="en-US" sz="3200" dirty="0">
                                <a:uFillTx/>
                                <a:latin typeface="Times New Roman" panose="02020603050405020304" pitchFamily="18" charset="0"/>
                                <a:ea typeface="宋体" panose="02010600030101010101" pitchFamily="2" charset="-122"/>
                                <a:cs typeface="Songti SC"/>
                                <a:sym typeface="Songti SC"/>
                              </a:rPr>
                            </m:ctrlPr>
                          </m:sSubPr>
                          <m:e>
                            <m:r>
                              <a:rPr lang="en-US" sz="3200" dirty="0">
                                <a:uFillTx/>
                                <a:latin typeface="Times New Roman" panose="02020603050405020304" pitchFamily="18" charset="0"/>
                                <a:ea typeface="宋体" panose="02010600030101010101" pitchFamily="2" charset="-122"/>
                                <a:cs typeface="Songti SC"/>
                                <a:sym typeface="Songti SC"/>
                              </a:rPr>
                              <m:t>𝒗</m:t>
                            </m:r>
                          </m:e>
                          <m:sub>
                            <m:r>
                              <a:rPr lang="en-US" sz="3200" dirty="0">
                                <a:uFillTx/>
                                <a:latin typeface="Times New Roman" panose="02020603050405020304" pitchFamily="18" charset="0"/>
                                <a:ea typeface="宋体" panose="02010600030101010101" pitchFamily="2" charset="-122"/>
                                <a:cs typeface="Songti SC"/>
                                <a:sym typeface="Songti SC"/>
                              </a:rPr>
                              <m:t>𝟏</m:t>
                            </m:r>
                          </m:sub>
                        </m:sSub>
                        <m:r>
                          <a:rPr lang="en-US" sz="3200" dirty="0">
                            <a:uFillTx/>
                            <a:latin typeface="Times New Roman" panose="02020603050405020304" pitchFamily="18" charset="0"/>
                            <a:ea typeface="宋体" panose="02010600030101010101" pitchFamily="2" charset="-122"/>
                            <a:cs typeface="Songti SC"/>
                            <a:sym typeface="Songti SC"/>
                          </a:rPr>
                          <m:t>,</m:t>
                        </m:r>
                        <m:sSub>
                          <m:sSubPr>
                            <m:ctrlPr>
                              <a:rPr lang="en-US" sz="3200" dirty="0">
                                <a:uFillTx/>
                                <a:latin typeface="Times New Roman" panose="02020603050405020304" pitchFamily="18" charset="0"/>
                                <a:ea typeface="宋体" panose="02010600030101010101" pitchFamily="2" charset="-122"/>
                                <a:cs typeface="Songti SC"/>
                                <a:sym typeface="Songti SC"/>
                              </a:rPr>
                            </m:ctrlPr>
                          </m:sSubPr>
                          <m:e>
                            <m:r>
                              <a:rPr lang="en-US" sz="3200" dirty="0">
                                <a:uFillTx/>
                                <a:latin typeface="Times New Roman" panose="02020603050405020304" pitchFamily="18" charset="0"/>
                                <a:ea typeface="宋体" panose="02010600030101010101" pitchFamily="2" charset="-122"/>
                                <a:cs typeface="Songti SC"/>
                                <a:sym typeface="Songti SC"/>
                              </a:rPr>
                              <m:t>𝒗</m:t>
                            </m:r>
                          </m:e>
                          <m:sub>
                            <m:r>
                              <a:rPr lang="en-US" sz="3200" dirty="0">
                                <a:uFillTx/>
                                <a:latin typeface="Times New Roman" panose="02020603050405020304" pitchFamily="18" charset="0"/>
                                <a:ea typeface="宋体" panose="02010600030101010101" pitchFamily="2" charset="-122"/>
                                <a:cs typeface="Songti SC"/>
                                <a:sym typeface="Songti SC"/>
                              </a:rPr>
                              <m:t>𝟐</m:t>
                            </m:r>
                          </m:sub>
                        </m:sSub>
                        <m:r>
                          <a:rPr lang="en-US" sz="3200" dirty="0">
                            <a:uFillTx/>
                            <a:latin typeface="Times New Roman" panose="02020603050405020304" pitchFamily="18" charset="0"/>
                            <a:ea typeface="宋体" panose="02010600030101010101" pitchFamily="2" charset="-122"/>
                            <a:cs typeface="Songti SC"/>
                            <a:sym typeface="Songti SC"/>
                          </a:rPr>
                          <m:t>,…,</m:t>
                        </m:r>
                        <m:sSub>
                          <m:sSubPr>
                            <m:ctrlPr>
                              <a:rPr lang="en-US" sz="3200" dirty="0">
                                <a:uFillTx/>
                                <a:latin typeface="Times New Roman" panose="02020603050405020304" pitchFamily="18" charset="0"/>
                                <a:ea typeface="宋体" panose="02010600030101010101" pitchFamily="2" charset="-122"/>
                                <a:cs typeface="Songti SC"/>
                                <a:sym typeface="Songti SC"/>
                              </a:rPr>
                            </m:ctrlPr>
                          </m:sSubPr>
                          <m:e>
                            <m:r>
                              <a:rPr lang="en-US" sz="3200" dirty="0">
                                <a:uFillTx/>
                                <a:latin typeface="Times New Roman" panose="02020603050405020304" pitchFamily="18" charset="0"/>
                                <a:ea typeface="宋体" panose="02010600030101010101" pitchFamily="2" charset="-122"/>
                                <a:cs typeface="Songti SC"/>
                                <a:sym typeface="Songti SC"/>
                              </a:rPr>
                              <m:t>𝒗</m:t>
                            </m:r>
                          </m:e>
                          <m:sub>
                            <m:r>
                              <a:rPr lang="en-US" sz="3200" dirty="0">
                                <a:uFillTx/>
                                <a:latin typeface="Times New Roman" panose="02020603050405020304" pitchFamily="18" charset="0"/>
                                <a:ea typeface="宋体" panose="02010600030101010101" pitchFamily="2" charset="-122"/>
                                <a:cs typeface="Songti SC"/>
                                <a:sym typeface="Songti SC"/>
                              </a:rPr>
                              <m:t>𝒎</m:t>
                            </m:r>
                          </m:sub>
                        </m:sSub>
                      </m:e>
                    </m:d>
                    <m:r>
                      <a:rPr lang="en-US" sz="3200" dirty="0">
                        <a:uFillTx/>
                        <a:latin typeface="Times New Roman" panose="02020603050405020304" pitchFamily="18" charset="0"/>
                        <a:ea typeface="宋体" panose="02010600030101010101" pitchFamily="2" charset="-122"/>
                        <a:cs typeface="Songti SC"/>
                        <a:sym typeface="Songti SC"/>
                      </a:rPr>
                      <m:t>=</m:t>
                    </m:r>
                    <m:nary>
                      <m:naryPr>
                        <m:chr m:val="∑"/>
                        <m:ctrlPr>
                          <a:rPr lang="en-US" sz="3200" dirty="0">
                            <a:uFillTx/>
                            <a:latin typeface="Times New Roman" panose="02020603050405020304" pitchFamily="18" charset="0"/>
                            <a:ea typeface="宋体" panose="02010600030101010101" pitchFamily="2" charset="-122"/>
                            <a:cs typeface="Songti SC"/>
                            <a:sym typeface="Songti SC"/>
                          </a:rPr>
                        </m:ctrlPr>
                      </m:naryPr>
                      <m:sub>
                        <m:r>
                          <a:rPr lang="en-US" sz="3200" dirty="0">
                            <a:uFillTx/>
                            <a:latin typeface="Times New Roman" panose="02020603050405020304" pitchFamily="18" charset="0"/>
                            <a:ea typeface="宋体" panose="02010600030101010101" pitchFamily="2" charset="-122"/>
                            <a:cs typeface="Songti SC"/>
                            <a:sym typeface="Songti SC"/>
                          </a:rPr>
                          <m:t>𝑖</m:t>
                        </m:r>
                        <m:r>
                          <a:rPr lang="en-US" sz="3200" dirty="0">
                            <a:uFillTx/>
                            <a:latin typeface="Times New Roman" panose="02020603050405020304" pitchFamily="18" charset="0"/>
                            <a:ea typeface="宋体" panose="02010600030101010101" pitchFamily="2" charset="-122"/>
                            <a:cs typeface="Songti SC"/>
                            <a:sym typeface="Songti SC"/>
                          </a:rPr>
                          <m:t>=</m:t>
                        </m:r>
                        <m:r>
                          <a:rPr lang="en-US" sz="3200" dirty="0">
                            <a:uFillTx/>
                            <a:latin typeface="Times New Roman" panose="02020603050405020304" pitchFamily="18" charset="0"/>
                            <a:ea typeface="宋体" panose="02010600030101010101" pitchFamily="2" charset="-122"/>
                            <a:cs typeface="Songti SC"/>
                            <a:sym typeface="Songti SC"/>
                          </a:rPr>
                          <m:t>1</m:t>
                        </m:r>
                      </m:sub>
                      <m:sup>
                        <m:r>
                          <a:rPr lang="en-US" sz="3200" dirty="0">
                            <a:uFillTx/>
                            <a:latin typeface="Times New Roman" panose="02020603050405020304" pitchFamily="18" charset="0"/>
                            <a:ea typeface="宋体" panose="02010600030101010101" pitchFamily="2" charset="-122"/>
                            <a:cs typeface="Songti SC"/>
                            <a:sym typeface="Songti SC"/>
                          </a:rPr>
                          <m:t>𝑚</m:t>
                        </m:r>
                      </m:sup>
                      <m:e>
                        <m:sSub>
                          <m:sSubPr>
                            <m:ctrlPr>
                              <a:rPr lang="en-US" sz="3200" dirty="0">
                                <a:uFillTx/>
                                <a:latin typeface="Times New Roman" panose="02020603050405020304" pitchFamily="18" charset="0"/>
                                <a:ea typeface="宋体" panose="02010600030101010101" pitchFamily="2" charset="-122"/>
                                <a:cs typeface="Songti SC"/>
                                <a:sym typeface="Songti SC"/>
                              </a:rPr>
                            </m:ctrlPr>
                          </m:sSubPr>
                          <m:e>
                            <m:r>
                              <a:rPr lang="en-US" sz="3200" dirty="0">
                                <a:uFillTx/>
                                <a:latin typeface="Times New Roman" panose="02020603050405020304" pitchFamily="18" charset="0"/>
                                <a:ea typeface="宋体" panose="02010600030101010101" pitchFamily="2" charset="-122"/>
                                <a:cs typeface="Songti SC"/>
                                <a:sym typeface="Songti SC"/>
                              </a:rPr>
                              <m:t>𝑎</m:t>
                            </m:r>
                          </m:e>
                          <m:sub>
                            <m:r>
                              <a:rPr lang="en-US" sz="3200" dirty="0">
                                <a:uFillTx/>
                                <a:latin typeface="Times New Roman" panose="02020603050405020304" pitchFamily="18" charset="0"/>
                                <a:ea typeface="宋体" panose="02010600030101010101" pitchFamily="2" charset="-122"/>
                                <a:cs typeface="Songti SC"/>
                                <a:sym typeface="Songti SC"/>
                              </a:rPr>
                              <m:t>𝑖</m:t>
                            </m:r>
                            <m:sSub>
                              <m:sSubPr>
                                <m:ctrlPr>
                                  <a:rPr lang="en-US" sz="3200" dirty="0">
                                    <a:uFillTx/>
                                    <a:latin typeface="Times New Roman" panose="02020603050405020304" pitchFamily="18" charset="0"/>
                                    <a:ea typeface="宋体" panose="02010600030101010101" pitchFamily="2" charset="-122"/>
                                    <a:cs typeface="Songti SC"/>
                                    <a:sym typeface="Songti SC"/>
                                  </a:rPr>
                                </m:ctrlPr>
                              </m:sSubPr>
                              <m:e>
                                <m:r>
                                  <a:rPr lang="en-US" sz="3200" dirty="0">
                                    <a:uFillTx/>
                                    <a:latin typeface="Times New Roman" panose="02020603050405020304" pitchFamily="18" charset="0"/>
                                    <a:ea typeface="宋体" panose="02010600030101010101" pitchFamily="2" charset="-122"/>
                                    <a:cs typeface="Songti SC"/>
                                    <a:sym typeface="Songti SC"/>
                                  </a:rPr>
                                  <m:t>𝒗</m:t>
                                </m:r>
                              </m:e>
                              <m:sub>
                                <m:r>
                                  <a:rPr lang="en-US" sz="3200" dirty="0">
                                    <a:uFillTx/>
                                    <a:latin typeface="Times New Roman" panose="02020603050405020304" pitchFamily="18" charset="0"/>
                                    <a:ea typeface="宋体" panose="02010600030101010101" pitchFamily="2" charset="-122"/>
                                    <a:cs typeface="Songti SC"/>
                                    <a:sym typeface="Songti SC"/>
                                  </a:rPr>
                                  <m:t>𝒊</m:t>
                                </m:r>
                              </m:sub>
                            </m:sSub>
                          </m:sub>
                        </m:sSub>
                      </m:e>
                    </m:nary>
                    <m:r>
                      <a:rPr lang="en-US" sz="3200" dirty="0">
                        <a:uFillTx/>
                        <a:latin typeface="Times New Roman" panose="02020603050405020304" pitchFamily="18" charset="0"/>
                        <a:ea typeface="宋体" panose="02010600030101010101" pitchFamily="2" charset="-122"/>
                        <a:cs typeface="Songti SC"/>
                        <a:sym typeface="Songti SC"/>
                      </a:rPr>
                      <m:t>, </m:t>
                    </m:r>
                  </m:oMath>
                </a14:m>
                <a:r>
                  <a:rPr lang="en-US" sz="3200" dirty="0">
                    <a:uFillTx/>
                    <a:latin typeface="Times New Roman" panose="02020603050405020304" pitchFamily="18" charset="0"/>
                    <a:ea typeface="宋体" panose="02010600030101010101" pitchFamily="2" charset="-122"/>
                    <a:cs typeface="Songti SC"/>
                    <a:sym typeface="Songti SC"/>
                  </a:rPr>
                  <a:t>其中，</a:t>
                </a:r>
                <a14:m>
                  <m:oMath xmlns:m="http://schemas.openxmlformats.org/officeDocument/2006/math">
                    <m:r>
                      <m:rPr>
                        <m:lit/>
                      </m:rPr>
                      <a:rPr lang="en-US" sz="3200" dirty="0">
                        <a:uFillTx/>
                        <a:latin typeface="Times New Roman" panose="02020603050405020304" pitchFamily="18" charset="0"/>
                        <a:ea typeface="宋体" panose="02010600030101010101" pitchFamily="2" charset="-122"/>
                        <a:cs typeface="Songti SC"/>
                        <a:sym typeface="Songti SC"/>
                      </a:rPr>
                      <m:t>{</m:t>
                    </m:r>
                    <m:sSub>
                      <m:sSubPr>
                        <m:ctrlPr>
                          <a:rPr lang="en-US" sz="3200" dirty="0">
                            <a:uFillTx/>
                            <a:latin typeface="Times New Roman" panose="02020603050405020304" pitchFamily="18" charset="0"/>
                            <a:ea typeface="宋体" panose="02010600030101010101" pitchFamily="2" charset="-122"/>
                            <a:cs typeface="Songti SC"/>
                            <a:sym typeface="Songti SC"/>
                          </a:rPr>
                        </m:ctrlPr>
                      </m:sSubPr>
                      <m:e>
                        <m:r>
                          <a:rPr lang="en-US" sz="3200" dirty="0">
                            <a:uFillTx/>
                            <a:latin typeface="Times New Roman" panose="02020603050405020304" pitchFamily="18" charset="0"/>
                            <a:ea typeface="宋体" panose="02010600030101010101" pitchFamily="2" charset="-122"/>
                            <a:cs typeface="Songti SC"/>
                            <a:sym typeface="Songti SC"/>
                          </a:rPr>
                          <m:t>𝒗</m:t>
                        </m:r>
                      </m:e>
                      <m:sub>
                        <m:r>
                          <a:rPr lang="en-US" sz="3200" dirty="0">
                            <a:uFillTx/>
                            <a:latin typeface="Times New Roman" panose="02020603050405020304" pitchFamily="18" charset="0"/>
                            <a:ea typeface="宋体" panose="02010600030101010101" pitchFamily="2" charset="-122"/>
                            <a:cs typeface="Songti SC"/>
                            <a:sym typeface="Songti SC"/>
                          </a:rPr>
                          <m:t>𝟏</m:t>
                        </m:r>
                      </m:sub>
                    </m:sSub>
                    <m:r>
                      <a:rPr lang="en-US" sz="3200" dirty="0">
                        <a:uFillTx/>
                        <a:latin typeface="Times New Roman" panose="02020603050405020304" pitchFamily="18" charset="0"/>
                        <a:ea typeface="宋体" panose="02010600030101010101" pitchFamily="2" charset="-122"/>
                        <a:cs typeface="Songti SC"/>
                        <a:sym typeface="Songti SC"/>
                      </a:rPr>
                      <m:t>,</m:t>
                    </m:r>
                    <m:sSub>
                      <m:sSubPr>
                        <m:ctrlPr>
                          <a:rPr lang="en-US" sz="3200" dirty="0">
                            <a:uFillTx/>
                            <a:latin typeface="Times New Roman" panose="02020603050405020304" pitchFamily="18" charset="0"/>
                            <a:ea typeface="宋体" panose="02010600030101010101" pitchFamily="2" charset="-122"/>
                            <a:cs typeface="Songti SC"/>
                            <a:sym typeface="Songti SC"/>
                          </a:rPr>
                        </m:ctrlPr>
                      </m:sSubPr>
                      <m:e>
                        <m:r>
                          <a:rPr lang="en-US" sz="3200" dirty="0">
                            <a:uFillTx/>
                            <a:latin typeface="Times New Roman" panose="02020603050405020304" pitchFamily="18" charset="0"/>
                            <a:ea typeface="宋体" panose="02010600030101010101" pitchFamily="2" charset="-122"/>
                            <a:cs typeface="Songti SC"/>
                            <a:sym typeface="Songti SC"/>
                          </a:rPr>
                          <m:t>𝒗</m:t>
                        </m:r>
                      </m:e>
                      <m:sub>
                        <m:r>
                          <a:rPr lang="en-US" sz="3200" dirty="0">
                            <a:uFillTx/>
                            <a:latin typeface="Times New Roman" panose="02020603050405020304" pitchFamily="18" charset="0"/>
                            <a:ea typeface="宋体" panose="02010600030101010101" pitchFamily="2" charset="-122"/>
                            <a:cs typeface="Songti SC"/>
                            <a:sym typeface="Songti SC"/>
                          </a:rPr>
                          <m:t>𝟐</m:t>
                        </m:r>
                      </m:sub>
                    </m:sSub>
                    <m:r>
                      <a:rPr lang="en-US" sz="3200" dirty="0">
                        <a:uFillTx/>
                        <a:latin typeface="Times New Roman" panose="02020603050405020304" pitchFamily="18" charset="0"/>
                        <a:ea typeface="宋体" panose="02010600030101010101" pitchFamily="2" charset="-122"/>
                        <a:cs typeface="Songti SC"/>
                        <a:sym typeface="Songti SC"/>
                      </a:rPr>
                      <m:t>,…,</m:t>
                    </m:r>
                    <m:sSub>
                      <m:sSubPr>
                        <m:ctrlPr>
                          <a:rPr lang="en-US" sz="3200" dirty="0">
                            <a:uFillTx/>
                            <a:latin typeface="Times New Roman" panose="02020603050405020304" pitchFamily="18" charset="0"/>
                            <a:ea typeface="宋体" panose="02010600030101010101" pitchFamily="2" charset="-122"/>
                            <a:cs typeface="Songti SC"/>
                            <a:sym typeface="Songti SC"/>
                          </a:rPr>
                        </m:ctrlPr>
                      </m:sSubPr>
                      <m:e>
                        <m:r>
                          <a:rPr lang="en-US" sz="3200" dirty="0">
                            <a:uFillTx/>
                            <a:latin typeface="Times New Roman" panose="02020603050405020304" pitchFamily="18" charset="0"/>
                            <a:ea typeface="宋体" panose="02010600030101010101" pitchFamily="2" charset="-122"/>
                            <a:cs typeface="Songti SC"/>
                            <a:sym typeface="Songti SC"/>
                          </a:rPr>
                          <m:t>𝒗</m:t>
                        </m:r>
                      </m:e>
                      <m:sub>
                        <m:r>
                          <a:rPr lang="en-US" sz="3200" dirty="0">
                            <a:uFillTx/>
                            <a:latin typeface="Times New Roman" panose="02020603050405020304" pitchFamily="18" charset="0"/>
                            <a:ea typeface="宋体" panose="02010600030101010101" pitchFamily="2" charset="-122"/>
                            <a:cs typeface="Songti SC"/>
                            <a:sym typeface="Songti SC"/>
                          </a:rPr>
                          <m:t>𝒎</m:t>
                        </m:r>
                      </m:sub>
                    </m:sSub>
                    <m:r>
                      <m:rPr>
                        <m:lit/>
                      </m:rPr>
                      <a:rPr lang="en-US" sz="3200" dirty="0">
                        <a:uFillTx/>
                        <a:latin typeface="Times New Roman" panose="02020603050405020304" pitchFamily="18" charset="0"/>
                        <a:ea typeface="宋体" panose="02010600030101010101" pitchFamily="2" charset="-122"/>
                        <a:cs typeface="Songti SC"/>
                        <a:sym typeface="Songti SC"/>
                      </a:rPr>
                      <m:t>}</m:t>
                    </m:r>
                  </m:oMath>
                </a14:m>
                <a:r>
                  <a:rPr lang="en-US" sz="3200" dirty="0">
                    <a:uFillTx/>
                    <a:latin typeface="Times New Roman" panose="02020603050405020304" pitchFamily="18" charset="0"/>
                    <a:ea typeface="宋体" panose="02010600030101010101" pitchFamily="2" charset="-122"/>
                    <a:cs typeface="Songti SC"/>
                    <a:sym typeface="Songti SC"/>
                  </a:rPr>
                  <a:t>为格</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Songti SC"/>
                      </a:rPr>
                      <m:t>𝐿</m:t>
                    </m:r>
                  </m:oMath>
                </a14:m>
                <a:r>
                  <a:rPr lang="en-US" sz="3200" dirty="0">
                    <a:uFillTx/>
                    <a:latin typeface="Times New Roman" panose="02020603050405020304" pitchFamily="18" charset="0"/>
                    <a:ea typeface="宋体" panose="02010600030101010101" pitchFamily="2" charset="-122"/>
                    <a:cs typeface="Songti SC"/>
                    <a:sym typeface="Songti SC"/>
                  </a:rPr>
                  <a:t>的一组基，且记</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Songti SC"/>
                      </a:rPr>
                      <m:t>𝐷𝑖𝑚</m:t>
                    </m:r>
                    <m:d>
                      <m:dPr>
                        <m:ctrlPr>
                          <a:rPr lang="en-US" sz="3200" dirty="0">
                            <a:uFillTx/>
                            <a:latin typeface="Times New Roman" panose="02020603050405020304" pitchFamily="18" charset="0"/>
                            <a:ea typeface="宋体" panose="02010600030101010101" pitchFamily="2" charset="-122"/>
                            <a:cs typeface="Songti SC"/>
                            <a:sym typeface="Songti SC"/>
                          </a:rPr>
                        </m:ctrlPr>
                      </m:dPr>
                      <m:e>
                        <m:r>
                          <a:rPr lang="en-US" sz="3200" dirty="0">
                            <a:uFillTx/>
                            <a:latin typeface="Times New Roman" panose="02020603050405020304" pitchFamily="18" charset="0"/>
                            <a:ea typeface="宋体" panose="02010600030101010101" pitchFamily="2" charset="-122"/>
                            <a:cs typeface="Songti SC"/>
                            <a:sym typeface="Songti SC"/>
                          </a:rPr>
                          <m:t>𝐿</m:t>
                        </m:r>
                      </m:e>
                    </m:d>
                    <m:r>
                      <a:rPr lang="en-US" sz="3200" dirty="0">
                        <a:uFillTx/>
                        <a:latin typeface="Times New Roman" panose="02020603050405020304" pitchFamily="18" charset="0"/>
                        <a:ea typeface="宋体" panose="02010600030101010101" pitchFamily="2" charset="-122"/>
                        <a:cs typeface="Songti SC"/>
                        <a:sym typeface="Songti SC"/>
                      </a:rPr>
                      <m:t>=</m:t>
                    </m:r>
                    <m:r>
                      <a:rPr lang="en-US" sz="3200" dirty="0">
                        <a:uFillTx/>
                        <a:latin typeface="Times New Roman" panose="02020603050405020304" pitchFamily="18" charset="0"/>
                        <a:ea typeface="宋体" panose="02010600030101010101" pitchFamily="2" charset="-122"/>
                        <a:cs typeface="Songti SC"/>
                        <a:sym typeface="Songti SC"/>
                      </a:rPr>
                      <m:t>𝑚</m:t>
                    </m:r>
                    <m:r>
                      <a:rPr lang="en-US" sz="3200" dirty="0">
                        <a:uFillTx/>
                        <a:latin typeface="Times New Roman" panose="02020603050405020304" pitchFamily="18" charset="0"/>
                        <a:ea typeface="宋体" panose="02010600030101010101" pitchFamily="2" charset="-122"/>
                        <a:cs typeface="Songti SC"/>
                        <a:sym typeface="Songti SC"/>
                      </a:rPr>
                      <m:t>，</m:t>
                    </m:r>
                    <m:r>
                      <a:rPr lang="en-US" sz="3200" dirty="0">
                        <a:uFillTx/>
                        <a:latin typeface="Times New Roman" panose="02020603050405020304" pitchFamily="18" charset="0"/>
                        <a:ea typeface="宋体" panose="02010600030101010101" pitchFamily="2" charset="-122"/>
                        <a:cs typeface="Songti SC"/>
                        <a:sym typeface="Songti SC"/>
                      </a:rPr>
                      <m:t>𝑚</m:t>
                    </m:r>
                    <m:r>
                      <a:rPr lang="en-US" sz="3200" dirty="0">
                        <a:uFillTx/>
                        <a:latin typeface="Times New Roman" panose="02020603050405020304" pitchFamily="18" charset="0"/>
                        <a:ea typeface="宋体" panose="02010600030101010101" pitchFamily="2" charset="-122"/>
                        <a:cs typeface="Songti SC"/>
                        <a:sym typeface="Songti SC"/>
                      </a:rPr>
                      <m:t>,</m:t>
                    </m:r>
                    <m:r>
                      <a:rPr lang="en-US" sz="3200" dirty="0">
                        <a:uFillTx/>
                        <a:latin typeface="Times New Roman" panose="02020603050405020304" pitchFamily="18" charset="0"/>
                        <a:ea typeface="宋体" panose="02010600030101010101" pitchFamily="2" charset="-122"/>
                        <a:cs typeface="Songti SC"/>
                        <a:sym typeface="Songti SC"/>
                      </a:rPr>
                      <m:t>𝑛</m:t>
                    </m:r>
                  </m:oMath>
                </a14:m>
                <a:r>
                  <a:rPr lang="en-US" sz="3200" dirty="0">
                    <a:uFillTx/>
                    <a:latin typeface="Times New Roman" panose="02020603050405020304" pitchFamily="18" charset="0"/>
                    <a:ea typeface="宋体" panose="02010600030101010101" pitchFamily="2" charset="-122"/>
                    <a:cs typeface="Songti SC"/>
                    <a:sym typeface="Songti SC"/>
                  </a:rPr>
                  <a:t>分别为格</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Songti SC"/>
                      </a:rPr>
                      <m:t>𝐿</m:t>
                    </m:r>
                  </m:oMath>
                </a14:m>
                <a:r>
                  <a:rPr lang="en-US" sz="3200" dirty="0">
                    <a:uFillTx/>
                    <a:latin typeface="Times New Roman" panose="02020603050405020304" pitchFamily="18" charset="0"/>
                    <a:ea typeface="宋体" panose="02010600030101010101" pitchFamily="2" charset="-122"/>
                    <a:cs typeface="Songti SC"/>
                    <a:sym typeface="Songti SC"/>
                  </a:rPr>
                  <a:t>的维数和秩。当</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Songti SC"/>
                      </a:rPr>
                      <m:t>𝑚</m:t>
                    </m:r>
                    <m:r>
                      <a:rPr lang="en-US" sz="3200" dirty="0">
                        <a:uFillTx/>
                        <a:latin typeface="Times New Roman" panose="02020603050405020304" pitchFamily="18" charset="0"/>
                        <a:ea typeface="宋体" panose="02010600030101010101" pitchFamily="2" charset="-122"/>
                        <a:cs typeface="Songti SC"/>
                        <a:sym typeface="Songti SC"/>
                      </a:rPr>
                      <m:t>=</m:t>
                    </m:r>
                    <m:r>
                      <a:rPr lang="en-US" sz="3200" dirty="0">
                        <a:uFillTx/>
                        <a:latin typeface="Times New Roman" panose="02020603050405020304" pitchFamily="18" charset="0"/>
                        <a:ea typeface="宋体" panose="02010600030101010101" pitchFamily="2" charset="-122"/>
                        <a:cs typeface="Songti SC"/>
                        <a:sym typeface="Songti SC"/>
                      </a:rPr>
                      <m:t>𝑛</m:t>
                    </m:r>
                  </m:oMath>
                </a14:m>
                <a:r>
                  <a:rPr lang="en-US" sz="3200" dirty="0">
                    <a:uFillTx/>
                    <a:latin typeface="Times New Roman" panose="02020603050405020304" pitchFamily="18" charset="0"/>
                    <a:ea typeface="宋体" panose="02010600030101010101" pitchFamily="2" charset="-122"/>
                    <a:cs typeface="Songti SC"/>
                    <a:sym typeface="Songti SC"/>
                  </a:rPr>
                  <a:t>时，称格</a:t>
                </a:r>
                <a:r>
                  <a:rPr lang="en-US" sz="3200" dirty="0">
                    <a:uFillTx/>
                    <a:latin typeface="Times New Roman" panose="02020603050405020304" pitchFamily="18" charset="0"/>
                    <a:ea typeface="宋体" panose="02010600030101010101" pitchFamily="2" charset="-122"/>
                    <a:cs typeface="Songti SC"/>
                    <a:sym typeface="Songti SC"/>
                  </a:rPr>
                  <a:t>L</a:t>
                </a:r>
                <a:r>
                  <a:rPr lang="en-US" sz="3200" dirty="0">
                    <a:uFillTx/>
                    <a:latin typeface="Times New Roman" panose="02020603050405020304" pitchFamily="18" charset="0"/>
                    <a:ea typeface="宋体" panose="02010600030101010101" pitchFamily="2" charset="-122"/>
                    <a:cs typeface="Songti SC"/>
                    <a:sym typeface="Songti SC"/>
                  </a:rPr>
                  <a:t>是满维的。</a:t>
                </a:r>
                <a:endParaRPr lang="en-US" sz="3200" dirty="0">
                  <a:uFillTx/>
                  <a:latin typeface="Times New Roman" panose="02020603050405020304" pitchFamily="18" charset="0"/>
                  <a:ea typeface="宋体" panose="02010600030101010101" pitchFamily="2" charset="-122"/>
                  <a:cs typeface="Songti SC"/>
                  <a:sym typeface="Songti SC"/>
                </a:endParaRPr>
              </a:p>
              <a:p>
                <a:pPr lvl="0" indent="914400" algn="just" defTabSz="914400">
                  <a:lnSpc>
                    <a:spcPct val="125000"/>
                  </a:lnSpc>
                  <a:buSzTx/>
                  <a:defRPr/>
                </a:pPr>
                <a:r>
                  <a:rPr lang="en-US" sz="3200" dirty="0">
                    <a:uFillTx/>
                    <a:latin typeface="Times New Roman" panose="02020603050405020304" pitchFamily="18" charset="0"/>
                    <a:ea typeface="宋体" panose="02010600030101010101" pitchFamily="2" charset="-122"/>
                    <a:cs typeface="Songti SC"/>
                    <a:sym typeface="Songti SC"/>
                  </a:rPr>
                  <a:t>格的基也可以用矩阵表示为</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Songti SC"/>
                      </a:rPr>
                      <m:t>𝐵</m:t>
                    </m:r>
                    <m:r>
                      <a:rPr lang="en-US" sz="3200" dirty="0">
                        <a:uFillTx/>
                        <a:latin typeface="Times New Roman" panose="02020603050405020304" pitchFamily="18" charset="0"/>
                        <a:ea typeface="宋体" panose="02010600030101010101" pitchFamily="2" charset="-122"/>
                        <a:cs typeface="Songti SC"/>
                        <a:sym typeface="Songti SC"/>
                      </a:rPr>
                      <m:t>=</m:t>
                    </m:r>
                    <m:d>
                      <m:dPr>
                        <m:begChr m:val="["/>
                        <m:endChr m:val="]"/>
                        <m:ctrlPr>
                          <a:rPr lang="en-US" sz="3200" dirty="0">
                            <a:uFillTx/>
                            <a:latin typeface="Times New Roman" panose="02020603050405020304" pitchFamily="18" charset="0"/>
                            <a:ea typeface="宋体" panose="02010600030101010101" pitchFamily="2" charset="-122"/>
                            <a:cs typeface="Songti SC"/>
                            <a:sym typeface="Songti SC"/>
                          </a:rPr>
                        </m:ctrlPr>
                      </m:dPr>
                      <m:e>
                        <m:sSub>
                          <m:sSubPr>
                            <m:ctrlPr>
                              <a:rPr lang="en-US" sz="3200" dirty="0">
                                <a:uFillTx/>
                                <a:latin typeface="Times New Roman" panose="02020603050405020304" pitchFamily="18" charset="0"/>
                                <a:ea typeface="宋体" panose="02010600030101010101" pitchFamily="2" charset="-122"/>
                                <a:cs typeface="Songti SC"/>
                                <a:sym typeface="Songti SC"/>
                              </a:rPr>
                            </m:ctrlPr>
                          </m:sSubPr>
                          <m:e>
                            <m:r>
                              <a:rPr lang="en-US" sz="3200" dirty="0">
                                <a:uFillTx/>
                                <a:latin typeface="Times New Roman" panose="02020603050405020304" pitchFamily="18" charset="0"/>
                                <a:ea typeface="宋体" panose="02010600030101010101" pitchFamily="2" charset="-122"/>
                                <a:cs typeface="Songti SC"/>
                                <a:sym typeface="Songti SC"/>
                              </a:rPr>
                              <m:t>𝒗</m:t>
                            </m:r>
                          </m:e>
                          <m:sub>
                            <m:r>
                              <a:rPr lang="en-US" sz="3200" dirty="0">
                                <a:uFillTx/>
                                <a:latin typeface="Times New Roman" panose="02020603050405020304" pitchFamily="18" charset="0"/>
                                <a:ea typeface="宋体" panose="02010600030101010101" pitchFamily="2" charset="-122"/>
                                <a:cs typeface="Songti SC"/>
                                <a:sym typeface="Songti SC"/>
                              </a:rPr>
                              <m:t>𝟏</m:t>
                            </m:r>
                          </m:sub>
                        </m:sSub>
                        <m:r>
                          <a:rPr lang="en-US" sz="3200" dirty="0">
                            <a:uFillTx/>
                            <a:latin typeface="Times New Roman" panose="02020603050405020304" pitchFamily="18" charset="0"/>
                            <a:ea typeface="宋体" panose="02010600030101010101" pitchFamily="2" charset="-122"/>
                            <a:cs typeface="Songti SC"/>
                            <a:sym typeface="Songti SC"/>
                          </a:rPr>
                          <m:t>,</m:t>
                        </m:r>
                        <m:sSub>
                          <m:sSubPr>
                            <m:ctrlPr>
                              <a:rPr lang="en-US" sz="3200" dirty="0">
                                <a:uFillTx/>
                                <a:latin typeface="Times New Roman" panose="02020603050405020304" pitchFamily="18" charset="0"/>
                                <a:ea typeface="宋体" panose="02010600030101010101" pitchFamily="2" charset="-122"/>
                                <a:cs typeface="Songti SC"/>
                                <a:sym typeface="Songti SC"/>
                              </a:rPr>
                            </m:ctrlPr>
                          </m:sSubPr>
                          <m:e>
                            <m:r>
                              <a:rPr lang="en-US" sz="3200" dirty="0">
                                <a:uFillTx/>
                                <a:latin typeface="Times New Roman" panose="02020603050405020304" pitchFamily="18" charset="0"/>
                                <a:ea typeface="宋体" panose="02010600030101010101" pitchFamily="2" charset="-122"/>
                                <a:cs typeface="Songti SC"/>
                                <a:sym typeface="Songti SC"/>
                              </a:rPr>
                              <m:t>𝒗</m:t>
                            </m:r>
                          </m:e>
                          <m:sub>
                            <m:r>
                              <a:rPr lang="en-US" sz="3200" dirty="0">
                                <a:uFillTx/>
                                <a:latin typeface="Times New Roman" panose="02020603050405020304" pitchFamily="18" charset="0"/>
                                <a:ea typeface="宋体" panose="02010600030101010101" pitchFamily="2" charset="-122"/>
                                <a:cs typeface="Songti SC"/>
                                <a:sym typeface="Songti SC"/>
                              </a:rPr>
                              <m:t>𝟐</m:t>
                            </m:r>
                          </m:sub>
                        </m:sSub>
                        <m:r>
                          <a:rPr lang="en-US" sz="3200" dirty="0">
                            <a:uFillTx/>
                            <a:latin typeface="Times New Roman" panose="02020603050405020304" pitchFamily="18" charset="0"/>
                            <a:ea typeface="宋体" panose="02010600030101010101" pitchFamily="2" charset="-122"/>
                            <a:cs typeface="Songti SC"/>
                            <a:sym typeface="Songti SC"/>
                          </a:rPr>
                          <m:t>,…,</m:t>
                        </m:r>
                        <m:sSub>
                          <m:sSubPr>
                            <m:ctrlPr>
                              <a:rPr lang="en-US" sz="3200" dirty="0">
                                <a:uFillTx/>
                                <a:latin typeface="Times New Roman" panose="02020603050405020304" pitchFamily="18" charset="0"/>
                                <a:ea typeface="宋体" panose="02010600030101010101" pitchFamily="2" charset="-122"/>
                                <a:cs typeface="Songti SC"/>
                                <a:sym typeface="Songti SC"/>
                              </a:rPr>
                            </m:ctrlPr>
                          </m:sSubPr>
                          <m:e>
                            <m:r>
                              <a:rPr lang="en-US" sz="3200" dirty="0">
                                <a:uFillTx/>
                                <a:latin typeface="Times New Roman" panose="02020603050405020304" pitchFamily="18" charset="0"/>
                                <a:ea typeface="宋体" panose="02010600030101010101" pitchFamily="2" charset="-122"/>
                                <a:cs typeface="Songti SC"/>
                                <a:sym typeface="Songti SC"/>
                              </a:rPr>
                              <m:t>𝒗</m:t>
                            </m:r>
                          </m:e>
                          <m:sub>
                            <m:r>
                              <a:rPr lang="en-US" sz="3200" dirty="0">
                                <a:uFillTx/>
                                <a:latin typeface="Times New Roman" panose="02020603050405020304" pitchFamily="18" charset="0"/>
                                <a:ea typeface="宋体" panose="02010600030101010101" pitchFamily="2" charset="-122"/>
                                <a:cs typeface="Songti SC"/>
                                <a:sym typeface="Songti SC"/>
                              </a:rPr>
                              <m:t>𝒎</m:t>
                            </m:r>
                          </m:sub>
                        </m:sSub>
                      </m:e>
                    </m:d>
                    <m:r>
                      <a:rPr lang="en-US" sz="3200" dirty="0">
                        <a:uFillTx/>
                        <a:latin typeface="Times New Roman" panose="02020603050405020304" pitchFamily="18" charset="0"/>
                        <a:ea typeface="宋体" panose="02010600030101010101" pitchFamily="2" charset="-122"/>
                        <a:cs typeface="Songti SC"/>
                        <a:sym typeface="Songti SC"/>
                      </a:rPr>
                      <m:t>∈</m:t>
                    </m:r>
                    <m:sSup>
                      <m:sSupPr>
                        <m:ctrlPr>
                          <a:rPr lang="en-US" sz="3200" dirty="0">
                            <a:uFillTx/>
                            <a:latin typeface="Times New Roman" panose="02020603050405020304" pitchFamily="18" charset="0"/>
                            <a:ea typeface="宋体" panose="02010600030101010101" pitchFamily="2" charset="-122"/>
                            <a:cs typeface="Songti SC"/>
                            <a:sym typeface="Songti SC"/>
                          </a:rPr>
                        </m:ctrlPr>
                      </m:sSupPr>
                      <m:e>
                        <m:r>
                          <a:rPr lang="en-US" sz="3200" dirty="0">
                            <a:uFillTx/>
                            <a:latin typeface="Times New Roman" panose="02020603050405020304" pitchFamily="18" charset="0"/>
                            <a:ea typeface="宋体" panose="02010600030101010101" pitchFamily="2" charset="-122"/>
                            <a:cs typeface="Songti SC"/>
                            <a:sym typeface="Songti SC"/>
                          </a:rPr>
                          <m:t>i</m:t>
                        </m:r>
                      </m:e>
                      <m:sup>
                        <m:r>
                          <a:rPr lang="en-US" sz="3200" dirty="0">
                            <a:uFillTx/>
                            <a:latin typeface="Times New Roman" panose="02020603050405020304" pitchFamily="18" charset="0"/>
                            <a:ea typeface="宋体" panose="02010600030101010101" pitchFamily="2" charset="-122"/>
                            <a:cs typeface="Songti SC"/>
                            <a:sym typeface="Songti SC"/>
                          </a:rPr>
                          <m:t>𝑛</m:t>
                        </m:r>
                        <m:r>
                          <a:rPr lang="en-US" sz="3200" dirty="0">
                            <a:uFillTx/>
                            <a:latin typeface="Times New Roman" panose="02020603050405020304" pitchFamily="18" charset="0"/>
                            <a:ea typeface="宋体" panose="02010600030101010101" pitchFamily="2" charset="-122"/>
                            <a:cs typeface="Songti SC"/>
                            <a:sym typeface="Songti SC"/>
                          </a:rPr>
                          <m:t>×</m:t>
                        </m:r>
                        <m:r>
                          <a:rPr lang="en-US" sz="3200" dirty="0">
                            <a:uFillTx/>
                            <a:latin typeface="Times New Roman" panose="02020603050405020304" pitchFamily="18" charset="0"/>
                            <a:ea typeface="宋体" panose="02010600030101010101" pitchFamily="2" charset="-122"/>
                            <a:cs typeface="Songti SC"/>
                            <a:sym typeface="Songti SC"/>
                          </a:rPr>
                          <m:t>𝑚</m:t>
                        </m:r>
                      </m:sup>
                    </m:sSup>
                  </m:oMath>
                </a14:m>
                <a:endParaRPr lang="en-US" sz="3200" dirty="0">
                  <a:uFillTx/>
                  <a:latin typeface="Times New Roman" panose="02020603050405020304" pitchFamily="18" charset="0"/>
                  <a:ea typeface="宋体" panose="02010600030101010101" pitchFamily="2" charset="-122"/>
                  <a:cs typeface="Songti SC"/>
                  <a:sym typeface="Songti SC"/>
                </a:endParaRPr>
              </a:p>
              <a:p>
                <a:pPr lvl="0" indent="914400" algn="just" defTabSz="914400">
                  <a:lnSpc>
                    <a:spcPct val="125000"/>
                  </a:lnSpc>
                  <a:buSzTx/>
                  <a:defRPr/>
                </a:pPr>
                <a:r>
                  <a:rPr lang="en-US" sz="3200" dirty="0">
                    <a:uFillTx/>
                    <a:latin typeface="Times New Roman" panose="02020603050405020304" pitchFamily="18" charset="0"/>
                    <a:ea typeface="宋体" panose="02010600030101010101" pitchFamily="2" charset="-122"/>
                    <a:cs typeface="Songti SC"/>
                    <a:sym typeface="Songti SC"/>
                  </a:rPr>
                  <a:t>使用矩阵表示后，格</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Songti SC"/>
                      </a:rPr>
                      <m:t>𝐿</m:t>
                    </m:r>
                  </m:oMath>
                </a14:m>
                <a:r>
                  <a:rPr lang="en-US" sz="3200" dirty="0">
                    <a:uFillTx/>
                    <a:latin typeface="Times New Roman" panose="02020603050405020304" pitchFamily="18" charset="0"/>
                    <a:ea typeface="宋体" panose="02010600030101010101" pitchFamily="2" charset="-122"/>
                    <a:cs typeface="Songti SC"/>
                    <a:sym typeface="Songti SC"/>
                  </a:rPr>
                  <a:t>可以表示为</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Songti SC"/>
                      </a:rPr>
                      <m:t>𝐿</m:t>
                    </m:r>
                    <m:d>
                      <m:dPr>
                        <m:ctrlPr>
                          <a:rPr lang="en-US" sz="3200" dirty="0">
                            <a:uFillTx/>
                            <a:latin typeface="Times New Roman" panose="02020603050405020304" pitchFamily="18" charset="0"/>
                            <a:ea typeface="宋体" panose="02010600030101010101" pitchFamily="2" charset="-122"/>
                            <a:cs typeface="Songti SC"/>
                            <a:sym typeface="Songti SC"/>
                          </a:rPr>
                        </m:ctrlPr>
                      </m:dPr>
                      <m:e>
                        <m:r>
                          <a:rPr lang="en-US" sz="3200" dirty="0">
                            <a:uFillTx/>
                            <a:latin typeface="Times New Roman" panose="02020603050405020304" pitchFamily="18" charset="0"/>
                            <a:ea typeface="宋体" panose="02010600030101010101" pitchFamily="2" charset="-122"/>
                            <a:cs typeface="Songti SC"/>
                            <a:sym typeface="Songti SC"/>
                          </a:rPr>
                          <m:t>𝐵</m:t>
                        </m:r>
                      </m:e>
                    </m:d>
                    <m:r>
                      <a:rPr lang="en-US" sz="3200" dirty="0">
                        <a:uFillTx/>
                        <a:latin typeface="Times New Roman" panose="02020603050405020304" pitchFamily="18" charset="0"/>
                        <a:ea typeface="宋体" panose="02010600030101010101" pitchFamily="2" charset="-122"/>
                        <a:cs typeface="Songti SC"/>
                        <a:sym typeface="Songti SC"/>
                      </a:rPr>
                      <m:t>=</m:t>
                    </m:r>
                    <m:r>
                      <m:rPr>
                        <m:lit/>
                      </m:rPr>
                      <a:rPr lang="en-US" sz="3200" dirty="0">
                        <a:uFillTx/>
                        <a:latin typeface="Times New Roman" panose="02020603050405020304" pitchFamily="18" charset="0"/>
                        <a:ea typeface="宋体" panose="02010600030101010101" pitchFamily="2" charset="-122"/>
                        <a:cs typeface="Songti SC"/>
                        <a:sym typeface="Songti SC"/>
                      </a:rPr>
                      <m:t>{</m:t>
                    </m:r>
                    <m:r>
                      <a:rPr lang="en-US" sz="3200" dirty="0">
                        <a:uFillTx/>
                        <a:latin typeface="Times New Roman" panose="02020603050405020304" pitchFamily="18" charset="0"/>
                        <a:ea typeface="宋体" panose="02010600030101010101" pitchFamily="2" charset="-122"/>
                        <a:cs typeface="Songti SC"/>
                        <a:sym typeface="Songti SC"/>
                      </a:rPr>
                      <m:t>𝐵</m:t>
                    </m:r>
                    <m:r>
                      <a:rPr lang="en-US" sz="3200" dirty="0">
                        <a:uFillTx/>
                        <a:latin typeface="Times New Roman" panose="02020603050405020304" pitchFamily="18" charset="0"/>
                        <a:ea typeface="宋体" panose="02010600030101010101" pitchFamily="2" charset="-122"/>
                        <a:cs typeface="Songti SC"/>
                        <a:sym typeface="Songti SC"/>
                      </a:rPr>
                      <m:t>𝒙</m:t>
                    </m:r>
                    <m:r>
                      <a:rPr lang="en-US" sz="3200" dirty="0">
                        <a:uFillTx/>
                        <a:latin typeface="Times New Roman" panose="02020603050405020304" pitchFamily="18" charset="0"/>
                        <a:ea typeface="宋体" panose="02010600030101010101" pitchFamily="2" charset="-122"/>
                        <a:cs typeface="Songti SC"/>
                        <a:sym typeface="Songti SC"/>
                      </a:rPr>
                      <m:t>∣</m:t>
                    </m:r>
                    <m:r>
                      <a:rPr lang="en-US" sz="3200" dirty="0">
                        <a:uFillTx/>
                        <a:latin typeface="Times New Roman" panose="02020603050405020304" pitchFamily="18" charset="0"/>
                        <a:ea typeface="宋体" panose="02010600030101010101" pitchFamily="2" charset="-122"/>
                        <a:cs typeface="Songti SC"/>
                        <a:sym typeface="Songti SC"/>
                      </a:rPr>
                      <m:t>𝒙</m:t>
                    </m:r>
                    <m:r>
                      <a:rPr lang="en-US" sz="3200" dirty="0">
                        <a:uFillTx/>
                        <a:latin typeface="Times New Roman" panose="02020603050405020304" pitchFamily="18" charset="0"/>
                        <a:ea typeface="宋体" panose="02010600030101010101" pitchFamily="2" charset="-122"/>
                        <a:cs typeface="Songti SC"/>
                        <a:sym typeface="Songti SC"/>
                      </a:rPr>
                      <m:t>∈</m:t>
                    </m:r>
                    <m:sSup>
                      <m:sSupPr>
                        <m:ctrlPr>
                          <a:rPr lang="en-US" sz="3200" dirty="0">
                            <a:uFillTx/>
                            <a:latin typeface="Times New Roman" panose="02020603050405020304" pitchFamily="18" charset="0"/>
                            <a:ea typeface="宋体" panose="02010600030101010101" pitchFamily="2" charset="-122"/>
                            <a:cs typeface="Songti SC"/>
                            <a:sym typeface="Songti SC"/>
                          </a:rPr>
                        </m:ctrlPr>
                      </m:sSupPr>
                      <m:e>
                        <m:r>
                          <a:rPr lang="en-US" sz="3200" dirty="0">
                            <a:uFillTx/>
                            <a:latin typeface="Times New Roman" panose="02020603050405020304" pitchFamily="18" charset="0"/>
                            <a:ea typeface="宋体" panose="02010600030101010101" pitchFamily="2" charset="-122"/>
                            <a:cs typeface="Songti SC"/>
                            <a:sym typeface="Songti SC"/>
                          </a:rPr>
                          <m:t>𝑍</m:t>
                        </m:r>
                      </m:e>
                      <m:sup>
                        <m:r>
                          <a:rPr lang="en-US" sz="3200" dirty="0">
                            <a:uFillTx/>
                            <a:latin typeface="Times New Roman" panose="02020603050405020304" pitchFamily="18" charset="0"/>
                            <a:ea typeface="宋体" panose="02010600030101010101" pitchFamily="2" charset="-122"/>
                            <a:cs typeface="Songti SC"/>
                            <a:sym typeface="Songti SC"/>
                          </a:rPr>
                          <m:t>𝑚</m:t>
                        </m:r>
                      </m:sup>
                    </m:sSup>
                    <m:r>
                      <m:rPr>
                        <m:lit/>
                      </m:rPr>
                      <a:rPr lang="en-US" sz="3200" dirty="0">
                        <a:uFillTx/>
                        <a:latin typeface="Times New Roman" panose="02020603050405020304" pitchFamily="18" charset="0"/>
                        <a:ea typeface="宋体" panose="02010600030101010101" pitchFamily="2" charset="-122"/>
                        <a:cs typeface="Songti SC"/>
                        <a:sym typeface="Songti SC"/>
                      </a:rPr>
                      <m:t>}</m:t>
                    </m:r>
                  </m:oMath>
                </a14:m>
                <a:endParaRPr lang="en-US" sz="3200" dirty="0">
                  <a:uFillTx/>
                  <a:latin typeface="Times New Roman" panose="02020603050405020304" pitchFamily="18" charset="0"/>
                  <a:ea typeface="宋体" panose="02010600030101010101" pitchFamily="2" charset="-122"/>
                  <a:cs typeface="Songti SC"/>
                  <a:sym typeface="Songti SC"/>
                </a:endParaRPr>
              </a:p>
            </p:txBody>
          </p:sp>
        </mc:Choice>
        <mc:Fallback>
          <p:sp>
            <p:nvSpPr>
              <p:cNvPr id="8" name="AutoShape 8"/>
              <p:cNvSpPr txBox="1">
                <a:spLocks noRot="1" noChangeAspect="1" noMove="1" noResize="1" noEditPoints="1" noAdjustHandles="1" noChangeArrowheads="1" noChangeShapeType="1" noTextEdit="1"/>
              </p:cNvSpPr>
              <p:nvPr/>
            </p:nvSpPr>
            <p:spPr>
              <a:xfrm>
                <a:off x="1397595" y="2425700"/>
                <a:ext cx="15719287" cy="6985000"/>
              </a:xfrm>
              <a:prstGeom prst="rect">
                <a:avLst/>
              </a:prstGeom>
              <a:blipFill rotWithShape="1">
                <a:blip r:embed="rId3"/>
                <a:stretch>
                  <a:fillRect l="-4" r="3"/>
                </a:stretch>
              </a:blipFill>
              <a:ln w="19050" cap="flat" cmpd="sng">
                <a:noFill/>
                <a:prstDash val="solid"/>
                <a:round/>
              </a:ln>
            </p:spPr>
            <p:txBody>
              <a:bodyPr/>
              <a:lstStyle/>
              <a:p>
                <a:r>
                  <a:rPr lang="zh-CN" altLang="en-US">
                    <a:noFill/>
                  </a:rPr>
                  <a:t> </a:t>
                </a:r>
              </a:p>
            </p:txBody>
          </p:sp>
        </mc:Fallback>
      </mc:AlternateContent>
      <p:sp>
        <p:nvSpPr>
          <p:cNvPr id="9" name="AutoShape 9"/>
          <p:cNvSpPr txBox="1"/>
          <p:nvPr/>
        </p:nvSpPr>
        <p:spPr>
          <a:xfrm>
            <a:off x="15544800" y="9410700"/>
            <a:ext cx="2133600" cy="441325"/>
          </a:xfrm>
          <a:prstGeom prst="rect">
            <a:avLst/>
          </a:prstGeom>
          <a:noFill/>
          <a:ln w="19050" cap="flat" cmpd="sng">
            <a:noFill/>
            <a:prstDash val="solid"/>
            <a:round/>
          </a:ln>
        </p:spPr>
        <p:txBody>
          <a:bodyPr vert="horz" wrap="square" lIns="91440" tIns="45720" rIns="91440" bIns="45720" rtlCol="0" anchor="ctr" anchorCtr="0"/>
          <a:lstStyle/>
          <a:p>
            <a:pPr marL="0" indent="0" algn="r" defTabSz="914400">
              <a:lnSpc>
                <a:spcPct val="100000"/>
              </a:lnSpc>
              <a:defRPr/>
            </a:pPr>
            <a:fld id="{CBCEA4D9-277D-4914-BE0D-F734DD1CADF9}" type="slidenum">
              <a:rPr sz="1400" b="0" i="0" u="none" strike="noStrike">
                <a:solidFill>
                  <a:srgbClr val="FFC000"/>
                </a:solidFill>
                <a:latin typeface="Calibri" panose="020F0502020204030204"/>
                <a:ea typeface="Calibri" panose="020F0502020204030204"/>
                <a:cs typeface="Calibri" panose="020F0502020204030204"/>
                <a:sym typeface="Calibri" panose="020F0502020204030204"/>
              </a:rPr>
            </a:fld>
            <a:endParaRPr lang="en-US" sz="1100"/>
          </a:p>
        </p:txBody>
      </p:sp>
      <p:sp>
        <p:nvSpPr>
          <p:cNvPr id="11" name="Rectangle 2"/>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10" name="AutoShape 35"/>
          <p:cNvSpPr txBox="1"/>
          <p:nvPr/>
        </p:nvSpPr>
        <p:spPr>
          <a:xfrm>
            <a:off x="13694774" y="709652"/>
            <a:ext cx="3700052" cy="369332"/>
          </a:xfrm>
          <a:prstGeom prst="rect">
            <a:avLst/>
          </a:prstGeom>
          <a:noFill/>
          <a:ln w="19050" cap="flat" cmpd="sng">
            <a:noFill/>
            <a:prstDash val="solid"/>
            <a:round/>
          </a:ln>
        </p:spPr>
        <p:txBody>
          <a:bodyPr vert="horz" wrap="none" lIns="91440" tIns="45720" rIns="91440" bIns="45720" rtlCol="0" anchor="t" anchorCtr="0"/>
          <a:lstStyle/>
          <a:p>
            <a:pPr>
              <a:defRPr/>
            </a:pPr>
            <a:r>
              <a:rPr lang="zh-CN" altLang="zh-CN" sz="18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仿宋" panose="02010609060101010101" pitchFamily="49" charset="-122"/>
                <a:ea typeface="仿宋" panose="02010609060101010101" pitchFamily="49" charset="-122"/>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密码学</a:t>
            </a:r>
            <a:r>
              <a:rPr lang="en-US" sz="1800" b="1" i="0" u="none" strike="noStrike" dirty="0">
                <a:solidFill>
                  <a:srgbClr val="1F497D"/>
                </a:solidFill>
                <a:latin typeface="仿宋" panose="02010609060101010101" pitchFamily="49" charset="-122"/>
                <a:ea typeface="仿宋" panose="02010609060101010101" pitchFamily="49" charset="-122"/>
                <a:cs typeface="Zhuque Fangsong"/>
                <a:sym typeface="Zhuque Fangsong"/>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基础理论与应用</a:t>
            </a:r>
            <a:endParaRPr lang="en-US" sz="1100" dirty="0">
              <a:latin typeface="仿宋" panose="02010609060101010101" pitchFamily="49" charset="-122"/>
              <a:ea typeface="仿宋" panose="02010609060101010101" pitchFamily="49" charset="-122"/>
            </a:endParaRPr>
          </a:p>
        </p:txBody>
      </p:sp>
      <p:sp>
        <p:nvSpPr>
          <p:cNvPr id="13" name="TextBox 31"/>
          <p:cNvSpPr txBox="1"/>
          <p:nvPr/>
        </p:nvSpPr>
        <p:spPr>
          <a:xfrm>
            <a:off x="1281430" y="430530"/>
            <a:ext cx="1437640" cy="842645"/>
          </a:xfrm>
          <a:prstGeom prst="rect">
            <a:avLst/>
          </a:prstGeom>
        </p:spPr>
        <p:txBody>
          <a:bodyPr wrap="square" lIns="0" tIns="0" rIns="0" bIns="0" rtlCol="0" anchor="t">
            <a:spAutoFit/>
          </a:bodyPr>
          <a:lstStyle/>
          <a:p>
            <a:pPr lvl="0" algn="ctr">
              <a:lnSpc>
                <a:spcPts val="6575"/>
              </a:lnSpc>
              <a:buSzTx/>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Times New Roman" panose="02020603050405020304" pitchFamily="18" charset="0"/>
                <a:sym typeface="字由文艺黑" panose="00020600040101010101" charset="-122"/>
              </a:rPr>
              <a:t>10.1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Times New Roman" panose="02020603050405020304" pitchFamily="18" charset="0"/>
              <a:sym typeface="字由文艺黑" panose="00020600040101010101" charset="-122"/>
            </a:endParaRPr>
          </a:p>
        </p:txBody>
      </p:sp>
      <p:sp>
        <p:nvSpPr>
          <p:cNvPr id="4" name="TextBox 30"/>
          <p:cNvSpPr txBox="1"/>
          <p:nvPr/>
        </p:nvSpPr>
        <p:spPr>
          <a:xfrm>
            <a:off x="2558812" y="505480"/>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格理论的基本概念</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412090" y="1028700"/>
            <a:ext cx="7800783" cy="275915"/>
          </a:xfrm>
          <a:custGeom>
            <a:avLst/>
            <a:gdLst/>
            <a:ahLst/>
            <a:cxnLst/>
            <a:rect l="l" t="t" r="r" b="b"/>
            <a:pathLst>
              <a:path w="7800783" h="275915">
                <a:moveTo>
                  <a:pt x="137960" y="0"/>
                </a:moveTo>
                <a:lnTo>
                  <a:pt x="7662827" y="0"/>
                </a:lnTo>
                <a:cubicBezTo>
                  <a:pt x="7699414" y="0"/>
                  <a:pt x="7734504" y="14534"/>
                  <a:pt x="7760377" y="40406"/>
                </a:cubicBezTo>
                <a:cubicBezTo>
                  <a:pt x="7786248" y="66279"/>
                  <a:pt x="7800783" y="101369"/>
                  <a:pt x="7800783" y="137959"/>
                </a:cubicBezTo>
                <a:lnTo>
                  <a:pt x="7800783" y="137959"/>
                </a:lnTo>
                <a:cubicBezTo>
                  <a:pt x="7800783" y="174546"/>
                  <a:pt x="7786248" y="209636"/>
                  <a:pt x="7760377" y="235509"/>
                </a:cubicBezTo>
                <a:cubicBezTo>
                  <a:pt x="7734504" y="261380"/>
                  <a:pt x="7699414" y="275915"/>
                  <a:pt x="7662827" y="275915"/>
                </a:cubicBezTo>
                <a:lnTo>
                  <a:pt x="137960" y="275915"/>
                </a:lnTo>
                <a:cubicBezTo>
                  <a:pt x="101369" y="275915"/>
                  <a:pt x="66279" y="261380"/>
                  <a:pt x="40406" y="235509"/>
                </a:cubicBezTo>
                <a:cubicBezTo>
                  <a:pt x="14534" y="209636"/>
                  <a:pt x="0" y="174546"/>
                  <a:pt x="0" y="137959"/>
                </a:cubicBezTo>
                <a:lnTo>
                  <a:pt x="0" y="137959"/>
                </a:lnTo>
                <a:cubicBezTo>
                  <a:pt x="0" y="101369"/>
                  <a:pt x="14534" y="66279"/>
                  <a:pt x="40406" y="40406"/>
                </a:cubicBezTo>
                <a:cubicBezTo>
                  <a:pt x="66279" y="14534"/>
                  <a:pt x="101369" y="0"/>
                  <a:pt x="137960" y="0"/>
                </a:cubicBezTo>
                <a:close/>
              </a:path>
            </a:pathLst>
          </a:custGeom>
          <a:gradFill rotWithShape="1">
            <a:gsLst>
              <a:gs pos="0">
                <a:srgbClr val="DDEEFF">
                  <a:alpha val="100000"/>
                </a:srgbClr>
              </a:gs>
              <a:gs pos="100000">
                <a:srgbClr val="FFFFFF">
                  <a:alpha val="0"/>
                </a:srgbClr>
              </a:gs>
            </a:gsLst>
            <a:lin ang="0"/>
          </a:gradFill>
          <a:ln w="25400" cap="flat" cmpd="sng">
            <a:noFill/>
            <a:prstDash val="solid"/>
            <a:round/>
          </a:ln>
        </p:spPr>
        <p:txBody>
          <a:bodyPr vert="horz" wrap="square" lIns="91440" tIns="45720" rIns="91440" bIns="45720" rtlCol="0" anchor="t" anchorCtr="0"/>
          <a:lstStyle/>
          <a:p>
            <a:pPr algn="l">
              <a:defRPr/>
            </a:pPr>
          </a:p>
        </p:txBody>
      </p:sp>
      <p:pic>
        <p:nvPicPr>
          <p:cNvPr id="5" name="Picture 5"/>
          <p:cNvPicPr>
            <a:picLocks noChangeAspect="1"/>
          </p:cNvPicPr>
          <p:nvPr/>
        </p:nvPicPr>
        <p:blipFill>
          <a:blip r:embed="rId1">
            <a:alphaModFix amt="80000"/>
          </a:blip>
          <a:srcRect/>
          <a:stretch>
            <a:fillRect/>
          </a:stretch>
        </p:blipFill>
        <p:spPr>
          <a:xfrm>
            <a:off x="762000" y="494030"/>
            <a:ext cx="1069975" cy="656590"/>
          </a:xfrm>
          <a:prstGeom prst="rect">
            <a:avLst/>
          </a:prstGeom>
          <a:noFill/>
          <a:ln w="25400" cap="flat" cmpd="sng">
            <a:noFill/>
            <a:prstDash val="solid"/>
            <a:round/>
          </a:ln>
          <a:effectLst>
            <a:outerShdw blurRad="50800" dist="38100" dir="2700000" algn="tl">
              <a:srgbClr val="000000">
                <a:alpha val="40000"/>
              </a:srgbClr>
            </a:outerShdw>
            <a:reflection blurRad="6350" stA="50000" endA="300" endPos="55000" dir="5400000" sy="-100000" algn="bl" rotWithShape="0"/>
          </a:effectLst>
        </p:spPr>
      </p:pic>
      <p:pic>
        <p:nvPicPr>
          <p:cNvPr id="7" name="Picture 7"/>
          <p:cNvPicPr>
            <a:picLocks noChangeAspect="1"/>
          </p:cNvPicPr>
          <p:nvPr/>
        </p:nvPicPr>
        <p:blipFill>
          <a:blip r:embed="rId2"/>
          <a:srcRect/>
          <a:stretch>
            <a:fillRect/>
          </a:stretch>
        </p:blipFill>
        <p:spPr>
          <a:xfrm>
            <a:off x="13772537" y="1102753"/>
            <a:ext cx="2771429" cy="47619"/>
          </a:xfrm>
          <a:prstGeom prst="rect">
            <a:avLst/>
          </a:prstGeom>
          <a:noFill/>
          <a:ln w="25400" cap="flat" cmpd="sng">
            <a:noFill/>
            <a:prstDash val="solid"/>
            <a:round/>
          </a:ln>
        </p:spPr>
      </p:pic>
      <mc:AlternateContent xmlns:mc="http://schemas.openxmlformats.org/markup-compatibility/2006">
        <mc:Choice xmlns:a14="http://schemas.microsoft.com/office/drawing/2010/main" Requires="a14">
          <p:sp>
            <p:nvSpPr>
              <p:cNvPr id="8" name="AutoShape 8"/>
              <p:cNvSpPr txBox="1"/>
              <p:nvPr/>
            </p:nvSpPr>
            <p:spPr>
              <a:xfrm>
                <a:off x="1270000" y="1651000"/>
                <a:ext cx="15719287" cy="6985000"/>
              </a:xfrm>
              <a:prstGeom prst="rect">
                <a:avLst/>
              </a:prstGeom>
              <a:noFill/>
              <a:ln w="19050" cap="flat" cmpd="sng">
                <a:noFill/>
                <a:prstDash val="solid"/>
                <a:round/>
              </a:ln>
            </p:spPr>
            <p:txBody>
              <a:bodyPr vert="horz" wrap="square" lIns="0" tIns="0" rIns="0" bIns="0" rtlCol="0" anchor="t" anchorCtr="0">
                <a:noAutofit/>
              </a:bodyPr>
              <a:lstStyle/>
              <a:p>
                <a:pPr lvl="0" indent="914400" algn="just" defTabSz="914400">
                  <a:lnSpc>
                    <a:spcPct val="125000"/>
                  </a:lnSpc>
                  <a:buSzTx/>
                  <a:defRPr/>
                </a:pPr>
                <a:r>
                  <a:rPr lang="en-US" sz="3200" dirty="0">
                    <a:uFillTx/>
                    <a:latin typeface="Times New Roman" panose="02020603050405020304" pitchFamily="18" charset="0"/>
                    <a:ea typeface="宋体" panose="02010600030101010101" pitchFamily="2" charset="-122"/>
                    <a:cs typeface="Songti SC"/>
                    <a:sym typeface="Songti SC"/>
                  </a:rPr>
                  <a:t>其中，</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Songti SC"/>
                      </a:rPr>
                      <m:t>𝐵</m:t>
                    </m:r>
                    <m:r>
                      <a:rPr lang="en-US" sz="3200" dirty="0">
                        <a:uFillTx/>
                        <a:latin typeface="Times New Roman" panose="02020603050405020304" pitchFamily="18" charset="0"/>
                        <a:ea typeface="宋体" panose="02010600030101010101" pitchFamily="2" charset="-122"/>
                        <a:cs typeface="Songti SC"/>
                        <a:sym typeface="Songti SC"/>
                      </a:rPr>
                      <m:t>𝒙</m:t>
                    </m:r>
                  </m:oMath>
                </a14:m>
                <a:r>
                  <a:rPr lang="en-US" sz="3200" dirty="0">
                    <a:uFillTx/>
                    <a:latin typeface="Times New Roman" panose="02020603050405020304" pitchFamily="18" charset="0"/>
                    <a:ea typeface="宋体" panose="02010600030101010101" pitchFamily="2" charset="-122"/>
                    <a:cs typeface="Songti SC"/>
                    <a:sym typeface="Songti SC"/>
                  </a:rPr>
                  <a:t>表示普通的矩阵与向量的乘法。从上述定义可以看出，格是由离散点组成的，由</a:t>
                </a:r>
                <a:r>
                  <a:rPr lang="en-US" sz="3200" dirty="0">
                    <a:uFillTx/>
                    <a:latin typeface="Times New Roman" panose="02020603050405020304" pitchFamily="18" charset="0"/>
                    <a:ea typeface="宋体" panose="02010600030101010101" pitchFamily="2" charset="-122"/>
                    <a:cs typeface="Songti SC"/>
                    <a:sym typeface="Songti SC"/>
                  </a:rPr>
                  <a:t>(1,1)</a:t>
                </a:r>
                <a:r>
                  <a:rPr lang="en-US" sz="3200" dirty="0">
                    <a:uFillTx/>
                    <a:latin typeface="Times New Roman" panose="02020603050405020304" pitchFamily="18" charset="0"/>
                    <a:ea typeface="宋体" panose="02010600030101010101" pitchFamily="2" charset="-122"/>
                    <a:cs typeface="Songti SC"/>
                    <a:sym typeface="Songti SC"/>
                  </a:rPr>
                  <a:t>和</a:t>
                </a:r>
                <a:r>
                  <a:rPr lang="en-US" sz="3200" dirty="0">
                    <a:uFillTx/>
                    <a:latin typeface="Times New Roman" panose="02020603050405020304" pitchFamily="18" charset="0"/>
                    <a:ea typeface="宋体" panose="02010600030101010101" pitchFamily="2" charset="-122"/>
                    <a:cs typeface="Songti SC"/>
                    <a:sym typeface="Songti SC"/>
                  </a:rPr>
                  <a:t>(0,1)</a:t>
                </a:r>
                <a:r>
                  <a:rPr lang="en-US" sz="3200" dirty="0">
                    <a:uFillTx/>
                    <a:latin typeface="Times New Roman" panose="02020603050405020304" pitchFamily="18" charset="0"/>
                    <a:ea typeface="宋体" panose="02010600030101010101" pitchFamily="2" charset="-122"/>
                    <a:cs typeface="Songti SC"/>
                    <a:sym typeface="Songti SC"/>
                  </a:rPr>
                  <a:t>为基生成的格如图</a:t>
                </a:r>
                <a:r>
                  <a:rPr lang="en-US" sz="3200" dirty="0">
                    <a:uFillTx/>
                    <a:latin typeface="Times New Roman" panose="02020603050405020304" pitchFamily="18" charset="0"/>
                    <a:ea typeface="宋体" panose="02010600030101010101" pitchFamily="2" charset="-122"/>
                    <a:cs typeface="Songti SC"/>
                    <a:sym typeface="Songti SC"/>
                  </a:rPr>
                  <a:t>10.1</a:t>
                </a:r>
                <a:r>
                  <a:rPr lang="en-US" sz="3200" dirty="0">
                    <a:uFillTx/>
                    <a:latin typeface="Times New Roman" panose="02020603050405020304" pitchFamily="18" charset="0"/>
                    <a:ea typeface="宋体" panose="02010600030101010101" pitchFamily="2" charset="-122"/>
                    <a:cs typeface="Songti SC"/>
                    <a:sym typeface="Songti SC"/>
                  </a:rPr>
                  <a:t>所示。</a:t>
                </a:r>
                <a:endParaRPr lang="en-US" sz="3200" dirty="0">
                  <a:uFillTx/>
                  <a:latin typeface="Times New Roman" panose="02020603050405020304" pitchFamily="18" charset="0"/>
                  <a:ea typeface="宋体" panose="02010600030101010101" pitchFamily="2" charset="-122"/>
                  <a:cs typeface="Songti SC"/>
                  <a:sym typeface="Songti SC"/>
                </a:endParaRPr>
              </a:p>
            </p:txBody>
          </p:sp>
        </mc:Choice>
        <mc:Fallback>
          <p:sp>
            <p:nvSpPr>
              <p:cNvPr id="8" name="AutoShape 8"/>
              <p:cNvSpPr txBox="1">
                <a:spLocks noRot="1" noChangeAspect="1" noMove="1" noResize="1" noEditPoints="1" noAdjustHandles="1" noChangeArrowheads="1" noChangeShapeType="1" noTextEdit="1"/>
              </p:cNvSpPr>
              <p:nvPr/>
            </p:nvSpPr>
            <p:spPr>
              <a:xfrm>
                <a:off x="1270000" y="1651000"/>
                <a:ext cx="15719287" cy="6985000"/>
              </a:xfrm>
              <a:prstGeom prst="rect">
                <a:avLst/>
              </a:prstGeom>
              <a:blipFill rotWithShape="1">
                <a:blip r:embed="rId3"/>
                <a:stretch>
                  <a:fillRect r="3"/>
                </a:stretch>
              </a:blipFill>
              <a:ln w="19050" cap="flat" cmpd="sng">
                <a:noFill/>
                <a:prstDash val="solid"/>
                <a:round/>
              </a:ln>
            </p:spPr>
            <p:txBody>
              <a:bodyPr/>
              <a:lstStyle/>
              <a:p>
                <a:r>
                  <a:rPr lang="zh-CN" altLang="en-US">
                    <a:noFill/>
                  </a:rPr>
                  <a:t> </a:t>
                </a:r>
              </a:p>
            </p:txBody>
          </p:sp>
        </mc:Fallback>
      </mc:AlternateContent>
      <p:sp>
        <p:nvSpPr>
          <p:cNvPr id="9" name="AutoShape 9"/>
          <p:cNvSpPr txBox="1"/>
          <p:nvPr/>
        </p:nvSpPr>
        <p:spPr>
          <a:xfrm>
            <a:off x="15544800" y="9410700"/>
            <a:ext cx="2133600" cy="441325"/>
          </a:xfrm>
          <a:prstGeom prst="rect">
            <a:avLst/>
          </a:prstGeom>
          <a:noFill/>
          <a:ln w="19050" cap="flat" cmpd="sng">
            <a:noFill/>
            <a:prstDash val="solid"/>
            <a:round/>
          </a:ln>
        </p:spPr>
        <p:txBody>
          <a:bodyPr vert="horz" wrap="square" lIns="91440" tIns="45720" rIns="91440" bIns="45720" rtlCol="0" anchor="ctr" anchorCtr="0"/>
          <a:lstStyle/>
          <a:p>
            <a:pPr marL="0" indent="0" algn="r" defTabSz="914400">
              <a:lnSpc>
                <a:spcPct val="100000"/>
              </a:lnSpc>
              <a:defRPr/>
            </a:pPr>
            <a:fld id="{CBCEA4D9-277D-4914-BE0D-F734DD1CADF9}" type="slidenum">
              <a:rPr sz="1400" b="0" i="0" u="none" strike="noStrike">
                <a:solidFill>
                  <a:srgbClr val="FFC000"/>
                </a:solidFill>
                <a:latin typeface="Calibri" panose="020F0502020204030204"/>
                <a:ea typeface="Calibri" panose="020F0502020204030204"/>
                <a:cs typeface="Calibri" panose="020F0502020204030204"/>
                <a:sym typeface="Calibri" panose="020F0502020204030204"/>
              </a:rPr>
            </a:fld>
            <a:endParaRPr lang="en-US" sz="1100"/>
          </a:p>
        </p:txBody>
      </p:sp>
      <p:sp>
        <p:nvSpPr>
          <p:cNvPr id="11" name="Rectangle 2"/>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10" name="AutoShape 35"/>
          <p:cNvSpPr txBox="1"/>
          <p:nvPr/>
        </p:nvSpPr>
        <p:spPr>
          <a:xfrm>
            <a:off x="13694774" y="709652"/>
            <a:ext cx="3700052" cy="369332"/>
          </a:xfrm>
          <a:prstGeom prst="rect">
            <a:avLst/>
          </a:prstGeom>
          <a:noFill/>
          <a:ln w="19050" cap="flat" cmpd="sng">
            <a:noFill/>
            <a:prstDash val="solid"/>
            <a:round/>
          </a:ln>
        </p:spPr>
        <p:txBody>
          <a:bodyPr vert="horz" wrap="none" lIns="91440" tIns="45720" rIns="91440" bIns="45720" rtlCol="0" anchor="t" anchorCtr="0"/>
          <a:lstStyle/>
          <a:p>
            <a:pPr>
              <a:defRPr/>
            </a:pPr>
            <a:r>
              <a:rPr lang="zh-CN" altLang="zh-CN" sz="18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仿宋" panose="02010609060101010101" pitchFamily="49" charset="-122"/>
                <a:ea typeface="仿宋" panose="02010609060101010101" pitchFamily="49" charset="-122"/>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密码学</a:t>
            </a:r>
            <a:r>
              <a:rPr lang="en-US" sz="1800" b="1" i="0" u="none" strike="noStrike" dirty="0">
                <a:solidFill>
                  <a:srgbClr val="1F497D"/>
                </a:solidFill>
                <a:latin typeface="仿宋" panose="02010609060101010101" pitchFamily="49" charset="-122"/>
                <a:ea typeface="仿宋" panose="02010609060101010101" pitchFamily="49" charset="-122"/>
                <a:cs typeface="Zhuque Fangsong"/>
                <a:sym typeface="Zhuque Fangsong"/>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基础理论与应用</a:t>
            </a:r>
            <a:endParaRPr lang="en-US" sz="1100" dirty="0">
              <a:latin typeface="仿宋" panose="02010609060101010101" pitchFamily="49" charset="-122"/>
              <a:ea typeface="仿宋" panose="02010609060101010101" pitchFamily="49" charset="-122"/>
            </a:endParaRPr>
          </a:p>
        </p:txBody>
      </p:sp>
      <p:sp>
        <p:nvSpPr>
          <p:cNvPr id="13" name="TextBox 31"/>
          <p:cNvSpPr txBox="1"/>
          <p:nvPr/>
        </p:nvSpPr>
        <p:spPr>
          <a:xfrm>
            <a:off x="1270000" y="430530"/>
            <a:ext cx="1310640" cy="842645"/>
          </a:xfrm>
          <a:prstGeom prst="rect">
            <a:avLst/>
          </a:prstGeom>
        </p:spPr>
        <p:txBody>
          <a:bodyPr wrap="square" lIns="0" tIns="0" rIns="0" bIns="0" rtlCol="0" anchor="t">
            <a:spAutoFit/>
          </a:bodyPr>
          <a:lstStyle/>
          <a:p>
            <a:pPr lvl="0" algn="ctr">
              <a:lnSpc>
                <a:spcPts val="6575"/>
              </a:lnSpc>
              <a:buSzTx/>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Times New Roman" panose="02020603050405020304" pitchFamily="18" charset="0"/>
                <a:sym typeface="字由文艺黑" panose="00020600040101010101" charset="-122"/>
              </a:rPr>
              <a:t>10.1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Times New Roman" panose="02020603050405020304" pitchFamily="18" charset="0"/>
              <a:sym typeface="字由文艺黑" panose="00020600040101010101" charset="-122"/>
            </a:endParaRPr>
          </a:p>
        </p:txBody>
      </p:sp>
      <p:sp>
        <p:nvSpPr>
          <p:cNvPr id="4" name="TextBox 30"/>
          <p:cNvSpPr txBox="1"/>
          <p:nvPr/>
        </p:nvSpPr>
        <p:spPr>
          <a:xfrm>
            <a:off x="2461022" y="505480"/>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格理论的基本概念</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pic>
        <p:nvPicPr>
          <p:cNvPr id="6" name="图片 5"/>
          <p:cNvPicPr>
            <a:picLocks noChangeAspect="1"/>
          </p:cNvPicPr>
          <p:nvPr/>
        </p:nvPicPr>
        <p:blipFill>
          <a:blip r:embed="rId4"/>
          <a:stretch>
            <a:fillRect/>
          </a:stretch>
        </p:blipFill>
        <p:spPr>
          <a:xfrm>
            <a:off x="5839255" y="3192795"/>
            <a:ext cx="6609490" cy="5640309"/>
          </a:xfrm>
          <a:prstGeom prst="rect">
            <a:avLst/>
          </a:prstGeom>
        </p:spPr>
      </p:pic>
      <p:sp>
        <p:nvSpPr>
          <p:cNvPr id="14" name="文本框 13"/>
          <p:cNvSpPr txBox="1"/>
          <p:nvPr/>
        </p:nvSpPr>
        <p:spPr>
          <a:xfrm>
            <a:off x="8534400" y="8833104"/>
            <a:ext cx="1999488" cy="523220"/>
          </a:xfrm>
          <a:prstGeom prst="rect">
            <a:avLst/>
          </a:prstGeom>
          <a:noFill/>
        </p:spPr>
        <p:txBody>
          <a:bodyPr wrap="square">
            <a:spAutoFit/>
          </a:bodyPr>
          <a:lstStyle/>
          <a:p>
            <a:r>
              <a:rPr lang="zh-CN" altLang="en-US" sz="2800" dirty="0">
                <a:latin typeface="宋体" panose="02010600030101010101" pitchFamily="2" charset="-122"/>
                <a:ea typeface="宋体" panose="02010600030101010101" pitchFamily="2" charset="-122"/>
              </a:rPr>
              <a:t>图10.1</a:t>
            </a:r>
            <a:endParaRPr lang="zh-CN" altLang="en-US" sz="2800" dirty="0">
              <a:latin typeface="宋体" panose="02010600030101010101" pitchFamily="2" charset="-122"/>
              <a:ea typeface="宋体" panose="02010600030101010101"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412090" y="1028700"/>
            <a:ext cx="7800783" cy="275915"/>
          </a:xfrm>
          <a:custGeom>
            <a:avLst/>
            <a:gdLst/>
            <a:ahLst/>
            <a:cxnLst/>
            <a:rect l="l" t="t" r="r" b="b"/>
            <a:pathLst>
              <a:path w="7800783" h="275915">
                <a:moveTo>
                  <a:pt x="137960" y="0"/>
                </a:moveTo>
                <a:lnTo>
                  <a:pt x="7662827" y="0"/>
                </a:lnTo>
                <a:cubicBezTo>
                  <a:pt x="7699414" y="0"/>
                  <a:pt x="7734504" y="14534"/>
                  <a:pt x="7760377" y="40406"/>
                </a:cubicBezTo>
                <a:cubicBezTo>
                  <a:pt x="7786248" y="66279"/>
                  <a:pt x="7800783" y="101369"/>
                  <a:pt x="7800783" y="137959"/>
                </a:cubicBezTo>
                <a:lnTo>
                  <a:pt x="7800783" y="137959"/>
                </a:lnTo>
                <a:cubicBezTo>
                  <a:pt x="7800783" y="174546"/>
                  <a:pt x="7786248" y="209636"/>
                  <a:pt x="7760377" y="235509"/>
                </a:cubicBezTo>
                <a:cubicBezTo>
                  <a:pt x="7734504" y="261380"/>
                  <a:pt x="7699414" y="275915"/>
                  <a:pt x="7662827" y="275915"/>
                </a:cubicBezTo>
                <a:lnTo>
                  <a:pt x="137960" y="275915"/>
                </a:lnTo>
                <a:cubicBezTo>
                  <a:pt x="101369" y="275915"/>
                  <a:pt x="66279" y="261380"/>
                  <a:pt x="40406" y="235509"/>
                </a:cubicBezTo>
                <a:cubicBezTo>
                  <a:pt x="14534" y="209636"/>
                  <a:pt x="0" y="174546"/>
                  <a:pt x="0" y="137959"/>
                </a:cubicBezTo>
                <a:lnTo>
                  <a:pt x="0" y="137959"/>
                </a:lnTo>
                <a:cubicBezTo>
                  <a:pt x="0" y="101369"/>
                  <a:pt x="14534" y="66279"/>
                  <a:pt x="40406" y="40406"/>
                </a:cubicBezTo>
                <a:cubicBezTo>
                  <a:pt x="66279" y="14534"/>
                  <a:pt x="101369" y="0"/>
                  <a:pt x="137960" y="0"/>
                </a:cubicBezTo>
                <a:close/>
              </a:path>
            </a:pathLst>
          </a:custGeom>
          <a:gradFill rotWithShape="1">
            <a:gsLst>
              <a:gs pos="0">
                <a:srgbClr val="DDEEFF">
                  <a:alpha val="100000"/>
                </a:srgbClr>
              </a:gs>
              <a:gs pos="100000">
                <a:srgbClr val="FFFFFF">
                  <a:alpha val="0"/>
                </a:srgbClr>
              </a:gs>
            </a:gsLst>
            <a:lin ang="0"/>
          </a:gradFill>
          <a:ln w="25400" cap="flat" cmpd="sng">
            <a:noFill/>
            <a:prstDash val="solid"/>
            <a:round/>
          </a:ln>
        </p:spPr>
        <p:txBody>
          <a:bodyPr vert="horz" wrap="square" lIns="91440" tIns="45720" rIns="91440" bIns="45720" rtlCol="0" anchor="t" anchorCtr="0"/>
          <a:lstStyle/>
          <a:p>
            <a:pPr algn="l">
              <a:defRPr/>
            </a:pPr>
          </a:p>
        </p:txBody>
      </p:sp>
      <p:pic>
        <p:nvPicPr>
          <p:cNvPr id="5" name="Picture 5"/>
          <p:cNvPicPr>
            <a:picLocks noChangeAspect="1"/>
          </p:cNvPicPr>
          <p:nvPr/>
        </p:nvPicPr>
        <p:blipFill>
          <a:blip r:embed="rId1">
            <a:alphaModFix amt="80000"/>
          </a:blip>
          <a:srcRect/>
          <a:stretch>
            <a:fillRect/>
          </a:stretch>
        </p:blipFill>
        <p:spPr>
          <a:xfrm>
            <a:off x="762000" y="494030"/>
            <a:ext cx="1069975" cy="656590"/>
          </a:xfrm>
          <a:prstGeom prst="rect">
            <a:avLst/>
          </a:prstGeom>
          <a:noFill/>
          <a:ln w="25400" cap="flat" cmpd="sng">
            <a:noFill/>
            <a:prstDash val="solid"/>
            <a:round/>
          </a:ln>
          <a:effectLst>
            <a:outerShdw blurRad="50800" dist="38100" dir="2700000" algn="tl">
              <a:srgbClr val="000000">
                <a:alpha val="40000"/>
              </a:srgbClr>
            </a:outerShdw>
            <a:reflection blurRad="6350" stA="50000" endA="300" endPos="55000" dir="5400000" sy="-100000" algn="bl" rotWithShape="0"/>
          </a:effectLst>
        </p:spPr>
      </p:pic>
      <p:pic>
        <p:nvPicPr>
          <p:cNvPr id="7" name="Picture 7"/>
          <p:cNvPicPr>
            <a:picLocks noChangeAspect="1"/>
          </p:cNvPicPr>
          <p:nvPr/>
        </p:nvPicPr>
        <p:blipFill>
          <a:blip r:embed="rId2"/>
          <a:srcRect/>
          <a:stretch>
            <a:fillRect/>
          </a:stretch>
        </p:blipFill>
        <p:spPr>
          <a:xfrm>
            <a:off x="13772537" y="1102753"/>
            <a:ext cx="2771429" cy="47619"/>
          </a:xfrm>
          <a:prstGeom prst="rect">
            <a:avLst/>
          </a:prstGeom>
          <a:noFill/>
          <a:ln w="25400" cap="flat" cmpd="sng">
            <a:noFill/>
            <a:prstDash val="solid"/>
            <a:round/>
          </a:ln>
        </p:spPr>
      </p:pic>
      <mc:AlternateContent xmlns:mc="http://schemas.openxmlformats.org/markup-compatibility/2006">
        <mc:Choice xmlns:a14="http://schemas.microsoft.com/office/drawing/2010/main" Requires="a14">
          <p:sp>
            <p:nvSpPr>
              <p:cNvPr id="8" name="AutoShape 8"/>
              <p:cNvSpPr txBox="1"/>
              <p:nvPr/>
            </p:nvSpPr>
            <p:spPr>
              <a:xfrm>
                <a:off x="1397595" y="2354312"/>
                <a:ext cx="15719287" cy="6985000"/>
              </a:xfrm>
              <a:prstGeom prst="rect">
                <a:avLst/>
              </a:prstGeom>
              <a:noFill/>
              <a:ln w="19050" cap="flat" cmpd="sng">
                <a:noFill/>
                <a:prstDash val="solid"/>
                <a:round/>
              </a:ln>
            </p:spPr>
            <p:txBody>
              <a:bodyPr vert="horz" wrap="square" lIns="0" tIns="0" rIns="0" bIns="0" rtlCol="0" anchor="t" anchorCtr="0">
                <a:noAutofit/>
              </a:bodyPr>
              <a:lstStyle/>
              <a:p>
                <a:pPr lvl="0" indent="914400" algn="just" defTabSz="914400">
                  <a:lnSpc>
                    <a:spcPct val="125000"/>
                  </a:lnSpc>
                  <a:buSzTx/>
                  <a:defRPr/>
                </a:pPr>
                <a:r>
                  <a:rPr lang="en-US" sz="3200" dirty="0">
                    <a:uFillTx/>
                    <a:latin typeface="Times New Roman" panose="02020603050405020304" pitchFamily="18" charset="0"/>
                    <a:ea typeface="宋体" panose="02010600030101010101" pitchFamily="2" charset="-122"/>
                    <a:cs typeface="Songti SC"/>
                    <a:sym typeface="Zhuque Fangsong"/>
                  </a:rPr>
                  <a:t>定义10.2（</a:t>
                </a:r>
                <a:r>
                  <a:rPr lang="en-US" sz="3200" b="1" dirty="0">
                    <a:uFillTx/>
                    <a:latin typeface="Times New Roman" panose="02020603050405020304" pitchFamily="18" charset="0"/>
                    <a:ea typeface="宋体" panose="02010600030101010101" pitchFamily="2" charset="-122"/>
                    <a:cs typeface="Songti SC"/>
                    <a:sym typeface="Zhuque Fangsong"/>
                  </a:rPr>
                  <a:t>格的行列式</a:t>
                </a:r>
                <a:r>
                  <a:rPr lang="en-US" sz="3200" dirty="0">
                    <a:uFillTx/>
                    <a:latin typeface="Times New Roman" panose="02020603050405020304" pitchFamily="18" charset="0"/>
                    <a:ea typeface="宋体" panose="02010600030101010101" pitchFamily="2" charset="-122"/>
                    <a:cs typeface="Songti SC"/>
                    <a:sym typeface="Zhuque Fangsong"/>
                  </a:rPr>
                  <a:t>）</a:t>
                </a:r>
                <a:endParaRPr lang="en-US" sz="3200" dirty="0">
                  <a:uFillTx/>
                  <a:latin typeface="Times New Roman" panose="02020603050405020304" pitchFamily="18" charset="0"/>
                  <a:ea typeface="宋体" panose="02010600030101010101" pitchFamily="2" charset="-122"/>
                  <a:cs typeface="Songti SC"/>
                  <a:sym typeface="Zhuque Fangsong"/>
                </a:endParaRPr>
              </a:p>
              <a:p>
                <a:pPr lvl="0" indent="914400" algn="just" defTabSz="914400">
                  <a:lnSpc>
                    <a:spcPct val="125000"/>
                  </a:lnSpc>
                  <a:buSzTx/>
                  <a:defRPr/>
                </a:pPr>
                <a:r>
                  <a:rPr lang="en-US" sz="3200" dirty="0">
                    <a:uFillTx/>
                    <a:latin typeface="Times New Roman" panose="02020603050405020304" pitchFamily="18" charset="0"/>
                    <a:ea typeface="宋体" panose="02010600030101010101" pitchFamily="2" charset="-122"/>
                    <a:cs typeface="Songti SC"/>
                    <a:sym typeface="Zhuque Fangsong"/>
                  </a:rPr>
                  <a:t>令</a:t>
                </a:r>
                <a14:m>
                  <m:oMath xmlns:m="http://schemas.openxmlformats.org/officeDocument/2006/math">
                    <m:d>
                      <m:dPr>
                        <m:begChr m:val="⟨"/>
                        <m:endChr m:val="⟩"/>
                        <m:ctrlPr>
                          <a:rPr lang="en-US" sz="3200" dirty="0">
                            <a:uFillTx/>
                            <a:latin typeface="Times New Roman" panose="02020603050405020304" pitchFamily="18" charset="0"/>
                            <a:ea typeface="宋体" panose="02010600030101010101" pitchFamily="2" charset="-122"/>
                            <a:cs typeface="Songti SC"/>
                            <a:sym typeface="Zhuque Fangsong"/>
                          </a:rPr>
                        </m:ctrlPr>
                      </m:dPr>
                      <m:e>
                        <m:sSub>
                          <m:sSubPr>
                            <m:ctrlPr>
                              <a:rPr lang="en-US" sz="3200" dirty="0">
                                <a:uFillTx/>
                                <a:latin typeface="Times New Roman" panose="02020603050405020304" pitchFamily="18" charset="0"/>
                                <a:ea typeface="宋体" panose="02010600030101010101" pitchFamily="2" charset="-122"/>
                                <a:cs typeface="Songti SC"/>
                                <a:sym typeface="Zhuque Fangsong"/>
                              </a:rPr>
                            </m:ctrlPr>
                          </m:sSubPr>
                          <m:e>
                            <m:r>
                              <a:rPr lang="en-US" sz="3200" dirty="0">
                                <a:uFillTx/>
                                <a:latin typeface="Times New Roman" panose="02020603050405020304" pitchFamily="18" charset="0"/>
                                <a:ea typeface="宋体" panose="02010600030101010101" pitchFamily="2" charset="-122"/>
                                <a:cs typeface="Songti SC"/>
                                <a:sym typeface="Zhuque Fangsong"/>
                              </a:rPr>
                              <m:t>𝑣</m:t>
                            </m:r>
                          </m:e>
                          <m:sub>
                            <m:r>
                              <a:rPr lang="en-US" sz="3200" dirty="0">
                                <a:uFillTx/>
                                <a:latin typeface="Times New Roman" panose="02020603050405020304" pitchFamily="18" charset="0"/>
                                <a:ea typeface="宋体" panose="02010600030101010101" pitchFamily="2" charset="-122"/>
                                <a:cs typeface="Songti SC"/>
                                <a:sym typeface="Zhuque Fangsong"/>
                              </a:rPr>
                              <m:t>𝑖</m:t>
                            </m:r>
                          </m:sub>
                        </m:sSub>
                        <m:r>
                          <a:rPr lang="en-US" sz="3200" dirty="0">
                            <a:uFillTx/>
                            <a:latin typeface="Times New Roman" panose="02020603050405020304" pitchFamily="18" charset="0"/>
                            <a:ea typeface="宋体" panose="02010600030101010101" pitchFamily="2" charset="-122"/>
                            <a:cs typeface="Songti SC"/>
                            <a:sym typeface="Zhuque Fangsong"/>
                          </a:rPr>
                          <m:t>,</m:t>
                        </m:r>
                        <m:sSub>
                          <m:sSubPr>
                            <m:ctrlPr>
                              <a:rPr lang="en-US" sz="3200" dirty="0">
                                <a:uFillTx/>
                                <a:latin typeface="Times New Roman" panose="02020603050405020304" pitchFamily="18" charset="0"/>
                                <a:ea typeface="宋体" panose="02010600030101010101" pitchFamily="2" charset="-122"/>
                                <a:cs typeface="Songti SC"/>
                                <a:sym typeface="Zhuque Fangsong"/>
                              </a:rPr>
                            </m:ctrlPr>
                          </m:sSubPr>
                          <m:e>
                            <m:r>
                              <a:rPr lang="en-US" sz="3200" dirty="0">
                                <a:uFillTx/>
                                <a:latin typeface="Times New Roman" panose="02020603050405020304" pitchFamily="18" charset="0"/>
                                <a:ea typeface="宋体" panose="02010600030101010101" pitchFamily="2" charset="-122"/>
                                <a:cs typeface="Songti SC"/>
                                <a:sym typeface="Zhuque Fangsong"/>
                              </a:rPr>
                              <m:t>𝑣</m:t>
                            </m:r>
                          </m:e>
                          <m:sub>
                            <m:r>
                              <a:rPr lang="en-US" sz="3200" dirty="0">
                                <a:uFillTx/>
                                <a:latin typeface="Times New Roman" panose="02020603050405020304" pitchFamily="18" charset="0"/>
                                <a:ea typeface="宋体" panose="02010600030101010101" pitchFamily="2" charset="-122"/>
                                <a:cs typeface="Songti SC"/>
                                <a:sym typeface="Zhuque Fangsong"/>
                              </a:rPr>
                              <m:t>𝑗</m:t>
                            </m:r>
                          </m:sub>
                        </m:sSub>
                      </m:e>
                    </m:d>
                    <m:r>
                      <a:rPr lang="en-US" sz="3200" dirty="0">
                        <a:uFillTx/>
                        <a:latin typeface="Times New Roman" panose="02020603050405020304" pitchFamily="18" charset="0"/>
                        <a:ea typeface="宋体" panose="02010600030101010101" pitchFamily="2" charset="-122"/>
                        <a:cs typeface="Songti SC"/>
                        <a:sym typeface="Zhuque Fangsong"/>
                      </a:rPr>
                      <m:t>表示向</m:t>
                    </m:r>
                    <m:r>
                      <a:rPr lang="en-US" sz="3200" dirty="0">
                        <a:uFillTx/>
                        <a:latin typeface="Times New Roman" panose="02020603050405020304" pitchFamily="18" charset="0"/>
                        <a:ea typeface="宋体" panose="02010600030101010101" pitchFamily="2" charset="-122"/>
                        <a:cs typeface="Songti SC"/>
                        <a:sym typeface="Zhuque Fangsong"/>
                      </a:rPr>
                      <m:t>量</m:t>
                    </m:r>
                    <m:sSub>
                      <m:sSubPr>
                        <m:ctrlPr>
                          <a:rPr lang="en-US" sz="3200" dirty="0">
                            <a:uFillTx/>
                            <a:latin typeface="Times New Roman" panose="02020603050405020304" pitchFamily="18" charset="0"/>
                            <a:ea typeface="宋体" panose="02010600030101010101" pitchFamily="2" charset="-122"/>
                            <a:cs typeface="Songti SC"/>
                            <a:sym typeface="Zhuque Fangsong"/>
                          </a:rPr>
                        </m:ctrlPr>
                      </m:sSubPr>
                      <m:e>
                        <m:r>
                          <a:rPr lang="en-US" sz="3200" dirty="0">
                            <a:uFillTx/>
                            <a:latin typeface="Times New Roman" panose="02020603050405020304" pitchFamily="18" charset="0"/>
                            <a:ea typeface="宋体" panose="02010600030101010101" pitchFamily="2" charset="-122"/>
                            <a:cs typeface="Songti SC"/>
                            <a:sym typeface="Zhuque Fangsong"/>
                          </a:rPr>
                          <m:t>𝑣</m:t>
                        </m:r>
                      </m:e>
                      <m:sub>
                        <m:r>
                          <a:rPr lang="en-US" sz="3200" dirty="0">
                            <a:uFillTx/>
                            <a:latin typeface="Times New Roman" panose="02020603050405020304" pitchFamily="18" charset="0"/>
                            <a:ea typeface="宋体" panose="02010600030101010101" pitchFamily="2" charset="-122"/>
                            <a:cs typeface="Songti SC"/>
                            <a:sym typeface="Zhuque Fangsong"/>
                          </a:rPr>
                          <m:t>𝑖</m:t>
                        </m:r>
                      </m:sub>
                    </m:sSub>
                  </m:oMath>
                </a14:m>
                <a:r>
                  <a:rPr lang="en-US" sz="3200" dirty="0">
                    <a:uFillTx/>
                    <a:latin typeface="Times New Roman" panose="02020603050405020304" pitchFamily="18" charset="0"/>
                    <a:ea typeface="宋体" panose="02010600030101010101" pitchFamily="2" charset="-122"/>
                    <a:cs typeface="Songti SC"/>
                    <a:sym typeface="Zhuque Fangsong"/>
                  </a:rPr>
                  <a:t>与</a:t>
                </a:r>
                <a14:m>
                  <m:oMath xmlns:m="http://schemas.openxmlformats.org/officeDocument/2006/math">
                    <m:sSub>
                      <m:sSubPr>
                        <m:ctrlPr>
                          <a:rPr lang="en-US" sz="3200" dirty="0">
                            <a:uFillTx/>
                            <a:latin typeface="Times New Roman" panose="02020603050405020304" pitchFamily="18" charset="0"/>
                            <a:ea typeface="宋体" panose="02010600030101010101" pitchFamily="2" charset="-122"/>
                            <a:cs typeface="Songti SC"/>
                            <a:sym typeface="Zhuque Fangsong"/>
                          </a:rPr>
                        </m:ctrlPr>
                      </m:sSubPr>
                      <m:e>
                        <m:r>
                          <a:rPr lang="en-US" sz="3200" dirty="0">
                            <a:uFillTx/>
                            <a:latin typeface="Times New Roman" panose="02020603050405020304" pitchFamily="18" charset="0"/>
                            <a:ea typeface="宋体" panose="02010600030101010101" pitchFamily="2" charset="-122"/>
                            <a:cs typeface="Songti SC"/>
                            <a:sym typeface="Zhuque Fangsong"/>
                          </a:rPr>
                          <m:t>𝑣</m:t>
                        </m:r>
                      </m:e>
                      <m:sub>
                        <m:r>
                          <a:rPr lang="en-US" sz="3200" dirty="0">
                            <a:uFillTx/>
                            <a:latin typeface="Times New Roman" panose="02020603050405020304" pitchFamily="18" charset="0"/>
                            <a:ea typeface="宋体" panose="02010600030101010101" pitchFamily="2" charset="-122"/>
                            <a:cs typeface="Songti SC"/>
                            <a:sym typeface="Zhuque Fangsong"/>
                          </a:rPr>
                          <m:t>𝑗</m:t>
                        </m:r>
                      </m:sub>
                    </m:sSub>
                  </m:oMath>
                </a14:m>
                <a:r>
                  <a:rPr lang="en-US" sz="3200" dirty="0">
                    <a:uFillTx/>
                    <a:latin typeface="Times New Roman" panose="02020603050405020304" pitchFamily="18" charset="0"/>
                    <a:ea typeface="宋体" panose="02010600030101010101" pitchFamily="2" charset="-122"/>
                    <a:cs typeface="Songti SC"/>
                    <a:sym typeface="Zhuque Fangsong"/>
                  </a:rPr>
                  <a:t>的内积，格</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Zhuque Fangsong"/>
                      </a:rPr>
                      <m:t>𝐿</m:t>
                    </m:r>
                    <m:d>
                      <m:dPr>
                        <m:ctrlPr>
                          <a:rPr lang="en-US" sz="3200" dirty="0">
                            <a:uFillTx/>
                            <a:latin typeface="Times New Roman" panose="02020603050405020304" pitchFamily="18" charset="0"/>
                            <a:ea typeface="宋体" panose="02010600030101010101" pitchFamily="2" charset="-122"/>
                            <a:cs typeface="Songti SC"/>
                            <a:sym typeface="Zhuque Fangsong"/>
                          </a:rPr>
                        </m:ctrlPr>
                      </m:dPr>
                      <m:e>
                        <m:sSub>
                          <m:sSubPr>
                            <m:ctrlPr>
                              <a:rPr lang="en-US" sz="3200" dirty="0">
                                <a:uFillTx/>
                                <a:latin typeface="Times New Roman" panose="02020603050405020304" pitchFamily="18" charset="0"/>
                                <a:ea typeface="宋体" panose="02010600030101010101" pitchFamily="2" charset="-122"/>
                                <a:cs typeface="Songti SC"/>
                                <a:sym typeface="Zhuque Fangsong"/>
                              </a:rPr>
                            </m:ctrlPr>
                          </m:sSubPr>
                          <m:e>
                            <m:r>
                              <a:rPr lang="en-US" sz="3200" dirty="0">
                                <a:uFillTx/>
                                <a:latin typeface="Times New Roman" panose="02020603050405020304" pitchFamily="18" charset="0"/>
                                <a:ea typeface="宋体" panose="02010600030101010101" pitchFamily="2" charset="-122"/>
                                <a:cs typeface="Songti SC"/>
                                <a:sym typeface="Zhuque Fangsong"/>
                              </a:rPr>
                              <m:t>𝑣</m:t>
                            </m:r>
                          </m:e>
                          <m:sub>
                            <m:r>
                              <a:rPr lang="en-US" sz="3200" dirty="0">
                                <a:uFillTx/>
                                <a:latin typeface="Times New Roman" panose="02020603050405020304" pitchFamily="18" charset="0"/>
                                <a:ea typeface="宋体" panose="02010600030101010101" pitchFamily="2" charset="-122"/>
                                <a:cs typeface="Songti SC"/>
                                <a:sym typeface="Zhuque Fangsong"/>
                              </a:rPr>
                              <m:t>1</m:t>
                            </m:r>
                          </m:sub>
                        </m:sSub>
                        <m:r>
                          <a:rPr lang="en-US" sz="3200" dirty="0">
                            <a:uFillTx/>
                            <a:latin typeface="Times New Roman" panose="02020603050405020304" pitchFamily="18" charset="0"/>
                            <a:ea typeface="宋体" panose="02010600030101010101" pitchFamily="2" charset="-122"/>
                            <a:cs typeface="Songti SC"/>
                            <a:sym typeface="Zhuque Fangsong"/>
                          </a:rPr>
                          <m:t>,</m:t>
                        </m:r>
                        <m:sSub>
                          <m:sSubPr>
                            <m:ctrlPr>
                              <a:rPr lang="en-US" sz="3200" dirty="0">
                                <a:uFillTx/>
                                <a:latin typeface="Times New Roman" panose="02020603050405020304" pitchFamily="18" charset="0"/>
                                <a:ea typeface="宋体" panose="02010600030101010101" pitchFamily="2" charset="-122"/>
                                <a:cs typeface="Songti SC"/>
                                <a:sym typeface="Zhuque Fangsong"/>
                              </a:rPr>
                            </m:ctrlPr>
                          </m:sSubPr>
                          <m:e>
                            <m:r>
                              <a:rPr lang="en-US" sz="3200" dirty="0">
                                <a:uFillTx/>
                                <a:latin typeface="Times New Roman" panose="02020603050405020304" pitchFamily="18" charset="0"/>
                                <a:ea typeface="宋体" panose="02010600030101010101" pitchFamily="2" charset="-122"/>
                                <a:cs typeface="Songti SC"/>
                                <a:sym typeface="Zhuque Fangsong"/>
                              </a:rPr>
                              <m:t>𝑣</m:t>
                            </m:r>
                          </m:e>
                          <m:sub>
                            <m:r>
                              <a:rPr lang="en-US" sz="3200" dirty="0">
                                <a:uFillTx/>
                                <a:latin typeface="Times New Roman" panose="02020603050405020304" pitchFamily="18" charset="0"/>
                                <a:ea typeface="宋体" panose="02010600030101010101" pitchFamily="2" charset="-122"/>
                                <a:cs typeface="Songti SC"/>
                                <a:sym typeface="Zhuque Fangsong"/>
                              </a:rPr>
                              <m:t>2</m:t>
                            </m:r>
                          </m:sub>
                        </m:sSub>
                        <m:r>
                          <a:rPr lang="en-US" sz="3200" dirty="0">
                            <a:uFillTx/>
                            <a:latin typeface="Times New Roman" panose="02020603050405020304" pitchFamily="18" charset="0"/>
                            <a:ea typeface="宋体" panose="02010600030101010101" pitchFamily="2" charset="-122"/>
                            <a:cs typeface="Songti SC"/>
                            <a:sym typeface="Zhuque Fangsong"/>
                          </a:rPr>
                          <m:t>,…,</m:t>
                        </m:r>
                        <m:sSub>
                          <m:sSubPr>
                            <m:ctrlPr>
                              <a:rPr lang="en-US" sz="3200" dirty="0">
                                <a:uFillTx/>
                                <a:latin typeface="Times New Roman" panose="02020603050405020304" pitchFamily="18" charset="0"/>
                                <a:ea typeface="宋体" panose="02010600030101010101" pitchFamily="2" charset="-122"/>
                                <a:cs typeface="Songti SC"/>
                                <a:sym typeface="Zhuque Fangsong"/>
                              </a:rPr>
                            </m:ctrlPr>
                          </m:sSubPr>
                          <m:e>
                            <m:r>
                              <a:rPr lang="en-US" sz="3200" dirty="0">
                                <a:uFillTx/>
                                <a:latin typeface="Times New Roman" panose="02020603050405020304" pitchFamily="18" charset="0"/>
                                <a:ea typeface="宋体" panose="02010600030101010101" pitchFamily="2" charset="-122"/>
                                <a:cs typeface="Songti SC"/>
                                <a:sym typeface="Zhuque Fangsong"/>
                              </a:rPr>
                              <m:t>𝑣</m:t>
                            </m:r>
                          </m:e>
                          <m:sub>
                            <m:r>
                              <a:rPr lang="en-US" sz="3200" dirty="0">
                                <a:uFillTx/>
                                <a:latin typeface="Times New Roman" panose="02020603050405020304" pitchFamily="18" charset="0"/>
                                <a:ea typeface="宋体" panose="02010600030101010101" pitchFamily="2" charset="-122"/>
                                <a:cs typeface="Songti SC"/>
                                <a:sym typeface="Zhuque Fangsong"/>
                              </a:rPr>
                              <m:t>𝑚</m:t>
                            </m:r>
                          </m:sub>
                        </m:sSub>
                      </m:e>
                    </m:d>
                  </m:oMath>
                </a14:m>
                <a:r>
                  <a:rPr lang="en-US" sz="3200" dirty="0">
                    <a:uFillTx/>
                    <a:latin typeface="Times New Roman" panose="02020603050405020304" pitchFamily="18" charset="0"/>
                    <a:ea typeface="宋体" panose="02010600030101010101" pitchFamily="2" charset="-122"/>
                    <a:cs typeface="Songti SC"/>
                    <a:sym typeface="Zhuque Fangsong"/>
                  </a:rPr>
                  <a:t>的行列式定义为</a:t>
                </a:r>
                <a:endParaRPr lang="en-US" sz="3200" dirty="0">
                  <a:uFillTx/>
                  <a:latin typeface="Times New Roman" panose="02020603050405020304" pitchFamily="18" charset="0"/>
                  <a:ea typeface="宋体" panose="02010600030101010101" pitchFamily="2" charset="-122"/>
                  <a:cs typeface="Songti SC"/>
                  <a:sym typeface="Zhuque Fangsong"/>
                </a:endParaRPr>
              </a:p>
              <a:p>
                <a:pPr lvl="0" indent="914400" algn="just" defTabSz="914400">
                  <a:lnSpc>
                    <a:spcPct val="125000"/>
                  </a:lnSpc>
                  <a:buSzTx/>
                  <a:defRPr/>
                </a:pPr>
                <a14:m>
                  <m:oMathPara xmlns:m="http://schemas.openxmlformats.org/officeDocument/2006/math">
                    <m:oMathParaPr>
                      <m:jc m:val="centerGroup"/>
                    </m:oMathParaPr>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Zhuque Fangsong"/>
                        </a:rPr>
                        <m:t>𝑑𝑒</m:t>
                      </m:r>
                      <m:func>
                        <m:funcPr>
                          <m:ctrlPr>
                            <a:rPr lang="en-US" sz="3200" dirty="0">
                              <a:uFillTx/>
                              <a:latin typeface="Times New Roman" panose="02020603050405020304" pitchFamily="18" charset="0"/>
                              <a:ea typeface="宋体" panose="02010600030101010101" pitchFamily="2" charset="-122"/>
                              <a:cs typeface="Songti SC"/>
                              <a:sym typeface="Zhuque Fangsong"/>
                            </a:rPr>
                          </m:ctrlPr>
                        </m:funcPr>
                        <m:fName>
                          <m:r>
                            <a:rPr lang="en-US" sz="3200" dirty="0">
                              <a:uFillTx/>
                              <a:latin typeface="Times New Roman" panose="02020603050405020304" pitchFamily="18" charset="0"/>
                              <a:ea typeface="宋体" panose="02010600030101010101" pitchFamily="2" charset="-122"/>
                              <a:cs typeface="Songti SC"/>
                              <a:sym typeface="Zhuque Fangsong"/>
                            </a:rPr>
                            <m:t>𝑡</m:t>
                          </m:r>
                        </m:fName>
                        <m:e>
                          <m:d>
                            <m:dPr>
                              <m:ctrlPr>
                                <a:rPr lang="en-US" sz="3200" dirty="0">
                                  <a:uFillTx/>
                                  <a:latin typeface="Times New Roman" panose="02020603050405020304" pitchFamily="18" charset="0"/>
                                  <a:ea typeface="宋体" panose="02010600030101010101" pitchFamily="2" charset="-122"/>
                                  <a:cs typeface="Songti SC"/>
                                  <a:sym typeface="Zhuque Fangsong"/>
                                </a:rPr>
                              </m:ctrlPr>
                            </m:dPr>
                            <m:e>
                              <m:r>
                                <a:rPr lang="en-US" sz="3200" dirty="0">
                                  <a:uFillTx/>
                                  <a:latin typeface="Times New Roman" panose="02020603050405020304" pitchFamily="18" charset="0"/>
                                  <a:ea typeface="宋体" panose="02010600030101010101" pitchFamily="2" charset="-122"/>
                                  <a:cs typeface="Songti SC"/>
                                  <a:sym typeface="Zhuque Fangsong"/>
                                </a:rPr>
                                <m:t>𝐿</m:t>
                              </m:r>
                            </m:e>
                          </m:d>
                        </m:e>
                      </m:func>
                      <m:r>
                        <a:rPr lang="en-US" sz="3200" dirty="0">
                          <a:uFillTx/>
                          <a:latin typeface="Times New Roman" panose="02020603050405020304" pitchFamily="18" charset="0"/>
                          <a:ea typeface="宋体" panose="02010600030101010101" pitchFamily="2" charset="-122"/>
                          <a:cs typeface="Songti SC"/>
                          <a:sym typeface="Zhuque Fangsong"/>
                        </a:rPr>
                        <m:t>=</m:t>
                      </m:r>
                      <m:r>
                        <a:rPr lang="en-US" sz="3200" dirty="0">
                          <a:uFillTx/>
                          <a:latin typeface="Times New Roman" panose="02020603050405020304" pitchFamily="18" charset="0"/>
                          <a:ea typeface="宋体" panose="02010600030101010101" pitchFamily="2" charset="-122"/>
                          <a:cs typeface="Songti SC"/>
                          <a:sym typeface="Zhuque Fangsong"/>
                        </a:rPr>
                        <m:t>𝑑𝑒𝑡</m:t>
                      </m:r>
                      <m:sSup>
                        <m:sSupPr>
                          <m:ctrlPr>
                            <a:rPr lang="en-US" sz="3200" dirty="0">
                              <a:uFillTx/>
                              <a:latin typeface="Times New Roman" panose="02020603050405020304" pitchFamily="18" charset="0"/>
                              <a:ea typeface="宋体" panose="02010600030101010101" pitchFamily="2" charset="-122"/>
                              <a:cs typeface="Songti SC"/>
                              <a:sym typeface="Zhuque Fangsong"/>
                            </a:rPr>
                          </m:ctrlPr>
                        </m:sSupPr>
                        <m:e>
                          <m:sSub>
                            <m:sSubPr>
                              <m:ctrlPr>
                                <a:rPr lang="en-US" sz="3200" dirty="0">
                                  <a:uFillTx/>
                                  <a:latin typeface="Times New Roman" panose="02020603050405020304" pitchFamily="18" charset="0"/>
                                  <a:ea typeface="宋体" panose="02010600030101010101" pitchFamily="2" charset="-122"/>
                                  <a:cs typeface="Songti SC"/>
                                  <a:sym typeface="Zhuque Fangsong"/>
                                </a:rPr>
                              </m:ctrlPr>
                            </m:sSubPr>
                            <m:e>
                              <m:r>
                                <a:rPr lang="en-US" sz="3200" dirty="0">
                                  <a:uFillTx/>
                                  <a:latin typeface="Times New Roman" panose="02020603050405020304" pitchFamily="18" charset="0"/>
                                  <a:ea typeface="宋体" panose="02010600030101010101" pitchFamily="2" charset="-122"/>
                                  <a:cs typeface="Songti SC"/>
                                  <a:sym typeface="Zhuque Fangsong"/>
                                </a:rPr>
                                <m:t>[</m:t>
                              </m:r>
                              <m:d>
                                <m:dPr>
                                  <m:begChr m:val="⟨"/>
                                  <m:endChr m:val="⟩"/>
                                  <m:ctrlPr>
                                    <a:rPr lang="en-US" sz="3200" dirty="0">
                                      <a:uFillTx/>
                                      <a:latin typeface="Times New Roman" panose="02020603050405020304" pitchFamily="18" charset="0"/>
                                      <a:ea typeface="宋体" panose="02010600030101010101" pitchFamily="2" charset="-122"/>
                                      <a:cs typeface="Songti SC"/>
                                      <a:sym typeface="Zhuque Fangsong"/>
                                    </a:rPr>
                                  </m:ctrlPr>
                                </m:dPr>
                                <m:e>
                                  <m:sSub>
                                    <m:sSubPr>
                                      <m:ctrlPr>
                                        <a:rPr lang="en-US" sz="3200" dirty="0">
                                          <a:uFillTx/>
                                          <a:latin typeface="Times New Roman" panose="02020603050405020304" pitchFamily="18" charset="0"/>
                                          <a:ea typeface="宋体" panose="02010600030101010101" pitchFamily="2" charset="-122"/>
                                          <a:cs typeface="Songti SC"/>
                                          <a:sym typeface="Zhuque Fangsong"/>
                                        </a:rPr>
                                      </m:ctrlPr>
                                    </m:sSubPr>
                                    <m:e>
                                      <m:r>
                                        <a:rPr lang="en-US" sz="3200" dirty="0">
                                          <a:uFillTx/>
                                          <a:latin typeface="Times New Roman" panose="02020603050405020304" pitchFamily="18" charset="0"/>
                                          <a:ea typeface="宋体" panose="02010600030101010101" pitchFamily="2" charset="-122"/>
                                          <a:cs typeface="Songti SC"/>
                                          <a:sym typeface="Zhuque Fangsong"/>
                                        </a:rPr>
                                        <m:t>𝑣</m:t>
                                      </m:r>
                                    </m:e>
                                    <m:sub>
                                      <m:r>
                                        <a:rPr lang="en-US" sz="3200" dirty="0">
                                          <a:uFillTx/>
                                          <a:latin typeface="Times New Roman" panose="02020603050405020304" pitchFamily="18" charset="0"/>
                                          <a:ea typeface="宋体" panose="02010600030101010101" pitchFamily="2" charset="-122"/>
                                          <a:cs typeface="Songti SC"/>
                                          <a:sym typeface="Zhuque Fangsong"/>
                                        </a:rPr>
                                        <m:t>𝑖</m:t>
                                      </m:r>
                                    </m:sub>
                                  </m:sSub>
                                  <m:r>
                                    <a:rPr lang="en-US" sz="3200" dirty="0">
                                      <a:uFillTx/>
                                      <a:latin typeface="Times New Roman" panose="02020603050405020304" pitchFamily="18" charset="0"/>
                                      <a:ea typeface="宋体" panose="02010600030101010101" pitchFamily="2" charset="-122"/>
                                      <a:cs typeface="Songti SC"/>
                                      <a:sym typeface="Zhuque Fangsong"/>
                                    </a:rPr>
                                    <m:t>,</m:t>
                                  </m:r>
                                  <m:sSub>
                                    <m:sSubPr>
                                      <m:ctrlPr>
                                        <a:rPr lang="en-US" sz="3200" dirty="0">
                                          <a:uFillTx/>
                                          <a:latin typeface="Times New Roman" panose="02020603050405020304" pitchFamily="18" charset="0"/>
                                          <a:ea typeface="宋体" panose="02010600030101010101" pitchFamily="2" charset="-122"/>
                                          <a:cs typeface="Songti SC"/>
                                          <a:sym typeface="Zhuque Fangsong"/>
                                        </a:rPr>
                                      </m:ctrlPr>
                                    </m:sSubPr>
                                    <m:e>
                                      <m:r>
                                        <a:rPr lang="en-US" sz="3200" dirty="0">
                                          <a:uFillTx/>
                                          <a:latin typeface="Times New Roman" panose="02020603050405020304" pitchFamily="18" charset="0"/>
                                          <a:ea typeface="宋体" panose="02010600030101010101" pitchFamily="2" charset="-122"/>
                                          <a:cs typeface="Songti SC"/>
                                          <a:sym typeface="Zhuque Fangsong"/>
                                        </a:rPr>
                                        <m:t>𝑣</m:t>
                                      </m:r>
                                    </m:e>
                                    <m:sub>
                                      <m:r>
                                        <a:rPr lang="en-US" sz="3200" dirty="0">
                                          <a:uFillTx/>
                                          <a:latin typeface="Times New Roman" panose="02020603050405020304" pitchFamily="18" charset="0"/>
                                          <a:ea typeface="宋体" panose="02010600030101010101" pitchFamily="2" charset="-122"/>
                                          <a:cs typeface="Songti SC"/>
                                          <a:sym typeface="Zhuque Fangsong"/>
                                        </a:rPr>
                                        <m:t>𝑗</m:t>
                                      </m:r>
                                    </m:sub>
                                  </m:sSub>
                                </m:e>
                              </m:d>
                            </m:e>
                            <m:sub>
                              <m:r>
                                <a:rPr lang="en-US" sz="3200" dirty="0">
                                  <a:uFillTx/>
                                  <a:latin typeface="Times New Roman" panose="02020603050405020304" pitchFamily="18" charset="0"/>
                                  <a:ea typeface="宋体" panose="02010600030101010101" pitchFamily="2" charset="-122"/>
                                  <a:cs typeface="Songti SC"/>
                                  <a:sym typeface="Zhuque Fangsong"/>
                                </a:rPr>
                                <m:t>1</m:t>
                              </m:r>
                              <m:r>
                                <a:rPr lang="en-US" sz="3200" dirty="0">
                                  <a:uFillTx/>
                                  <a:latin typeface="Times New Roman" panose="02020603050405020304" pitchFamily="18" charset="0"/>
                                  <a:ea typeface="宋体" panose="02010600030101010101" pitchFamily="2" charset="-122"/>
                                  <a:cs typeface="Songti SC"/>
                                  <a:sym typeface="Zhuque Fangsong"/>
                                </a:rPr>
                                <m:t>≤</m:t>
                              </m:r>
                              <m:r>
                                <a:rPr lang="en-US" sz="3200" dirty="0">
                                  <a:uFillTx/>
                                  <a:latin typeface="Times New Roman" panose="02020603050405020304" pitchFamily="18" charset="0"/>
                                  <a:ea typeface="宋体" panose="02010600030101010101" pitchFamily="2" charset="-122"/>
                                  <a:cs typeface="Songti SC"/>
                                  <a:sym typeface="Zhuque Fangsong"/>
                                </a:rPr>
                                <m:t>𝑖</m:t>
                              </m:r>
                              <m:r>
                                <a:rPr lang="en-US" sz="3200" dirty="0">
                                  <a:uFillTx/>
                                  <a:latin typeface="Times New Roman" panose="02020603050405020304" pitchFamily="18" charset="0"/>
                                  <a:ea typeface="宋体" panose="02010600030101010101" pitchFamily="2" charset="-122"/>
                                  <a:cs typeface="Songti SC"/>
                                  <a:sym typeface="Zhuque Fangsong"/>
                                </a:rPr>
                                <m:t>,</m:t>
                              </m:r>
                              <m:r>
                                <a:rPr lang="en-US" sz="3200" dirty="0">
                                  <a:uFillTx/>
                                  <a:latin typeface="Times New Roman" panose="02020603050405020304" pitchFamily="18" charset="0"/>
                                  <a:ea typeface="宋体" panose="02010600030101010101" pitchFamily="2" charset="-122"/>
                                  <a:cs typeface="Songti SC"/>
                                  <a:sym typeface="Zhuque Fangsong"/>
                                </a:rPr>
                                <m:t>𝑗</m:t>
                              </m:r>
                              <m:r>
                                <a:rPr lang="en-US" sz="3200" dirty="0">
                                  <a:uFillTx/>
                                  <a:latin typeface="Times New Roman" panose="02020603050405020304" pitchFamily="18" charset="0"/>
                                  <a:ea typeface="宋体" panose="02010600030101010101" pitchFamily="2" charset="-122"/>
                                  <a:cs typeface="Songti SC"/>
                                  <a:sym typeface="Zhuque Fangsong"/>
                                </a:rPr>
                                <m:t>≤</m:t>
                              </m:r>
                              <m:r>
                                <a:rPr lang="en-US" sz="3200" dirty="0">
                                  <a:uFillTx/>
                                  <a:latin typeface="Times New Roman" panose="02020603050405020304" pitchFamily="18" charset="0"/>
                                  <a:ea typeface="宋体" panose="02010600030101010101" pitchFamily="2" charset="-122"/>
                                  <a:cs typeface="Songti SC"/>
                                  <a:sym typeface="Zhuque Fangsong"/>
                                </a:rPr>
                                <m:t>𝑛</m:t>
                              </m:r>
                            </m:sub>
                          </m:sSub>
                          <m:r>
                            <a:rPr lang="en-US" sz="3200" dirty="0">
                              <a:uFillTx/>
                              <a:latin typeface="Times New Roman" panose="02020603050405020304" pitchFamily="18" charset="0"/>
                              <a:ea typeface="宋体" panose="02010600030101010101" pitchFamily="2" charset="-122"/>
                              <a:cs typeface="Songti SC"/>
                              <a:sym typeface="Zhuque Fangsong"/>
                            </a:rPr>
                            <m:t>]</m:t>
                          </m:r>
                        </m:e>
                        <m:sup>
                          <m:f>
                            <m:fPr>
                              <m:ctrlPr>
                                <a:rPr lang="en-US" sz="3200" dirty="0">
                                  <a:uFillTx/>
                                  <a:latin typeface="Times New Roman" panose="02020603050405020304" pitchFamily="18" charset="0"/>
                                  <a:ea typeface="宋体" panose="02010600030101010101" pitchFamily="2" charset="-122"/>
                                  <a:cs typeface="Songti SC"/>
                                  <a:sym typeface="Zhuque Fangsong"/>
                                </a:rPr>
                              </m:ctrlPr>
                            </m:fPr>
                            <m:num>
                              <m:r>
                                <a:rPr lang="en-US" sz="3200" dirty="0">
                                  <a:uFillTx/>
                                  <a:latin typeface="Times New Roman" panose="02020603050405020304" pitchFamily="18" charset="0"/>
                                  <a:ea typeface="宋体" panose="02010600030101010101" pitchFamily="2" charset="-122"/>
                                  <a:cs typeface="Songti SC"/>
                                  <a:sym typeface="Zhuque Fangsong"/>
                                </a:rPr>
                                <m:t>1</m:t>
                              </m:r>
                            </m:num>
                            <m:den>
                              <m:r>
                                <a:rPr lang="en-US" sz="3200" dirty="0">
                                  <a:uFillTx/>
                                  <a:latin typeface="Times New Roman" panose="02020603050405020304" pitchFamily="18" charset="0"/>
                                  <a:ea typeface="宋体" panose="02010600030101010101" pitchFamily="2" charset="-122"/>
                                  <a:cs typeface="Songti SC"/>
                                  <a:sym typeface="Zhuque Fangsong"/>
                                </a:rPr>
                                <m:t>2</m:t>
                              </m:r>
                            </m:den>
                          </m:f>
                        </m:sup>
                      </m:sSup>
                    </m:oMath>
                  </m:oMathPara>
                </a14:m>
                <a:endParaRPr lang="en-US" sz="3200" dirty="0">
                  <a:uFillTx/>
                  <a:latin typeface="Times New Roman" panose="02020603050405020304" pitchFamily="18" charset="0"/>
                  <a:ea typeface="宋体" panose="02010600030101010101" pitchFamily="2" charset="-122"/>
                  <a:cs typeface="Songti SC"/>
                  <a:sym typeface="Zhuque Fangsong"/>
                </a:endParaRPr>
              </a:p>
              <a:p>
                <a:pPr lvl="0" indent="914400" algn="just" defTabSz="914400">
                  <a:lnSpc>
                    <a:spcPct val="125000"/>
                  </a:lnSpc>
                  <a:buSzTx/>
                  <a:defRPr/>
                </a:pPr>
                <a:r>
                  <a:rPr lang="en-US" sz="3200" dirty="0">
                    <a:uFillTx/>
                    <a:latin typeface="Times New Roman" panose="02020603050405020304" pitchFamily="18" charset="0"/>
                    <a:ea typeface="宋体" panose="02010600030101010101" pitchFamily="2" charset="-122"/>
                    <a:cs typeface="Songti SC"/>
                    <a:sym typeface="Zhuque Fangsong"/>
                  </a:rPr>
                  <a:t>定义10.3　</a:t>
                </a:r>
                <a:endParaRPr lang="en-US" sz="3200" dirty="0">
                  <a:uFillTx/>
                  <a:latin typeface="Times New Roman" panose="02020603050405020304" pitchFamily="18" charset="0"/>
                  <a:ea typeface="宋体" panose="02010600030101010101" pitchFamily="2" charset="-122"/>
                  <a:cs typeface="Songti SC"/>
                  <a:sym typeface="Zhuque Fangsong"/>
                </a:endParaRPr>
              </a:p>
              <a:p>
                <a:pPr lvl="0" indent="914400" algn="just" defTabSz="914400">
                  <a:lnSpc>
                    <a:spcPct val="125000"/>
                  </a:lnSpc>
                  <a:buSzTx/>
                  <a:defRPr/>
                </a:pPr>
                <a:r>
                  <a:rPr lang="en-US" sz="3200" dirty="0">
                    <a:uFillTx/>
                    <a:latin typeface="Times New Roman" panose="02020603050405020304" pitchFamily="18" charset="0"/>
                    <a:ea typeface="宋体" panose="02010600030101010101" pitchFamily="2" charset="-122"/>
                    <a:cs typeface="Songti SC"/>
                    <a:sym typeface="Songti SC"/>
                  </a:rPr>
                  <a:t>向量范数是一个非负、齐次且满足三角不等式的函数，即满足：</a:t>
                </a:r>
                <a:endParaRPr lang="en-US" sz="3200" dirty="0">
                  <a:uFillTx/>
                  <a:latin typeface="Times New Roman" panose="02020603050405020304" pitchFamily="18" charset="0"/>
                  <a:ea typeface="宋体" panose="02010600030101010101" pitchFamily="2" charset="-122"/>
                  <a:cs typeface="Songti SC"/>
                  <a:sym typeface="Songti SC"/>
                </a:endParaRPr>
              </a:p>
              <a:p>
                <a:pPr lvl="0" indent="914400" algn="just" defTabSz="914400">
                  <a:lnSpc>
                    <a:spcPct val="125000"/>
                  </a:lnSpc>
                  <a:buSzTx/>
                  <a:defRPr/>
                </a:pPr>
                <a:r>
                  <a:rPr lang="en-US" sz="3200" dirty="0">
                    <a:uFillTx/>
                    <a:latin typeface="Times New Roman" panose="02020603050405020304" pitchFamily="18" charset="0"/>
                    <a:ea typeface="宋体" panose="02010600030101010101" pitchFamily="2" charset="-122"/>
                    <a:cs typeface="Songti SC"/>
                    <a:sym typeface="Songti SC"/>
                  </a:rPr>
                  <a:t>（</a:t>
                </a:r>
                <a:r>
                  <a:rPr lang="en-US" sz="3200" dirty="0">
                    <a:uFillTx/>
                    <a:latin typeface="Times New Roman" panose="02020603050405020304" pitchFamily="18" charset="0"/>
                    <a:ea typeface="宋体" panose="02010600030101010101" pitchFamily="2" charset="-122"/>
                    <a:cs typeface="Songti SC"/>
                    <a:sym typeface="Songti SC"/>
                  </a:rPr>
                  <a:t>1）</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Songti SC"/>
                      </a:rPr>
                      <m:t>||</m:t>
                    </m:r>
                  </m:oMath>
                </a14:m>
                <a:r>
                  <a:rPr lang="en-US" sz="3200" dirty="0">
                    <a:uFillTx/>
                    <a:latin typeface="Times New Roman" panose="02020603050405020304" pitchFamily="18" charset="0"/>
                    <a:ea typeface="宋体" panose="02010600030101010101" pitchFamily="2" charset="-122"/>
                    <a:cs typeface="Songti SC"/>
                    <a:sym typeface="Songti SC"/>
                  </a:rPr>
                  <a:t>x</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Songti SC"/>
                      </a:rPr>
                      <m:t>||</m:t>
                    </m:r>
                  </m:oMath>
                </a14:m>
                <a:r>
                  <a:rPr lang="en-US" sz="3200" dirty="0">
                    <a:uFillTx/>
                    <a:latin typeface="Times New Roman" panose="02020603050405020304" pitchFamily="18" charset="0"/>
                    <a:ea typeface="宋体" panose="02010600030101010101" pitchFamily="2" charset="-122"/>
                    <a:cs typeface="Songti SC"/>
                    <a:sym typeface="Songti SC"/>
                  </a:rPr>
                  <a:t>≥0，仅当x=0时等号成立</a:t>
                </a:r>
                <a:r>
                  <a:rPr lang="en-US" sz="3200" dirty="0">
                    <a:uFillTx/>
                    <a:latin typeface="Times New Roman" panose="02020603050405020304" pitchFamily="18" charset="0"/>
                    <a:ea typeface="宋体" panose="02010600030101010101" pitchFamily="2" charset="-122"/>
                    <a:cs typeface="Songti SC"/>
                    <a:sym typeface="Songti SC"/>
                  </a:rPr>
                  <a:t>。</a:t>
                </a:r>
                <a:endParaRPr lang="en-US" sz="3200" dirty="0">
                  <a:uFillTx/>
                  <a:latin typeface="Times New Roman" panose="02020603050405020304" pitchFamily="18" charset="0"/>
                  <a:ea typeface="宋体" panose="02010600030101010101" pitchFamily="2" charset="-122"/>
                  <a:cs typeface="Songti SC"/>
                  <a:sym typeface="Songti SC"/>
                </a:endParaRPr>
              </a:p>
              <a:p>
                <a:pPr lvl="0" indent="914400" algn="just" defTabSz="914400">
                  <a:lnSpc>
                    <a:spcPct val="125000"/>
                  </a:lnSpc>
                  <a:buSzTx/>
                  <a:defRPr/>
                </a:pPr>
                <a:r>
                  <a:rPr lang="en-US" sz="3200" dirty="0">
                    <a:uFillTx/>
                    <a:latin typeface="Times New Roman" panose="02020603050405020304" pitchFamily="18" charset="0"/>
                    <a:ea typeface="宋体" panose="02010600030101010101" pitchFamily="2" charset="-122"/>
                    <a:cs typeface="Songti SC"/>
                    <a:sym typeface="Songti SC"/>
                  </a:rPr>
                  <a:t>（2）</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Songti SC"/>
                      </a:rPr>
                      <m:t>||</m:t>
                    </m:r>
                    <m:r>
                      <a:rPr lang="en-US" sz="3200" dirty="0">
                        <a:uFillTx/>
                        <a:latin typeface="Times New Roman" panose="02020603050405020304" pitchFamily="18" charset="0"/>
                        <a:ea typeface="宋体" panose="02010600030101010101" pitchFamily="2" charset="-122"/>
                        <a:cs typeface="Songti SC"/>
                        <a:sym typeface="Songti SC"/>
                      </a:rPr>
                      <m:t>𝛼</m:t>
                    </m:r>
                  </m:oMath>
                </a14:m>
                <a:r>
                  <a:rPr lang="en-US" sz="3200" dirty="0">
                    <a:uFillTx/>
                    <a:latin typeface="Times New Roman" panose="02020603050405020304" pitchFamily="18" charset="0"/>
                    <a:ea typeface="宋体" panose="02010600030101010101" pitchFamily="2" charset="-122"/>
                    <a:cs typeface="Songti SC"/>
                    <a:sym typeface="Songti SC"/>
                  </a:rPr>
                  <a:t>x</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Songti SC"/>
                      </a:rPr>
                      <m:t>||</m:t>
                    </m:r>
                  </m:oMath>
                </a14:m>
                <a:r>
                  <a:rPr lang="en-US" sz="3200" dirty="0">
                    <a:uFillTx/>
                    <a:latin typeface="Times New Roman" panose="02020603050405020304" pitchFamily="18" charset="0"/>
                    <a:ea typeface="宋体" panose="02010600030101010101" pitchFamily="2" charset="-122"/>
                    <a:cs typeface="Songti SC"/>
                    <a:sym typeface="Songti SC"/>
                  </a:rPr>
                  <a:t>=</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Songti SC"/>
                      </a:rPr>
                      <m:t>||</m:t>
                    </m:r>
                    <m:r>
                      <a:rPr lang="en-US" sz="3200" dirty="0">
                        <a:uFillTx/>
                        <a:latin typeface="Times New Roman" panose="02020603050405020304" pitchFamily="18" charset="0"/>
                        <a:ea typeface="宋体" panose="02010600030101010101" pitchFamily="2" charset="-122"/>
                        <a:cs typeface="Songti SC"/>
                        <a:sym typeface="Songti SC"/>
                      </a:rPr>
                      <m:t>𝛼</m:t>
                    </m:r>
                    <m:r>
                      <a:rPr lang="en-US" sz="3200" dirty="0">
                        <a:uFillTx/>
                        <a:latin typeface="Times New Roman" panose="02020603050405020304" pitchFamily="18" charset="0"/>
                        <a:ea typeface="宋体" panose="02010600030101010101" pitchFamily="2" charset="-122"/>
                        <a:cs typeface="Songti SC"/>
                        <a:sym typeface="Songti SC"/>
                      </a:rPr>
                      <m:t>||</m:t>
                    </m:r>
                  </m:oMath>
                </a14:m>
                <a:r>
                  <a:rPr lang="en-US" sz="3200" dirty="0">
                    <a:uFillTx/>
                    <a:latin typeface="Times New Roman" panose="02020603050405020304" pitchFamily="18" charset="0"/>
                    <a:ea typeface="宋体" panose="02010600030101010101" pitchFamily="2" charset="-122"/>
                    <a:cs typeface="Songti SC"/>
                    <a:sym typeface="Songti SC"/>
                  </a:rPr>
                  <a:t>·</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Songti SC"/>
                      </a:rPr>
                      <m:t>||</m:t>
                    </m:r>
                  </m:oMath>
                </a14:m>
                <a:r>
                  <a:rPr lang="en-US" sz="3200" dirty="0">
                    <a:uFillTx/>
                    <a:latin typeface="Times New Roman" panose="02020603050405020304" pitchFamily="18" charset="0"/>
                    <a:ea typeface="宋体" panose="02010600030101010101" pitchFamily="2" charset="-122"/>
                    <a:cs typeface="Songti SC"/>
                    <a:sym typeface="Songti SC"/>
                  </a:rPr>
                  <a:t>x</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Songti SC"/>
                      </a:rPr>
                      <m:t>||</m:t>
                    </m:r>
                    <m:r>
                      <a:rPr lang="en-US" sz="3200" dirty="0">
                        <a:uFillTx/>
                        <a:latin typeface="Times New Roman" panose="02020603050405020304" pitchFamily="18" charset="0"/>
                        <a:ea typeface="宋体" panose="02010600030101010101" pitchFamily="2" charset="-122"/>
                        <a:cs typeface="Songti SC"/>
                        <a:sym typeface="Songti SC"/>
                      </a:rPr>
                      <m:t>。</m:t>
                    </m:r>
                  </m:oMath>
                </a14:m>
                <a:endParaRPr lang="en-US" sz="3200" dirty="0">
                  <a:uFillTx/>
                  <a:latin typeface="Times New Roman" panose="02020603050405020304" pitchFamily="18" charset="0"/>
                  <a:ea typeface="宋体" panose="02010600030101010101" pitchFamily="2" charset="-122"/>
                  <a:cs typeface="Songti SC"/>
                  <a:sym typeface="Songti SC"/>
                </a:endParaRPr>
              </a:p>
              <a:p>
                <a:pPr lvl="0" indent="914400" algn="just" defTabSz="914400">
                  <a:lnSpc>
                    <a:spcPct val="125000"/>
                  </a:lnSpc>
                  <a:buSzTx/>
                  <a:defRPr/>
                </a:pPr>
                <a:r>
                  <a:rPr lang="en-US" sz="3200" dirty="0">
                    <a:uFillTx/>
                    <a:latin typeface="Times New Roman" panose="02020603050405020304" pitchFamily="18" charset="0"/>
                    <a:ea typeface="宋体" panose="02010600030101010101" pitchFamily="2" charset="-122"/>
                    <a:cs typeface="Songti SC"/>
                    <a:sym typeface="Songti SC"/>
                  </a:rPr>
                  <a:t>（3）</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Songti SC"/>
                      </a:rPr>
                      <m:t>||</m:t>
                    </m:r>
                  </m:oMath>
                </a14:m>
                <a:r>
                  <a:rPr lang="en-US" sz="3200" dirty="0">
                    <a:uFillTx/>
                    <a:latin typeface="Times New Roman" panose="02020603050405020304" pitchFamily="18" charset="0"/>
                    <a:ea typeface="宋体" panose="02010600030101010101" pitchFamily="2" charset="-122"/>
                    <a:cs typeface="Songti SC"/>
                    <a:sym typeface="Songti SC"/>
                  </a:rPr>
                  <a:t>x+y</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Songti SC"/>
                      </a:rPr>
                      <m:t>||</m:t>
                    </m:r>
                  </m:oMath>
                </a14:m>
                <a:r>
                  <a:rPr lang="en-US" sz="3200" dirty="0">
                    <a:uFillTx/>
                    <a:latin typeface="Times New Roman" panose="02020603050405020304" pitchFamily="18" charset="0"/>
                    <a:ea typeface="宋体" panose="02010600030101010101" pitchFamily="2" charset="-122"/>
                    <a:cs typeface="Songti SC"/>
                    <a:sym typeface="Songti SC"/>
                  </a:rPr>
                  <a:t>≤</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Songti SC"/>
                      </a:rPr>
                      <m:t>||</m:t>
                    </m:r>
                  </m:oMath>
                </a14:m>
                <a:r>
                  <a:rPr lang="en-US" sz="3200" dirty="0">
                    <a:uFillTx/>
                    <a:latin typeface="Times New Roman" panose="02020603050405020304" pitchFamily="18" charset="0"/>
                    <a:ea typeface="宋体" panose="02010600030101010101" pitchFamily="2" charset="-122"/>
                    <a:cs typeface="Songti SC"/>
                    <a:sym typeface="Songti SC"/>
                  </a:rPr>
                  <a:t>x</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Songti SC"/>
                      </a:rPr>
                      <m:t>||</m:t>
                    </m:r>
                  </m:oMath>
                </a14:m>
                <a:r>
                  <a:rPr lang="en-US" sz="3200" dirty="0">
                    <a:uFillTx/>
                    <a:latin typeface="Times New Roman" panose="02020603050405020304" pitchFamily="18" charset="0"/>
                    <a:ea typeface="宋体" panose="02010600030101010101" pitchFamily="2" charset="-122"/>
                    <a:cs typeface="Songti SC"/>
                    <a:sym typeface="Songti SC"/>
                  </a:rPr>
                  <a:t>+</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Songti SC"/>
                      </a:rPr>
                      <m:t>||</m:t>
                    </m:r>
                  </m:oMath>
                </a14:m>
                <a:r>
                  <a:rPr lang="en-US" sz="3200" dirty="0">
                    <a:uFillTx/>
                    <a:latin typeface="Times New Roman" panose="02020603050405020304" pitchFamily="18" charset="0"/>
                    <a:ea typeface="宋体" panose="02010600030101010101" pitchFamily="2" charset="-122"/>
                    <a:cs typeface="Songti SC"/>
                    <a:sym typeface="Songti SC"/>
                  </a:rPr>
                  <a:t>y</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Songti SC"/>
                      </a:rPr>
                      <m:t>||</m:t>
                    </m:r>
                  </m:oMath>
                </a14:m>
                <a:r>
                  <a:rPr lang="en-US" sz="3200" dirty="0">
                    <a:uFillTx/>
                    <a:latin typeface="Times New Roman" panose="02020603050405020304" pitchFamily="18" charset="0"/>
                    <a:ea typeface="宋体" panose="02010600030101010101" pitchFamily="2" charset="-122"/>
                    <a:cs typeface="Songti SC"/>
                    <a:sym typeface="Songti SC"/>
                  </a:rPr>
                  <a:t>。</a:t>
                </a:r>
                <a:endParaRPr lang="en-US" sz="3200" dirty="0">
                  <a:uFillTx/>
                  <a:latin typeface="Times New Roman" panose="02020603050405020304" pitchFamily="18" charset="0"/>
                  <a:ea typeface="宋体" panose="02010600030101010101" pitchFamily="2" charset="-122"/>
                  <a:cs typeface="Songti SC"/>
                  <a:sym typeface="+mn-ea"/>
                </a:endParaRPr>
              </a:p>
              <a:p>
                <a:pPr lvl="0" indent="914400" algn="just" defTabSz="914400">
                  <a:lnSpc>
                    <a:spcPct val="125000"/>
                  </a:lnSpc>
                  <a:buSzTx/>
                  <a:defRPr/>
                </a:pPr>
                <a:endParaRPr lang="en-US" sz="3200" dirty="0">
                  <a:uFillTx/>
                  <a:latin typeface="Times New Roman" panose="02020603050405020304" pitchFamily="18" charset="0"/>
                  <a:ea typeface="宋体" panose="02010600030101010101" pitchFamily="2" charset="-122"/>
                  <a:cs typeface="Songti SC"/>
                  <a:sym typeface="Zhuque Fangsong"/>
                </a:endParaRPr>
              </a:p>
              <a:p>
                <a:pPr lvl="0" indent="914400" algn="just" defTabSz="914400">
                  <a:lnSpc>
                    <a:spcPct val="125000"/>
                  </a:lnSpc>
                  <a:buSzTx/>
                  <a:defRPr/>
                </a:pPr>
                <a:endParaRPr lang="en-US" sz="3200" dirty="0">
                  <a:uFillTx/>
                  <a:latin typeface="Times New Roman" panose="02020603050405020304" pitchFamily="18" charset="0"/>
                  <a:ea typeface="宋体" panose="02010600030101010101" pitchFamily="2" charset="-122"/>
                  <a:cs typeface="Songti SC"/>
                  <a:sym typeface="Zhuque Fangsong"/>
                </a:endParaRPr>
              </a:p>
            </p:txBody>
          </p:sp>
        </mc:Choice>
        <mc:Fallback>
          <p:sp>
            <p:nvSpPr>
              <p:cNvPr id="8" name="AutoShape 8"/>
              <p:cNvSpPr txBox="1">
                <a:spLocks noRot="1" noChangeAspect="1" noMove="1" noResize="1" noEditPoints="1" noAdjustHandles="1" noChangeArrowheads="1" noChangeShapeType="1" noTextEdit="1"/>
              </p:cNvSpPr>
              <p:nvPr/>
            </p:nvSpPr>
            <p:spPr>
              <a:xfrm>
                <a:off x="1397595" y="2354312"/>
                <a:ext cx="15719287" cy="6985000"/>
              </a:xfrm>
              <a:prstGeom prst="rect">
                <a:avLst/>
              </a:prstGeom>
              <a:blipFill rotWithShape="1">
                <a:blip r:embed="rId3"/>
                <a:stretch>
                  <a:fillRect l="-4" t="-5" r="3" b="5"/>
                </a:stretch>
              </a:blipFill>
              <a:ln w="19050" cap="flat" cmpd="sng">
                <a:noFill/>
                <a:prstDash val="solid"/>
                <a:round/>
              </a:ln>
            </p:spPr>
            <p:txBody>
              <a:bodyPr/>
              <a:lstStyle/>
              <a:p>
                <a:r>
                  <a:rPr lang="zh-CN" altLang="en-US">
                    <a:noFill/>
                  </a:rPr>
                  <a:t> </a:t>
                </a:r>
              </a:p>
            </p:txBody>
          </p:sp>
        </mc:Fallback>
      </mc:AlternateContent>
      <p:sp>
        <p:nvSpPr>
          <p:cNvPr id="9" name="AutoShape 9"/>
          <p:cNvSpPr txBox="1"/>
          <p:nvPr/>
        </p:nvSpPr>
        <p:spPr>
          <a:xfrm>
            <a:off x="15544800" y="9410700"/>
            <a:ext cx="2133600" cy="441325"/>
          </a:xfrm>
          <a:prstGeom prst="rect">
            <a:avLst/>
          </a:prstGeom>
          <a:noFill/>
          <a:ln w="19050" cap="flat" cmpd="sng">
            <a:noFill/>
            <a:prstDash val="solid"/>
            <a:round/>
          </a:ln>
        </p:spPr>
        <p:txBody>
          <a:bodyPr vert="horz" wrap="square" lIns="91440" tIns="45720" rIns="91440" bIns="45720" rtlCol="0" anchor="ctr" anchorCtr="0"/>
          <a:lstStyle/>
          <a:p>
            <a:pPr marL="0" indent="0" algn="r" defTabSz="914400">
              <a:lnSpc>
                <a:spcPct val="100000"/>
              </a:lnSpc>
              <a:defRPr/>
            </a:pPr>
            <a:fld id="{CBCEA4D9-277D-4914-BE0D-F734DD1CADF9}" type="slidenum">
              <a:rPr sz="1400" b="0" i="0" u="none" strike="noStrike">
                <a:solidFill>
                  <a:srgbClr val="FFC000"/>
                </a:solidFill>
                <a:latin typeface="Calibri" panose="020F0502020204030204"/>
                <a:ea typeface="Calibri" panose="020F0502020204030204"/>
                <a:cs typeface="Calibri" panose="020F0502020204030204"/>
                <a:sym typeface="Calibri" panose="020F0502020204030204"/>
              </a:rPr>
            </a:fld>
            <a:endParaRPr lang="en-US" sz="1100"/>
          </a:p>
        </p:txBody>
      </p:sp>
      <p:sp>
        <p:nvSpPr>
          <p:cNvPr id="11" name="Rectangle 2"/>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sp>
        <p:nvSpPr>
          <p:cNvPr id="10" name="AutoShape 35"/>
          <p:cNvSpPr txBox="1"/>
          <p:nvPr/>
        </p:nvSpPr>
        <p:spPr>
          <a:xfrm>
            <a:off x="13694774" y="709652"/>
            <a:ext cx="3700052" cy="369332"/>
          </a:xfrm>
          <a:prstGeom prst="rect">
            <a:avLst/>
          </a:prstGeom>
          <a:noFill/>
          <a:ln w="19050" cap="flat" cmpd="sng">
            <a:noFill/>
            <a:prstDash val="solid"/>
            <a:round/>
          </a:ln>
        </p:spPr>
        <p:txBody>
          <a:bodyPr vert="horz" wrap="none" lIns="91440" tIns="45720" rIns="91440" bIns="45720" rtlCol="0" anchor="t" anchorCtr="0"/>
          <a:lstStyle/>
          <a:p>
            <a:pPr>
              <a:defRPr/>
            </a:pPr>
            <a:r>
              <a:rPr lang="zh-CN" altLang="zh-CN" sz="18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仿宋" panose="02010609060101010101" pitchFamily="49" charset="-122"/>
                <a:ea typeface="仿宋" panose="02010609060101010101" pitchFamily="49" charset="-122"/>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密码学</a:t>
            </a:r>
            <a:r>
              <a:rPr lang="en-US" sz="1800" b="1" i="0" u="none" strike="noStrike" dirty="0">
                <a:solidFill>
                  <a:srgbClr val="1F497D"/>
                </a:solidFill>
                <a:latin typeface="仿宋" panose="02010609060101010101" pitchFamily="49" charset="-122"/>
                <a:ea typeface="仿宋" panose="02010609060101010101" pitchFamily="49" charset="-122"/>
                <a:cs typeface="Zhuque Fangsong"/>
                <a:sym typeface="Zhuque Fangsong"/>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基础理论与应用</a:t>
            </a:r>
            <a:endParaRPr lang="en-US" sz="1100" dirty="0">
              <a:latin typeface="仿宋" panose="02010609060101010101" pitchFamily="49" charset="-122"/>
              <a:ea typeface="仿宋" panose="02010609060101010101" pitchFamily="49" charset="-122"/>
            </a:endParaRPr>
          </a:p>
        </p:txBody>
      </p:sp>
      <p:sp>
        <p:nvSpPr>
          <p:cNvPr id="13" name="TextBox 31"/>
          <p:cNvSpPr txBox="1"/>
          <p:nvPr/>
        </p:nvSpPr>
        <p:spPr>
          <a:xfrm>
            <a:off x="1397635" y="430530"/>
            <a:ext cx="1223010" cy="842645"/>
          </a:xfrm>
          <a:prstGeom prst="rect">
            <a:avLst/>
          </a:prstGeom>
        </p:spPr>
        <p:txBody>
          <a:bodyPr wrap="square" lIns="0" tIns="0" rIns="0" bIns="0" rtlCol="0" anchor="t">
            <a:spAutoFit/>
          </a:bodyPr>
          <a:lstStyle/>
          <a:p>
            <a:pPr lvl="0" algn="ctr">
              <a:lnSpc>
                <a:spcPts val="6575"/>
              </a:lnSpc>
              <a:buSzTx/>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Times New Roman" panose="02020603050405020304" pitchFamily="18" charset="0"/>
                <a:sym typeface="字由文艺黑" panose="00020600040101010101" charset="-122"/>
              </a:rPr>
              <a:t>10.1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Times New Roman" panose="02020603050405020304" pitchFamily="18" charset="0"/>
              <a:sym typeface="字由文艺黑" panose="00020600040101010101" charset="-122"/>
            </a:endParaRPr>
          </a:p>
        </p:txBody>
      </p:sp>
      <p:sp>
        <p:nvSpPr>
          <p:cNvPr id="4" name="TextBox 30"/>
          <p:cNvSpPr txBox="1"/>
          <p:nvPr/>
        </p:nvSpPr>
        <p:spPr>
          <a:xfrm>
            <a:off x="2488962" y="505480"/>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格理论的基本概念</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412090" y="1028700"/>
            <a:ext cx="7800783" cy="275915"/>
          </a:xfrm>
          <a:custGeom>
            <a:avLst/>
            <a:gdLst/>
            <a:ahLst/>
            <a:cxnLst/>
            <a:rect l="l" t="t" r="r" b="b"/>
            <a:pathLst>
              <a:path w="7800783" h="275915">
                <a:moveTo>
                  <a:pt x="137960" y="0"/>
                </a:moveTo>
                <a:lnTo>
                  <a:pt x="7662827" y="0"/>
                </a:lnTo>
                <a:cubicBezTo>
                  <a:pt x="7699414" y="0"/>
                  <a:pt x="7734504" y="14534"/>
                  <a:pt x="7760377" y="40406"/>
                </a:cubicBezTo>
                <a:cubicBezTo>
                  <a:pt x="7786248" y="66279"/>
                  <a:pt x="7800783" y="101369"/>
                  <a:pt x="7800783" y="137959"/>
                </a:cubicBezTo>
                <a:lnTo>
                  <a:pt x="7800783" y="137959"/>
                </a:lnTo>
                <a:cubicBezTo>
                  <a:pt x="7800783" y="174546"/>
                  <a:pt x="7786248" y="209636"/>
                  <a:pt x="7760377" y="235509"/>
                </a:cubicBezTo>
                <a:cubicBezTo>
                  <a:pt x="7734504" y="261380"/>
                  <a:pt x="7699414" y="275915"/>
                  <a:pt x="7662827" y="275915"/>
                </a:cubicBezTo>
                <a:lnTo>
                  <a:pt x="137960" y="275915"/>
                </a:lnTo>
                <a:cubicBezTo>
                  <a:pt x="101369" y="275915"/>
                  <a:pt x="66279" y="261380"/>
                  <a:pt x="40406" y="235509"/>
                </a:cubicBezTo>
                <a:cubicBezTo>
                  <a:pt x="14534" y="209636"/>
                  <a:pt x="0" y="174546"/>
                  <a:pt x="0" y="137959"/>
                </a:cubicBezTo>
                <a:lnTo>
                  <a:pt x="0" y="137959"/>
                </a:lnTo>
                <a:cubicBezTo>
                  <a:pt x="0" y="101369"/>
                  <a:pt x="14534" y="66279"/>
                  <a:pt x="40406" y="40406"/>
                </a:cubicBezTo>
                <a:cubicBezTo>
                  <a:pt x="66279" y="14534"/>
                  <a:pt x="101369" y="0"/>
                  <a:pt x="137960" y="0"/>
                </a:cubicBezTo>
                <a:close/>
              </a:path>
            </a:pathLst>
          </a:custGeom>
          <a:gradFill rotWithShape="1">
            <a:gsLst>
              <a:gs pos="0">
                <a:srgbClr val="DDEEFF">
                  <a:alpha val="100000"/>
                </a:srgbClr>
              </a:gs>
              <a:gs pos="100000">
                <a:srgbClr val="FFFFFF">
                  <a:alpha val="0"/>
                </a:srgbClr>
              </a:gs>
            </a:gsLst>
            <a:lin ang="0"/>
          </a:gradFill>
          <a:ln w="25400" cap="flat" cmpd="sng">
            <a:noFill/>
            <a:prstDash val="solid"/>
            <a:round/>
          </a:ln>
        </p:spPr>
        <p:txBody>
          <a:bodyPr vert="horz" wrap="square" lIns="91440" tIns="45720" rIns="91440" bIns="45720" rtlCol="0" anchor="t" anchorCtr="0"/>
          <a:lstStyle/>
          <a:p>
            <a:pPr algn="l">
              <a:defRPr/>
            </a:pPr>
          </a:p>
        </p:txBody>
      </p:sp>
      <p:pic>
        <p:nvPicPr>
          <p:cNvPr id="5" name="Picture 5"/>
          <p:cNvPicPr>
            <a:picLocks noChangeAspect="1"/>
          </p:cNvPicPr>
          <p:nvPr/>
        </p:nvPicPr>
        <p:blipFill>
          <a:blip r:embed="rId1">
            <a:alphaModFix amt="80000"/>
          </a:blip>
          <a:srcRect/>
          <a:stretch>
            <a:fillRect/>
          </a:stretch>
        </p:blipFill>
        <p:spPr>
          <a:xfrm>
            <a:off x="762000" y="494030"/>
            <a:ext cx="1069975" cy="656590"/>
          </a:xfrm>
          <a:prstGeom prst="rect">
            <a:avLst/>
          </a:prstGeom>
          <a:noFill/>
          <a:ln w="25400" cap="flat" cmpd="sng">
            <a:noFill/>
            <a:prstDash val="solid"/>
            <a:round/>
          </a:ln>
          <a:effectLst>
            <a:outerShdw blurRad="50800" dist="38100" dir="2700000" algn="tl">
              <a:srgbClr val="000000">
                <a:alpha val="40000"/>
              </a:srgbClr>
            </a:outerShdw>
            <a:reflection blurRad="6350" stA="50000" endA="300" endPos="55000" dir="5400000" sy="-100000" algn="bl" rotWithShape="0"/>
          </a:effectLst>
        </p:spPr>
      </p:pic>
      <p:pic>
        <p:nvPicPr>
          <p:cNvPr id="7" name="Picture 7"/>
          <p:cNvPicPr>
            <a:picLocks noChangeAspect="1"/>
          </p:cNvPicPr>
          <p:nvPr/>
        </p:nvPicPr>
        <p:blipFill>
          <a:blip r:embed="rId2"/>
          <a:srcRect/>
          <a:stretch>
            <a:fillRect/>
          </a:stretch>
        </p:blipFill>
        <p:spPr>
          <a:xfrm>
            <a:off x="13772537" y="1102753"/>
            <a:ext cx="2771429" cy="47619"/>
          </a:xfrm>
          <a:prstGeom prst="rect">
            <a:avLst/>
          </a:prstGeom>
          <a:noFill/>
          <a:ln w="25400" cap="flat" cmpd="sng">
            <a:noFill/>
            <a:prstDash val="solid"/>
            <a:round/>
          </a:ln>
        </p:spPr>
      </p:pic>
      <mc:AlternateContent xmlns:mc="http://schemas.openxmlformats.org/markup-compatibility/2006">
        <mc:Choice xmlns:a14="http://schemas.microsoft.com/office/drawing/2010/main" Requires="a14">
          <p:sp>
            <p:nvSpPr>
              <p:cNvPr id="8" name="AutoShape 8"/>
              <p:cNvSpPr txBox="1"/>
              <p:nvPr/>
            </p:nvSpPr>
            <p:spPr>
              <a:xfrm>
                <a:off x="1606550" y="1651000"/>
                <a:ext cx="14937409" cy="8636000"/>
              </a:xfrm>
              <a:prstGeom prst="rect">
                <a:avLst/>
              </a:prstGeom>
              <a:noFill/>
              <a:ln w="19050" cap="flat" cmpd="sng">
                <a:noFill/>
                <a:prstDash val="solid"/>
                <a:round/>
              </a:ln>
            </p:spPr>
            <p:txBody>
              <a:bodyPr vert="horz" wrap="square" lIns="0" tIns="0" rIns="0" bIns="0" rtlCol="0" anchor="t" anchorCtr="0">
                <a:noAutofit/>
              </a:bodyPr>
              <a:lstStyle/>
              <a:p>
                <a:pPr lvl="0" indent="914400" algn="just" defTabSz="914400">
                  <a:lnSpc>
                    <a:spcPct val="125000"/>
                  </a:lnSpc>
                  <a:buSzTx/>
                  <a:defRPr/>
                </a:pPr>
                <a:r>
                  <a:rPr lang="en-US" sz="3200" dirty="0">
                    <a:uFillTx/>
                    <a:latin typeface="Times New Roman" panose="02020603050405020304" pitchFamily="18" charset="0"/>
                    <a:ea typeface="宋体" panose="02010600030101010101" pitchFamily="2" charset="-122"/>
                    <a:cs typeface="Songti SC"/>
                    <a:sym typeface="Zhuque Fangsong"/>
                  </a:rPr>
                  <a:t>定义10.4（</a:t>
                </a:r>
                <a:r>
                  <a:rPr lang="en-US" sz="3200" b="1" dirty="0">
                    <a:uFillTx/>
                    <a:latin typeface="Times New Roman" panose="02020603050405020304" pitchFamily="18" charset="0"/>
                    <a:ea typeface="宋体" panose="02010600030101010101" pitchFamily="2" charset="-122"/>
                    <a:cs typeface="Songti SC"/>
                    <a:sym typeface="Zhuque Fangsong"/>
                  </a:rPr>
                  <a:t>p-范数</a:t>
                </a:r>
                <a:r>
                  <a:rPr lang="en-US" sz="3200" dirty="0">
                    <a:uFillTx/>
                    <a:latin typeface="Times New Roman" panose="02020603050405020304" pitchFamily="18" charset="0"/>
                    <a:ea typeface="宋体" panose="02010600030101010101" pitchFamily="2" charset="-122"/>
                    <a:cs typeface="Songti SC"/>
                    <a:sym typeface="Zhuque Fangsong"/>
                  </a:rPr>
                  <a:t>）</a:t>
                </a:r>
                <a:r>
                  <a:rPr lang="en-US" sz="3200" dirty="0">
                    <a:uFillTx/>
                    <a:latin typeface="Times New Roman" panose="02020603050405020304" pitchFamily="18" charset="0"/>
                    <a:ea typeface="宋体" panose="02010600030101010101" pitchFamily="2" charset="-122"/>
                    <a:cs typeface="Songti SC"/>
                    <a:sym typeface="Songti SC"/>
                  </a:rPr>
                  <a:t>对任意</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Songti SC"/>
                      </a:rPr>
                      <m:t>𝑝</m:t>
                    </m:r>
                    <m:r>
                      <a:rPr lang="en-US" sz="3200" dirty="0">
                        <a:uFillTx/>
                        <a:latin typeface="Times New Roman" panose="02020603050405020304" pitchFamily="18" charset="0"/>
                        <a:ea typeface="宋体" panose="02010600030101010101" pitchFamily="2" charset="-122"/>
                        <a:cs typeface="Songti SC"/>
                        <a:sym typeface="Songti SC"/>
                      </a:rPr>
                      <m:t>≥</m:t>
                    </m:r>
                    <m:r>
                      <a:rPr lang="en-US" sz="3200" dirty="0">
                        <a:uFillTx/>
                        <a:latin typeface="Times New Roman" panose="02020603050405020304" pitchFamily="18" charset="0"/>
                        <a:ea typeface="宋体" panose="02010600030101010101" pitchFamily="2" charset="-122"/>
                        <a:cs typeface="Songti SC"/>
                        <a:sym typeface="Songti SC"/>
                      </a:rPr>
                      <m:t>1</m:t>
                    </m:r>
                  </m:oMath>
                </a14:m>
                <a:r>
                  <a:rPr lang="en-US" sz="3200" dirty="0">
                    <a:uFillTx/>
                    <a:latin typeface="Times New Roman" panose="02020603050405020304" pitchFamily="18" charset="0"/>
                    <a:ea typeface="宋体" panose="02010600030101010101" pitchFamily="2" charset="-122"/>
                    <a:cs typeface="Songti SC"/>
                    <a:sym typeface="Songti SC"/>
                  </a:rPr>
                  <a:t>向量</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Songti SC"/>
                      </a:rPr>
                      <m:t>𝑥</m:t>
                    </m:r>
                  </m:oMath>
                </a14:m>
                <a:r>
                  <a:rPr lang="en-US" sz="3200" dirty="0">
                    <a:uFillTx/>
                    <a:latin typeface="Times New Roman" panose="02020603050405020304" pitchFamily="18" charset="0"/>
                    <a:ea typeface="宋体" panose="02010600030101010101" pitchFamily="2" charset="-122"/>
                    <a:cs typeface="Songti SC"/>
                    <a:sym typeface="Songti SC"/>
                  </a:rPr>
                  <a:t>的</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Songti SC"/>
                      </a:rPr>
                      <m:t>𝑝</m:t>
                    </m:r>
                    <m:r>
                      <a:rPr lang="en-US" sz="3200" dirty="0">
                        <a:uFillTx/>
                        <a:latin typeface="Times New Roman" panose="02020603050405020304" pitchFamily="18" charset="0"/>
                        <a:ea typeface="宋体" panose="02010600030101010101" pitchFamily="2" charset="-122"/>
                        <a:cs typeface="Songti SC"/>
                        <a:sym typeface="Songti SC"/>
                      </a:rPr>
                      <m:t>−</m:t>
                    </m:r>
                  </m:oMath>
                </a14:m>
                <a:r>
                  <a:rPr lang="en-US" sz="3200" dirty="0">
                    <a:uFillTx/>
                    <a:latin typeface="Times New Roman" panose="02020603050405020304" pitchFamily="18" charset="0"/>
                    <a:ea typeface="宋体" panose="02010600030101010101" pitchFamily="2" charset="-122"/>
                    <a:cs typeface="Songti SC"/>
                    <a:sym typeface="Songti SC"/>
                  </a:rPr>
                  <a:t>范数定义为</a:t>
                </a:r>
                <a:endParaRPr lang="en-US" sz="3200" dirty="0">
                  <a:uFillTx/>
                  <a:latin typeface="Times New Roman" panose="02020603050405020304" pitchFamily="18" charset="0"/>
                  <a:ea typeface="宋体" panose="02010600030101010101" pitchFamily="2" charset="-122"/>
                  <a:cs typeface="Songti SC"/>
                  <a:sym typeface="Songti SC"/>
                </a:endParaRPr>
              </a:p>
              <a:p>
                <a:pPr lvl="0" indent="914400" algn="just" defTabSz="914400">
                  <a:lnSpc>
                    <a:spcPct val="125000"/>
                  </a:lnSpc>
                  <a:buSzTx/>
                  <a:defRPr/>
                </a:pPr>
                <a14:m>
                  <m:oMathPara xmlns:m="http://schemas.openxmlformats.org/officeDocument/2006/math">
                    <m:oMathParaPr>
                      <m:jc m:val="centerGroup"/>
                    </m:oMathParaPr>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mn-ea"/>
                        </a:rPr>
                        <m:t>|</m:t>
                      </m:r>
                      <m:r>
                        <m:rPr>
                          <m:lit/>
                        </m:rP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𝑥</m:t>
                      </m:r>
                      <m:r>
                        <a:rPr lang="en-US" sz="3200" dirty="0">
                          <a:uFillTx/>
                          <a:latin typeface="Times New Roman" panose="02020603050405020304" pitchFamily="18" charset="0"/>
                          <a:ea typeface="宋体" panose="02010600030101010101" pitchFamily="2" charset="-122"/>
                          <a:cs typeface="Songti SC"/>
                          <a:sym typeface="+mn-ea"/>
                        </a:rPr>
                        <m:t>|</m:t>
                      </m:r>
                      <m:r>
                        <m:rPr>
                          <m:lit/>
                        </m:rP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Songti SC"/>
                        </a:rPr>
                        <m:t>ₚ=</m:t>
                      </m:r>
                      <m:sSup>
                        <m:sSupPr>
                          <m:ctrlPr>
                            <a:rPr lang="en-US" sz="3200" dirty="0">
                              <a:uFillTx/>
                              <a:latin typeface="Times New Roman" panose="02020603050405020304" pitchFamily="18" charset="0"/>
                              <a:ea typeface="宋体" panose="02010600030101010101" pitchFamily="2" charset="-122"/>
                              <a:cs typeface="Songti SC"/>
                              <a:sym typeface="Songti SC"/>
                            </a:rPr>
                          </m:ctrlPr>
                        </m:sSupPr>
                        <m:e>
                          <m:d>
                            <m:dPr>
                              <m:ctrlPr>
                                <a:rPr lang="en-US" sz="3200" dirty="0">
                                  <a:uFillTx/>
                                  <a:latin typeface="Times New Roman" panose="02020603050405020304" pitchFamily="18" charset="0"/>
                                  <a:ea typeface="宋体" panose="02010600030101010101" pitchFamily="2" charset="-122"/>
                                  <a:cs typeface="Songti SC"/>
                                  <a:sym typeface="Songti SC"/>
                                </a:rPr>
                              </m:ctrlPr>
                            </m:dPr>
                            <m:e>
                              <m:r>
                                <a:rPr lang="en-US" sz="3200" dirty="0">
                                  <a:uFillTx/>
                                  <a:latin typeface="Times New Roman" panose="02020603050405020304" pitchFamily="18" charset="0"/>
                                  <a:ea typeface="宋体" panose="02010600030101010101" pitchFamily="2" charset="-122"/>
                                  <a:cs typeface="Songti SC"/>
                                  <a:sym typeface="Songti SC"/>
                                </a:rPr>
                                <m:t>Σ</m:t>
                              </m:r>
                              <m:r>
                                <a:rPr lang="en-US" sz="3200" dirty="0">
                                  <a:uFillTx/>
                                  <a:latin typeface="Times New Roman" panose="02020603050405020304" pitchFamily="18" charset="0"/>
                                  <a:ea typeface="宋体" panose="02010600030101010101" pitchFamily="2" charset="-122"/>
                                  <a:cs typeface="Songti SC"/>
                                  <a:sym typeface="Songti SC"/>
                                </a:rPr>
                                <m:t>𝑥</m:t>
                              </m:r>
                              <m:r>
                                <a:rPr lang="en-US" sz="3200" dirty="0">
                                  <a:uFillTx/>
                                  <a:latin typeface="Times New Roman" panose="02020603050405020304" pitchFamily="18" charset="0"/>
                                  <a:ea typeface="宋体" panose="02010600030101010101" pitchFamily="2" charset="-122"/>
                                  <a:cs typeface="Songti SC"/>
                                  <a:sym typeface="Songti SC"/>
                                </a:rPr>
                                <m:t>ᵢᵖ</m:t>
                              </m:r>
                            </m:e>
                          </m:d>
                        </m:e>
                        <m:sup>
                          <m:d>
                            <m:dPr>
                              <m:ctrlPr>
                                <a:rPr lang="en-US" sz="3200" dirty="0">
                                  <a:uFillTx/>
                                  <a:latin typeface="Times New Roman" panose="02020603050405020304" pitchFamily="18" charset="0"/>
                                  <a:ea typeface="宋体" panose="02010600030101010101" pitchFamily="2" charset="-122"/>
                                  <a:cs typeface="Songti SC"/>
                                  <a:sym typeface="Songti SC"/>
                                </a:rPr>
                              </m:ctrlPr>
                            </m:dPr>
                            <m:e>
                              <m:r>
                                <a:rPr lang="en-US" sz="3200" dirty="0">
                                  <a:uFillTx/>
                                  <a:latin typeface="Times New Roman" panose="02020603050405020304" pitchFamily="18" charset="0"/>
                                  <a:ea typeface="宋体" panose="02010600030101010101" pitchFamily="2" charset="-122"/>
                                  <a:cs typeface="Songti SC"/>
                                  <a:sym typeface="Songti SC"/>
                                </a:rPr>
                                <m:t>1</m:t>
                              </m:r>
                              <m:r>
                                <m:rPr>
                                  <m:lit/>
                                </m:rPr>
                                <a:rPr lang="en-US" sz="3200" dirty="0">
                                  <a:uFillTx/>
                                  <a:latin typeface="Times New Roman" panose="02020603050405020304" pitchFamily="18" charset="0"/>
                                  <a:ea typeface="宋体" panose="02010600030101010101" pitchFamily="2" charset="-122"/>
                                  <a:cs typeface="Songti SC"/>
                                  <a:sym typeface="Songti SC"/>
                                </a:rPr>
                                <m:t>/</m:t>
                              </m:r>
                              <m:r>
                                <a:rPr lang="en-US" sz="3200" dirty="0">
                                  <a:uFillTx/>
                                  <a:latin typeface="Times New Roman" panose="02020603050405020304" pitchFamily="18" charset="0"/>
                                  <a:ea typeface="宋体" panose="02010600030101010101" pitchFamily="2" charset="-122"/>
                                  <a:cs typeface="Songti SC"/>
                                  <a:sym typeface="Songti SC"/>
                                </a:rPr>
                                <m:t>𝑝</m:t>
                              </m:r>
                            </m:e>
                          </m:d>
                        </m:sup>
                      </m:sSup>
                      <m:r>
                        <a:rPr lang="en-US" sz="3200" dirty="0">
                          <a:uFillTx/>
                          <a:latin typeface="Times New Roman" panose="02020603050405020304" pitchFamily="18" charset="0"/>
                          <a:ea typeface="宋体" panose="02010600030101010101" pitchFamily="2" charset="-122"/>
                          <a:cs typeface="Songti SC"/>
                          <a:sym typeface="Songti SC"/>
                        </a:rPr>
                        <m:t>。</m:t>
                      </m:r>
                    </m:oMath>
                  </m:oMathPara>
                </a14:m>
                <a:endParaRPr lang="en-US" sz="3200" dirty="0">
                  <a:uFillTx/>
                  <a:latin typeface="Times New Roman" panose="02020603050405020304" pitchFamily="18" charset="0"/>
                  <a:ea typeface="宋体" panose="02010600030101010101" pitchFamily="2" charset="-122"/>
                  <a:cs typeface="Songti SC"/>
                  <a:sym typeface="Songti SC"/>
                </a:endParaRPr>
              </a:p>
              <a:p>
                <a:pPr lvl="0" indent="914400" algn="just" defTabSz="914400">
                  <a:lnSpc>
                    <a:spcPct val="125000"/>
                  </a:lnSpc>
                  <a:buSzTx/>
                  <a:defRPr/>
                </a:pPr>
                <a:r>
                  <a:rPr lang="en-US" sz="3200" dirty="0">
                    <a:uFillTx/>
                    <a:latin typeface="Times New Roman" panose="02020603050405020304" pitchFamily="18" charset="0"/>
                    <a:ea typeface="宋体" panose="02010600030101010101" pitchFamily="2" charset="-122"/>
                    <a:cs typeface="Songti SC"/>
                    <a:sym typeface="Songti SC"/>
                  </a:rPr>
                  <a:t>几个重要范数</a:t>
                </a:r>
                <a:r>
                  <a:rPr lang="en-US" sz="3200" dirty="0">
                    <a:uFillTx/>
                    <a:latin typeface="Times New Roman" panose="02020603050405020304" pitchFamily="18" charset="0"/>
                    <a:ea typeface="宋体" panose="02010600030101010101" pitchFamily="2" charset="-122"/>
                    <a:cs typeface="Songti SC"/>
                    <a:sym typeface="Songti SC"/>
                  </a:rPr>
                  <a:t>：</a:t>
                </a:r>
                <a:endParaRPr lang="en-US" sz="3200" dirty="0">
                  <a:uFillTx/>
                  <a:latin typeface="Times New Roman" panose="02020603050405020304" pitchFamily="18" charset="0"/>
                  <a:ea typeface="宋体" panose="02010600030101010101" pitchFamily="2" charset="-122"/>
                  <a:cs typeface="Songti SC"/>
                  <a:sym typeface="Songti SC"/>
                </a:endParaRPr>
              </a:p>
              <a:p>
                <a:pPr lvl="0" indent="914400" algn="just" defTabSz="914400">
                  <a:lnSpc>
                    <a:spcPct val="125000"/>
                  </a:lnSpc>
                  <a:buSzTx/>
                  <a:defRPr/>
                </a:pPr>
                <a:r>
                  <a:rPr lang="en-US" sz="3200" dirty="0">
                    <a:uFillTx/>
                    <a:latin typeface="Times New Roman" panose="02020603050405020304" pitchFamily="18" charset="0"/>
                    <a:ea typeface="宋体" panose="02010600030101010101" pitchFamily="2" charset="-122"/>
                    <a:cs typeface="Songti SC"/>
                    <a:sym typeface="Songti SC"/>
                  </a:rPr>
                  <a:t>               (1)1-范数</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Songti SC"/>
                      </a:rPr>
                      <m:t>:</m:t>
                    </m:r>
                    <m:r>
                      <a:rPr lang="en-US" sz="3200" dirty="0">
                        <a:uFillTx/>
                        <a:latin typeface="Times New Roman" panose="02020603050405020304" pitchFamily="18" charset="0"/>
                        <a:ea typeface="宋体" panose="02010600030101010101" pitchFamily="2" charset="-122"/>
                        <a:cs typeface="Songti SC"/>
                        <a:sym typeface="Songti SC"/>
                      </a:rPr>
                      <m:t>||</m:t>
                    </m:r>
                    <m:r>
                      <a:rPr lang="en-US" sz="3200" dirty="0">
                        <a:uFillTx/>
                        <a:latin typeface="Times New Roman" panose="02020603050405020304" pitchFamily="18" charset="0"/>
                        <a:ea typeface="宋体" panose="02010600030101010101" pitchFamily="2" charset="-122"/>
                        <a:cs typeface="Songti SC"/>
                        <a:sym typeface="Songti SC"/>
                      </a:rPr>
                      <m:t>𝑥</m:t>
                    </m:r>
                    <m:r>
                      <a:rPr lang="en-US" sz="3200" dirty="0">
                        <a:uFillTx/>
                        <a:latin typeface="Times New Roman" panose="02020603050405020304" pitchFamily="18" charset="0"/>
                        <a:ea typeface="宋体" panose="02010600030101010101" pitchFamily="2" charset="-122"/>
                        <a:cs typeface="Songti SC"/>
                        <a:sym typeface="Songti SC"/>
                      </a:rPr>
                      <m:t>||₁=</m:t>
                    </m:r>
                    <m:r>
                      <a:rPr lang="en-US" sz="3200" dirty="0">
                        <a:uFillTx/>
                        <a:latin typeface="Times New Roman" panose="02020603050405020304" pitchFamily="18" charset="0"/>
                        <a:ea typeface="宋体" panose="02010600030101010101" pitchFamily="2" charset="-122"/>
                        <a:cs typeface="Songti SC"/>
                        <a:sym typeface="Songti SC"/>
                      </a:rPr>
                      <m:t>Σ</m:t>
                    </m:r>
                    <m:r>
                      <a:rPr lang="en-US" sz="3200" dirty="0">
                        <a:uFillTx/>
                        <a:latin typeface="Times New Roman" panose="02020603050405020304" pitchFamily="18" charset="0"/>
                        <a:ea typeface="宋体" panose="02010600030101010101" pitchFamily="2" charset="-122"/>
                        <a:cs typeface="Songti SC"/>
                        <a:sym typeface="Songti SC"/>
                      </a:rPr>
                      <m:t>𝑥</m:t>
                    </m:r>
                    <m:r>
                      <a:rPr lang="en-US" sz="3200" dirty="0">
                        <a:uFillTx/>
                        <a:latin typeface="Times New Roman" panose="02020603050405020304" pitchFamily="18" charset="0"/>
                        <a:ea typeface="宋体" panose="02010600030101010101" pitchFamily="2" charset="-122"/>
                        <a:cs typeface="Songti SC"/>
                        <a:sym typeface="Songti SC"/>
                      </a:rPr>
                      <m:t>ᵢ</m:t>
                    </m:r>
                    <m:r>
                      <a:rPr lang="en-US" sz="3200" dirty="0">
                        <a:uFillTx/>
                        <a:latin typeface="Times New Roman" panose="02020603050405020304" pitchFamily="18" charset="0"/>
                        <a:ea typeface="宋体" panose="02010600030101010101" pitchFamily="2" charset="-122"/>
                        <a:cs typeface="Songti SC"/>
                        <a:sym typeface="Songti SC"/>
                      </a:rPr>
                      <m:t>；</m:t>
                    </m:r>
                  </m:oMath>
                </a14:m>
                <a:endParaRPr lang="en-US" sz="3200" dirty="0">
                  <a:uFillTx/>
                  <a:latin typeface="Times New Roman" panose="02020603050405020304" pitchFamily="18" charset="0"/>
                  <a:ea typeface="宋体" panose="02010600030101010101" pitchFamily="2" charset="-122"/>
                  <a:cs typeface="Songti SC"/>
                  <a:sym typeface="Songti SC"/>
                </a:endParaRPr>
              </a:p>
              <a:p>
                <a:pPr lvl="0" indent="914400" algn="just" defTabSz="914400">
                  <a:lnSpc>
                    <a:spcPct val="125000"/>
                  </a:lnSpc>
                  <a:buSzTx/>
                  <a:defRPr/>
                </a:pPr>
                <a:r>
                  <a:rPr lang="en-US" sz="3200" dirty="0">
                    <a:uFillTx/>
                    <a:latin typeface="Times New Roman" panose="02020603050405020304" pitchFamily="18" charset="0"/>
                    <a:ea typeface="宋体" panose="02010600030101010101" pitchFamily="2" charset="-122"/>
                    <a:cs typeface="Songti SC"/>
                    <a:sym typeface="Songti SC"/>
                  </a:rPr>
                  <a:t>               (2)2-范数:</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Songti SC"/>
                      </a:rPr>
                      <m:t>||</m:t>
                    </m:r>
                  </m:oMath>
                </a14:m>
                <a:r>
                  <a:rPr lang="en-US" sz="3200" dirty="0">
                    <a:uFillTx/>
                    <a:latin typeface="Times New Roman" panose="02020603050405020304" pitchFamily="18" charset="0"/>
                    <a:ea typeface="宋体" panose="02010600030101010101" pitchFamily="2" charset="-122"/>
                    <a:cs typeface="Songti SC"/>
                    <a:sym typeface="Songti SC"/>
                  </a:rPr>
                  <a:t>x</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Songti SC"/>
                      </a:rPr>
                      <m:t>||</m:t>
                    </m:r>
                  </m:oMath>
                </a14:m>
                <a:r>
                  <a:rPr lang="en-US" sz="3200" dirty="0">
                    <a:uFillTx/>
                    <a:latin typeface="Times New Roman" panose="02020603050405020304" pitchFamily="18" charset="0"/>
                    <a:ea typeface="宋体" panose="02010600030101010101" pitchFamily="2" charset="-122"/>
                    <a:cs typeface="Songti SC"/>
                    <a:sym typeface="Songti SC"/>
                  </a:rPr>
                  <a:t>₂=√(Σxᵢ²)；</a:t>
                </a:r>
                <a:endParaRPr lang="en-US" sz="3200" dirty="0">
                  <a:uFillTx/>
                  <a:latin typeface="Times New Roman" panose="02020603050405020304" pitchFamily="18" charset="0"/>
                  <a:ea typeface="宋体" panose="02010600030101010101" pitchFamily="2" charset="-122"/>
                  <a:cs typeface="Songti SC"/>
                  <a:sym typeface="Songti SC"/>
                </a:endParaRPr>
              </a:p>
              <a:p>
                <a:pPr lvl="0" indent="914400" algn="just" defTabSz="914400">
                  <a:lnSpc>
                    <a:spcPct val="125000"/>
                  </a:lnSpc>
                  <a:buSzTx/>
                  <a:defRPr/>
                </a:pPr>
                <a:r>
                  <a:rPr lang="en-US" sz="3200" dirty="0">
                    <a:uFillTx/>
                    <a:latin typeface="Times New Roman" panose="02020603050405020304" pitchFamily="18" charset="0"/>
                    <a:ea typeface="宋体" panose="02010600030101010101" pitchFamily="2" charset="-122"/>
                    <a:cs typeface="Songti SC"/>
                    <a:sym typeface="Songti SC"/>
                  </a:rPr>
                  <a:t>               (3)∞-</a:t>
                </a:r>
                <a:r>
                  <a:rPr lang="en-US" sz="3200" dirty="0">
                    <a:uFillTx/>
                    <a:latin typeface="Times New Roman" panose="02020603050405020304" pitchFamily="18" charset="0"/>
                    <a:ea typeface="宋体" panose="02010600030101010101" pitchFamily="2" charset="-122"/>
                    <a:cs typeface="Songti SC"/>
                    <a:sym typeface="Songti SC"/>
                  </a:rPr>
                  <a:t>范数</a:t>
                </a:r>
                <a:r>
                  <a:rPr lang="en-US" sz="3200" dirty="0">
                    <a:uFillTx/>
                    <a:latin typeface="Times New Roman" panose="02020603050405020304" pitchFamily="18" charset="0"/>
                    <a:ea typeface="宋体" panose="02010600030101010101" pitchFamily="2" charset="-122"/>
                    <a:cs typeface="Songti SC"/>
                    <a:sym typeface="Songti SC"/>
                  </a:rPr>
                  <a:t>:</a:t>
                </a:r>
                <a14:m>
                  <m:oMath xmlns:m="http://schemas.openxmlformats.org/officeDocument/2006/math">
                    <m:sSub>
                      <m:sSubPr>
                        <m:ctrlPr>
                          <a:rPr lang="en-US" sz="3200" dirty="0">
                            <a:uFillTx/>
                            <a:latin typeface="Times New Roman" panose="02020603050405020304" pitchFamily="18" charset="0"/>
                            <a:ea typeface="宋体" panose="02010600030101010101" pitchFamily="2" charset="-122"/>
                            <a:cs typeface="Songti SC"/>
                            <a:sym typeface="Songti SC"/>
                          </a:rPr>
                        </m:ctrlPr>
                      </m:sSubPr>
                      <m:e>
                        <m:r>
                          <a:rPr lang="en-US" sz="3200" dirty="0">
                            <a:uFillTx/>
                            <a:latin typeface="Times New Roman" panose="02020603050405020304" pitchFamily="18" charset="0"/>
                            <a:ea typeface="宋体" panose="02010600030101010101" pitchFamily="2" charset="-122"/>
                            <a:cs typeface="Songti SC"/>
                            <a:sym typeface="Songti SC"/>
                          </a:rPr>
                          <m:t>||</m:t>
                        </m:r>
                        <m:r>
                          <m:rPr>
                            <m:nor/>
                          </m:rPr>
                          <a:rPr lang="en-US" sz="3200" dirty="0">
                            <a:uFillTx/>
                            <a:latin typeface="Times New Roman" panose="02020603050405020304" pitchFamily="18" charset="0"/>
                            <a:ea typeface="宋体" panose="02010600030101010101" pitchFamily="2" charset="-122"/>
                            <a:cs typeface="Songti SC"/>
                            <a:sym typeface="Songti SC"/>
                          </a:rPr>
                          <m:t>x</m:t>
                        </m:r>
                        <m:r>
                          <a:rPr lang="en-US" sz="3200" dirty="0">
                            <a:uFillTx/>
                            <a:latin typeface="Times New Roman" panose="02020603050405020304" pitchFamily="18" charset="0"/>
                            <a:ea typeface="宋体" panose="02010600030101010101" pitchFamily="2" charset="-122"/>
                            <a:cs typeface="Songti SC"/>
                            <a:sym typeface="Songti SC"/>
                          </a:rPr>
                          <m:t>||</m:t>
                        </m:r>
                      </m:e>
                      <m:sub>
                        <m:r>
                          <a:rPr lang="en-US" sz="3200" dirty="0">
                            <a:uFillTx/>
                            <a:latin typeface="Times New Roman" panose="02020603050405020304" pitchFamily="18" charset="0"/>
                            <a:ea typeface="宋体" panose="02010600030101010101" pitchFamily="2" charset="-122"/>
                            <a:cs typeface="Songti SC"/>
                            <a:sym typeface="Songti SC"/>
                          </a:rPr>
                          <m:t>∞</m:t>
                        </m:r>
                      </m:sub>
                    </m:sSub>
                  </m:oMath>
                </a14:m>
                <a:r>
                  <a:rPr lang="en-US" sz="3200" dirty="0">
                    <a:uFillTx/>
                    <a:latin typeface="Times New Roman" panose="02020603050405020304" pitchFamily="18" charset="0"/>
                    <a:ea typeface="宋体" panose="02010600030101010101" pitchFamily="2" charset="-122"/>
                    <a:cs typeface="Songti SC"/>
                    <a:sym typeface="Songti SC"/>
                  </a:rPr>
                  <a:t>=</a:t>
                </a:r>
                <a14:m>
                  <m:oMath xmlns:m="http://schemas.openxmlformats.org/officeDocument/2006/math">
                    <m:func>
                      <m:funcPr>
                        <m:ctrlPr>
                          <a:rPr lang="en-US" sz="3200" dirty="0">
                            <a:uFillTx/>
                            <a:latin typeface="Times New Roman" panose="02020603050405020304" pitchFamily="18" charset="0"/>
                            <a:ea typeface="宋体" panose="02010600030101010101" pitchFamily="2" charset="-122"/>
                            <a:cs typeface="Songti SC"/>
                            <a:sym typeface="Songti SC"/>
                          </a:rPr>
                        </m:ctrlPr>
                      </m:funcPr>
                      <m:fName>
                        <m:limLow>
                          <m:limLowPr>
                            <m:ctrlPr>
                              <a:rPr lang="en-US" sz="3200" dirty="0">
                                <a:uFillTx/>
                                <a:latin typeface="Times New Roman" panose="02020603050405020304" pitchFamily="18" charset="0"/>
                                <a:ea typeface="宋体" panose="02010600030101010101" pitchFamily="2" charset="-122"/>
                                <a:cs typeface="Songti SC"/>
                                <a:sym typeface="Songti SC"/>
                              </a:rPr>
                            </m:ctrlPr>
                          </m:limLowPr>
                          <m:e>
                            <m:r>
                              <a:rPr lang="en-US" sz="3200" dirty="0">
                                <a:uFillTx/>
                                <a:latin typeface="Times New Roman" panose="02020603050405020304" pitchFamily="18" charset="0"/>
                                <a:ea typeface="宋体" panose="02010600030101010101" pitchFamily="2" charset="-122"/>
                                <a:cs typeface="Songti SC"/>
                                <a:sym typeface="Songti SC"/>
                              </a:rPr>
                              <m:t>lim</m:t>
                            </m:r>
                          </m:e>
                          <m:lim>
                            <m:r>
                              <a:rPr lang="en-US" sz="3200" dirty="0">
                                <a:uFillTx/>
                                <a:latin typeface="Times New Roman" panose="02020603050405020304" pitchFamily="18" charset="0"/>
                                <a:ea typeface="宋体" panose="02010600030101010101" pitchFamily="2" charset="-122"/>
                                <a:cs typeface="Songti SC"/>
                                <a:sym typeface="Songti SC"/>
                              </a:rPr>
                              <m:t>p</m:t>
                            </m:r>
                            <m:r>
                              <a:rPr lang="en-US" sz="3200" dirty="0">
                                <a:uFillTx/>
                                <a:latin typeface="Times New Roman" panose="02020603050405020304" pitchFamily="18" charset="0"/>
                                <a:ea typeface="宋体" panose="02010600030101010101" pitchFamily="2" charset="-122"/>
                                <a:cs typeface="Songti SC"/>
                                <a:sym typeface="Songti SC"/>
                              </a:rPr>
                              <m:t>→</m:t>
                            </m:r>
                            <m:r>
                              <a:rPr lang="en-US" sz="3200" dirty="0">
                                <a:uFillTx/>
                                <a:latin typeface="Times New Roman" panose="02020603050405020304" pitchFamily="18" charset="0"/>
                                <a:ea typeface="宋体" panose="02010600030101010101" pitchFamily="2" charset="-122"/>
                                <a:cs typeface="Songti SC"/>
                                <a:sym typeface="Songti SC"/>
                              </a:rPr>
                              <m:t>∞</m:t>
                            </m:r>
                          </m:lim>
                        </m:limLow>
                      </m:fName>
                      <m:e>
                        <m:sSub>
                          <m:sSubPr>
                            <m:ctrlPr>
                              <a:rPr lang="en-US" sz="3200" dirty="0">
                                <a:uFillTx/>
                                <a:latin typeface="Times New Roman" panose="02020603050405020304" pitchFamily="18" charset="0"/>
                                <a:ea typeface="宋体" panose="02010600030101010101" pitchFamily="2" charset="-122"/>
                                <a:cs typeface="Songti SC"/>
                                <a:sym typeface="Songti SC"/>
                              </a:rPr>
                            </m:ctrlPr>
                          </m:sSubPr>
                          <m:e>
                            <m:r>
                              <a:rPr lang="en-US" sz="3200" dirty="0">
                                <a:uFillTx/>
                                <a:latin typeface="Times New Roman" panose="02020603050405020304" pitchFamily="18" charset="0"/>
                                <a:ea typeface="宋体" panose="02010600030101010101" pitchFamily="2" charset="-122"/>
                                <a:cs typeface="Songti SC"/>
                                <a:sym typeface="Songti SC"/>
                              </a:rPr>
                              <m:t>||</m:t>
                            </m:r>
                            <m:r>
                              <m:rPr>
                                <m:nor/>
                              </m:rPr>
                              <a:rPr lang="en-US" sz="3200" dirty="0">
                                <a:uFillTx/>
                                <a:latin typeface="Times New Roman" panose="02020603050405020304" pitchFamily="18" charset="0"/>
                                <a:ea typeface="宋体" panose="02010600030101010101" pitchFamily="2" charset="-122"/>
                                <a:cs typeface="Songti SC"/>
                                <a:sym typeface="Songti SC"/>
                              </a:rPr>
                              <m:t>x</m:t>
                            </m:r>
                            <m:r>
                              <a:rPr lang="en-US" sz="3200" dirty="0">
                                <a:uFillTx/>
                                <a:latin typeface="Times New Roman" panose="02020603050405020304" pitchFamily="18" charset="0"/>
                                <a:ea typeface="宋体" panose="02010600030101010101" pitchFamily="2" charset="-122"/>
                                <a:cs typeface="Songti SC"/>
                                <a:sym typeface="Songti SC"/>
                              </a:rPr>
                              <m:t>||</m:t>
                            </m:r>
                          </m:e>
                          <m:sub>
                            <m:r>
                              <a:rPr lang="en-US" sz="3200" dirty="0">
                                <a:uFillTx/>
                                <a:latin typeface="Times New Roman" panose="02020603050405020304" pitchFamily="18" charset="0"/>
                                <a:ea typeface="宋体" panose="02010600030101010101" pitchFamily="2" charset="-122"/>
                                <a:cs typeface="Songti SC"/>
                                <a:sym typeface="Songti SC"/>
                              </a:rPr>
                              <m:t>p</m:t>
                            </m:r>
                          </m:sub>
                        </m:sSub>
                      </m:e>
                    </m:func>
                  </m:oMath>
                </a14:m>
                <a:r>
                  <a:rPr lang="en-US" sz="3200" dirty="0">
                    <a:uFillTx/>
                    <a:latin typeface="Times New Roman" panose="02020603050405020304" pitchFamily="18" charset="0"/>
                    <a:ea typeface="宋体" panose="02010600030101010101" pitchFamily="2" charset="-122"/>
                    <a:cs typeface="Songti SC"/>
                    <a:sym typeface="Songti SC"/>
                  </a:rPr>
                  <a:t>=max</a:t>
                </a:r>
                <a:r>
                  <a:rPr lang="en-US" sz="3200" dirty="0">
                    <a:uFillTx/>
                    <a:latin typeface="Times New Roman" panose="02020603050405020304" pitchFamily="18" charset="0"/>
                    <a:ea typeface="宋体" panose="02010600030101010101" pitchFamily="2" charset="-122"/>
                    <a:cs typeface="Songti SC"/>
                    <a:sym typeface="Songti SC"/>
                  </a:rPr>
                  <a:t>|x</a:t>
                </a:r>
                <a:r>
                  <a:rPr lang="en-US" sz="3200" dirty="0">
                    <a:uFillTx/>
                    <a:latin typeface="Times New Roman" panose="02020603050405020304" pitchFamily="18" charset="0"/>
                    <a:ea typeface="宋体" panose="02010600030101010101" pitchFamily="2" charset="-122"/>
                    <a:cs typeface="Songti SC"/>
                    <a:sym typeface="Songti SC"/>
                  </a:rPr>
                  <a:t>ᵢ|。</a:t>
                </a:r>
                <a:endParaRPr lang="en-US" sz="3200" dirty="0">
                  <a:uFillTx/>
                  <a:latin typeface="Times New Roman" panose="02020603050405020304" pitchFamily="18" charset="0"/>
                  <a:ea typeface="宋体" panose="02010600030101010101" pitchFamily="2" charset="-122"/>
                  <a:cs typeface="Songti SC"/>
                  <a:sym typeface="Songti SC"/>
                </a:endParaRPr>
              </a:p>
              <a:p>
                <a:pPr lvl="0" indent="914400" algn="just" defTabSz="914400">
                  <a:lnSpc>
                    <a:spcPct val="125000"/>
                  </a:lnSpc>
                  <a:buSzTx/>
                  <a:defRPr/>
                </a:pPr>
                <a:r>
                  <a:rPr lang="en-US" sz="3200" dirty="0">
                    <a:uFillTx/>
                    <a:latin typeface="Times New Roman" panose="02020603050405020304" pitchFamily="18" charset="0"/>
                    <a:ea typeface="宋体" panose="02010600030101010101" pitchFamily="2" charset="-122"/>
                    <a:cs typeface="Songti SC"/>
                    <a:sym typeface="Songti SC"/>
                  </a:rPr>
                  <a:t>格中涉及的范数多为2-范数，对应欧氏距离</a:t>
                </a:r>
                <a:endParaRPr lang="en-US" sz="3200" dirty="0">
                  <a:uFillTx/>
                  <a:latin typeface="Times New Roman" panose="02020603050405020304" pitchFamily="18" charset="0"/>
                  <a:ea typeface="宋体" panose="02010600030101010101" pitchFamily="2" charset="-122"/>
                  <a:cs typeface="Songti SC"/>
                  <a:sym typeface="Songti SC"/>
                </a:endParaRPr>
              </a:p>
              <a:p>
                <a:pPr lvl="0" indent="914400" algn="just" defTabSz="914400">
                  <a:lnSpc>
                    <a:spcPct val="125000"/>
                  </a:lnSpc>
                  <a:buSzTx/>
                  <a:defRPr/>
                </a:pPr>
                <a14:m>
                  <m:oMathPara xmlns:m="http://schemas.openxmlformats.org/officeDocument/2006/math">
                    <m:oMathParaPr>
                      <m:jc m:val="centerGroup"/>
                    </m:oMathParaPr>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mn-ea"/>
                        </a:rPr>
                        <m:t>𝑑𝑖𝑠𝑡</m:t>
                      </m:r>
                      <m:d>
                        <m:dPr>
                          <m:ctrlPr>
                            <a:rPr lang="en-US" sz="3200" dirty="0">
                              <a:uFillTx/>
                              <a:latin typeface="Times New Roman" panose="02020603050405020304" pitchFamily="18" charset="0"/>
                              <a:ea typeface="宋体" panose="02010600030101010101" pitchFamily="2" charset="-122"/>
                              <a:cs typeface="Songti SC"/>
                              <a:sym typeface="+mn-ea"/>
                            </a:rPr>
                          </m:ctrlPr>
                        </m:dPr>
                        <m:e>
                          <m:r>
                            <a:rPr lang="en-US" sz="3200" dirty="0">
                              <a:uFillTx/>
                              <a:latin typeface="Times New Roman" panose="02020603050405020304" pitchFamily="18" charset="0"/>
                              <a:ea typeface="宋体" panose="02010600030101010101" pitchFamily="2" charset="-122"/>
                              <a:cs typeface="Songti SC"/>
                              <a:sym typeface="+mn-ea"/>
                            </a:rPr>
                            <m:t>𝑥</m:t>
                          </m:r>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𝑦</m:t>
                          </m:r>
                        </m:e>
                      </m:d>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m:t>
                      </m:r>
                      <m:r>
                        <m:rPr>
                          <m:lit/>
                        </m:rP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𝑥</m:t>
                      </m:r>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𝑦</m:t>
                      </m:r>
                      <m:r>
                        <a:rPr lang="en-US" sz="3200" dirty="0">
                          <a:uFillTx/>
                          <a:latin typeface="Times New Roman" panose="02020603050405020304" pitchFamily="18" charset="0"/>
                          <a:ea typeface="宋体" panose="02010600030101010101" pitchFamily="2" charset="-122"/>
                          <a:cs typeface="Songti SC"/>
                          <a:sym typeface="+mn-ea"/>
                        </a:rPr>
                        <m:t>|</m:t>
                      </m:r>
                      <m:sSub>
                        <m:sSubPr>
                          <m:ctrlPr>
                            <a:rPr lang="en-US" sz="3200" dirty="0">
                              <a:uFillTx/>
                              <a:latin typeface="Times New Roman" panose="02020603050405020304" pitchFamily="18" charset="0"/>
                              <a:ea typeface="宋体" panose="02010600030101010101" pitchFamily="2" charset="-122"/>
                              <a:cs typeface="Songti SC"/>
                              <a:sym typeface="+mn-ea"/>
                            </a:rPr>
                          </m:ctrlPr>
                        </m:sSubPr>
                        <m:e>
                          <m:r>
                            <m:rPr>
                              <m:lit/>
                            </m:rPr>
                            <a:rPr lang="en-US" sz="3200" dirty="0">
                              <a:uFillTx/>
                              <a:latin typeface="Times New Roman" panose="02020603050405020304" pitchFamily="18" charset="0"/>
                              <a:ea typeface="宋体" panose="02010600030101010101" pitchFamily="2" charset="-122"/>
                              <a:cs typeface="Songti SC"/>
                              <a:sym typeface="+mn-ea"/>
                            </a:rPr>
                            <m:t>|</m:t>
                          </m:r>
                        </m:e>
                        <m:sub>
                          <m:r>
                            <a:rPr lang="en-US" sz="3200" dirty="0">
                              <a:uFillTx/>
                              <a:latin typeface="Times New Roman" panose="02020603050405020304" pitchFamily="18" charset="0"/>
                              <a:ea typeface="宋体" panose="02010600030101010101" pitchFamily="2" charset="-122"/>
                              <a:cs typeface="Songti SC"/>
                              <a:sym typeface="+mn-ea"/>
                            </a:rPr>
                            <m:t>2</m:t>
                          </m:r>
                        </m:sub>
                      </m:sSub>
                      <m:r>
                        <a:rPr lang="en-US" sz="3200" dirty="0">
                          <a:uFillTx/>
                          <a:latin typeface="Times New Roman" panose="02020603050405020304" pitchFamily="18" charset="0"/>
                          <a:ea typeface="宋体" panose="02010600030101010101" pitchFamily="2" charset="-122"/>
                          <a:cs typeface="Songti SC"/>
                          <a:sym typeface="+mn-ea"/>
                        </a:rPr>
                        <m:t>=</m:t>
                      </m:r>
                      <m:rad>
                        <m:radPr>
                          <m:degHide m:val="on"/>
                          <m:ctrlPr>
                            <a:rPr lang="en-US" sz="3200" dirty="0">
                              <a:uFillTx/>
                              <a:latin typeface="Times New Roman" panose="02020603050405020304" pitchFamily="18" charset="0"/>
                              <a:ea typeface="宋体" panose="02010600030101010101" pitchFamily="2" charset="-122"/>
                              <a:cs typeface="Songti SC"/>
                              <a:sym typeface="+mn-ea"/>
                            </a:rPr>
                          </m:ctrlPr>
                        </m:radPr>
                        <m:deg/>
                        <m:e>
                          <m:nary>
                            <m:naryPr>
                              <m:chr m:val="∑"/>
                              <m:ctrlPr>
                                <a:rPr lang="en-US" sz="3200" dirty="0">
                                  <a:uFillTx/>
                                  <a:latin typeface="Times New Roman" panose="02020603050405020304" pitchFamily="18" charset="0"/>
                                  <a:ea typeface="宋体" panose="02010600030101010101" pitchFamily="2" charset="-122"/>
                                  <a:cs typeface="Songti SC"/>
                                  <a:sym typeface="+mn-ea"/>
                                </a:rPr>
                              </m:ctrlPr>
                            </m:naryPr>
                            <m:sub>
                              <m:r>
                                <a:rPr lang="en-US" sz="3200" dirty="0">
                                  <a:uFillTx/>
                                  <a:latin typeface="Times New Roman" panose="02020603050405020304" pitchFamily="18" charset="0"/>
                                  <a:ea typeface="宋体" panose="02010600030101010101" pitchFamily="2" charset="-122"/>
                                  <a:cs typeface="Songti SC"/>
                                  <a:sym typeface="+mn-ea"/>
                                </a:rPr>
                                <m:t>𝑖</m:t>
                              </m:r>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1</m:t>
                              </m:r>
                            </m:sub>
                            <m:sup>
                              <m:r>
                                <a:rPr lang="en-US" sz="3200" dirty="0">
                                  <a:uFillTx/>
                                  <a:latin typeface="Times New Roman" panose="02020603050405020304" pitchFamily="18" charset="0"/>
                                  <a:ea typeface="宋体" panose="02010600030101010101" pitchFamily="2" charset="-122"/>
                                  <a:cs typeface="Songti SC"/>
                                  <a:sym typeface="+mn-ea"/>
                                </a:rPr>
                                <m:t>𝑛</m:t>
                              </m:r>
                            </m:sup>
                            <m:e>
                              <m:sSup>
                                <m:sSupPr>
                                  <m:ctrlPr>
                                    <a:rPr lang="en-US" sz="3200" dirty="0">
                                      <a:uFillTx/>
                                      <a:latin typeface="Times New Roman" panose="02020603050405020304" pitchFamily="18" charset="0"/>
                                      <a:ea typeface="宋体" panose="02010600030101010101" pitchFamily="2" charset="-122"/>
                                      <a:cs typeface="Songti SC"/>
                                      <a:sym typeface="+mn-ea"/>
                                    </a:rPr>
                                  </m:ctrlPr>
                                </m:sSupPr>
                                <m:e>
                                  <m:d>
                                    <m:dPr>
                                      <m:ctrlPr>
                                        <a:rPr lang="en-US" sz="3200" dirty="0">
                                          <a:uFillTx/>
                                          <a:latin typeface="Times New Roman" panose="02020603050405020304" pitchFamily="18" charset="0"/>
                                          <a:ea typeface="宋体" panose="02010600030101010101" pitchFamily="2" charset="-122"/>
                                          <a:cs typeface="Songti SC"/>
                                          <a:sym typeface="+mn-ea"/>
                                        </a:rPr>
                                      </m:ctrlPr>
                                    </m:dPr>
                                    <m:e>
                                      <m:sSub>
                                        <m:sSubPr>
                                          <m:ctrlPr>
                                            <a:rPr lang="en-US" sz="3200" dirty="0">
                                              <a:uFillTx/>
                                              <a:latin typeface="Times New Roman" panose="02020603050405020304" pitchFamily="18" charset="0"/>
                                              <a:ea typeface="宋体" panose="02010600030101010101" pitchFamily="2" charset="-122"/>
                                              <a:cs typeface="Songti SC"/>
                                              <a:sym typeface="+mn-ea"/>
                                            </a:rPr>
                                          </m:ctrlPr>
                                        </m:sSubPr>
                                        <m:e>
                                          <m:r>
                                            <a:rPr lang="en-US" sz="3200" dirty="0">
                                              <a:uFillTx/>
                                              <a:latin typeface="Times New Roman" panose="02020603050405020304" pitchFamily="18" charset="0"/>
                                              <a:ea typeface="宋体" panose="02010600030101010101" pitchFamily="2" charset="-122"/>
                                              <a:cs typeface="Songti SC"/>
                                              <a:sym typeface="+mn-ea"/>
                                            </a:rPr>
                                            <m:t>𝑥</m:t>
                                          </m:r>
                                        </m:e>
                                        <m:sub>
                                          <m:r>
                                            <a:rPr lang="en-US" sz="3200" dirty="0">
                                              <a:uFillTx/>
                                              <a:latin typeface="Times New Roman" panose="02020603050405020304" pitchFamily="18" charset="0"/>
                                              <a:ea typeface="宋体" panose="02010600030101010101" pitchFamily="2" charset="-122"/>
                                              <a:cs typeface="Songti SC"/>
                                              <a:sym typeface="+mn-ea"/>
                                            </a:rPr>
                                            <m:t>𝑖</m:t>
                                          </m:r>
                                        </m:sub>
                                      </m:sSub>
                                      <m:r>
                                        <a:rPr lang="en-US" sz="3200" dirty="0">
                                          <a:uFillTx/>
                                          <a:latin typeface="Times New Roman" panose="02020603050405020304" pitchFamily="18" charset="0"/>
                                          <a:ea typeface="宋体" panose="02010600030101010101" pitchFamily="2" charset="-122"/>
                                          <a:cs typeface="Songti SC"/>
                                          <a:sym typeface="+mn-ea"/>
                                        </a:rPr>
                                        <m:t>−</m:t>
                                      </m:r>
                                      <m:sSub>
                                        <m:sSubPr>
                                          <m:ctrlPr>
                                            <a:rPr lang="en-US" sz="3200" dirty="0">
                                              <a:uFillTx/>
                                              <a:latin typeface="Times New Roman" panose="02020603050405020304" pitchFamily="18" charset="0"/>
                                              <a:ea typeface="宋体" panose="02010600030101010101" pitchFamily="2" charset="-122"/>
                                              <a:cs typeface="Songti SC"/>
                                              <a:sym typeface="+mn-ea"/>
                                            </a:rPr>
                                          </m:ctrlPr>
                                        </m:sSubPr>
                                        <m:e>
                                          <m:r>
                                            <a:rPr lang="en-US" sz="3200" dirty="0">
                                              <a:uFillTx/>
                                              <a:latin typeface="Times New Roman" panose="02020603050405020304" pitchFamily="18" charset="0"/>
                                              <a:ea typeface="宋体" panose="02010600030101010101" pitchFamily="2" charset="-122"/>
                                              <a:cs typeface="Songti SC"/>
                                              <a:sym typeface="+mn-ea"/>
                                            </a:rPr>
                                            <m:t>𝑦</m:t>
                                          </m:r>
                                        </m:e>
                                        <m:sub>
                                          <m:r>
                                            <a:rPr lang="en-US" sz="3200" dirty="0">
                                              <a:uFillTx/>
                                              <a:latin typeface="Times New Roman" panose="02020603050405020304" pitchFamily="18" charset="0"/>
                                              <a:ea typeface="宋体" panose="02010600030101010101" pitchFamily="2" charset="-122"/>
                                              <a:cs typeface="Songti SC"/>
                                              <a:sym typeface="+mn-ea"/>
                                            </a:rPr>
                                            <m:t>𝑖</m:t>
                                          </m:r>
                                        </m:sub>
                                      </m:sSub>
                                    </m:e>
                                  </m:d>
                                </m:e>
                                <m:sup>
                                  <m:r>
                                    <a:rPr lang="en-US" sz="3200" dirty="0">
                                      <a:uFillTx/>
                                      <a:latin typeface="Times New Roman" panose="02020603050405020304" pitchFamily="18" charset="0"/>
                                      <a:ea typeface="宋体" panose="02010600030101010101" pitchFamily="2" charset="-122"/>
                                      <a:cs typeface="Songti SC"/>
                                      <a:sym typeface="+mn-ea"/>
                                    </a:rPr>
                                    <m:t>2</m:t>
                                  </m:r>
                                </m:sup>
                              </m:sSup>
                            </m:e>
                          </m:nary>
                        </m:e>
                      </m:rad>
                      <m:r>
                        <a:rPr lang="en-US" sz="3200" dirty="0">
                          <a:uFillTx/>
                          <a:latin typeface="Times New Roman" panose="02020603050405020304" pitchFamily="18" charset="0"/>
                          <a:ea typeface="宋体" panose="02010600030101010101" pitchFamily="2" charset="-122"/>
                          <a:cs typeface="Songti SC"/>
                          <a:sym typeface="+mn-ea"/>
                        </a:rPr>
                        <m:t>。</m:t>
                      </m:r>
                    </m:oMath>
                  </m:oMathPara>
                </a14:m>
                <a:endParaRPr lang="en-US" sz="3200" dirty="0">
                  <a:uFillTx/>
                  <a:latin typeface="Times New Roman" panose="02020603050405020304" pitchFamily="18" charset="0"/>
                  <a:ea typeface="宋体" panose="02010600030101010101" pitchFamily="2" charset="-122"/>
                  <a:cs typeface="Songti SC"/>
                  <a:sym typeface="+mn-ea"/>
                </a:endParaRPr>
              </a:p>
            </p:txBody>
          </p:sp>
        </mc:Choice>
        <mc:Fallback>
          <p:sp>
            <p:nvSpPr>
              <p:cNvPr id="8" name="AutoShape 8"/>
              <p:cNvSpPr txBox="1">
                <a:spLocks noRot="1" noChangeAspect="1" noMove="1" noResize="1" noEditPoints="1" noAdjustHandles="1" noChangeArrowheads="1" noChangeShapeType="1" noTextEdit="1"/>
              </p:cNvSpPr>
              <p:nvPr/>
            </p:nvSpPr>
            <p:spPr>
              <a:xfrm>
                <a:off x="1606550" y="1651000"/>
                <a:ext cx="14937409" cy="8636000"/>
              </a:xfrm>
              <a:prstGeom prst="rect">
                <a:avLst/>
              </a:prstGeom>
              <a:blipFill rotWithShape="1">
                <a:blip r:embed="rId3"/>
                <a:stretch>
                  <a:fillRect r="2"/>
                </a:stretch>
              </a:blipFill>
              <a:ln w="19050" cap="flat" cmpd="sng">
                <a:noFill/>
                <a:prstDash val="solid"/>
                <a:round/>
              </a:ln>
            </p:spPr>
            <p:txBody>
              <a:bodyPr/>
              <a:lstStyle/>
              <a:p>
                <a:r>
                  <a:rPr lang="zh-CN" altLang="en-US">
                    <a:noFill/>
                  </a:rPr>
                  <a:t> </a:t>
                </a:r>
              </a:p>
            </p:txBody>
          </p:sp>
        </mc:Fallback>
      </mc:AlternateContent>
      <p:sp>
        <p:nvSpPr>
          <p:cNvPr id="9" name="AutoShape 9"/>
          <p:cNvSpPr txBox="1"/>
          <p:nvPr/>
        </p:nvSpPr>
        <p:spPr>
          <a:xfrm>
            <a:off x="15544800" y="9410700"/>
            <a:ext cx="2133600" cy="441325"/>
          </a:xfrm>
          <a:prstGeom prst="rect">
            <a:avLst/>
          </a:prstGeom>
          <a:noFill/>
          <a:ln w="19050" cap="flat" cmpd="sng">
            <a:noFill/>
            <a:prstDash val="solid"/>
            <a:round/>
          </a:ln>
        </p:spPr>
        <p:txBody>
          <a:bodyPr vert="horz" wrap="square" lIns="91440" tIns="45720" rIns="91440" bIns="45720" rtlCol="0" anchor="ctr" anchorCtr="0"/>
          <a:lstStyle/>
          <a:p>
            <a:pPr marL="0" indent="0" algn="r" defTabSz="914400">
              <a:lnSpc>
                <a:spcPct val="100000"/>
              </a:lnSpc>
              <a:defRPr/>
            </a:pPr>
            <a:fld id="{F5BFF4CE-7751-449A-B3C5-2D4A901AB93D}" type="slidenum">
              <a:rPr sz="1400" b="0" i="0" u="none" strike="noStrike">
                <a:solidFill>
                  <a:srgbClr val="FFC000"/>
                </a:solidFill>
                <a:latin typeface="Calibri" panose="020F0502020204030204"/>
                <a:ea typeface="Calibri" panose="020F0502020204030204"/>
                <a:cs typeface="Calibri" panose="020F0502020204030204"/>
                <a:sym typeface="Calibri" panose="020F0502020204030204"/>
              </a:rPr>
            </a:fld>
            <a:endParaRPr lang="en-US" sz="1100"/>
          </a:p>
        </p:txBody>
      </p:sp>
      <p:sp>
        <p:nvSpPr>
          <p:cNvPr id="11" name="AutoShape 35"/>
          <p:cNvSpPr txBox="1"/>
          <p:nvPr/>
        </p:nvSpPr>
        <p:spPr>
          <a:xfrm>
            <a:off x="13694774" y="709652"/>
            <a:ext cx="3700052" cy="369332"/>
          </a:xfrm>
          <a:prstGeom prst="rect">
            <a:avLst/>
          </a:prstGeom>
          <a:noFill/>
          <a:ln w="19050" cap="flat" cmpd="sng">
            <a:noFill/>
            <a:prstDash val="solid"/>
            <a:round/>
          </a:ln>
        </p:spPr>
        <p:txBody>
          <a:bodyPr vert="horz" wrap="none" lIns="91440" tIns="45720" rIns="91440" bIns="45720" rtlCol="0" anchor="t" anchorCtr="0"/>
          <a:lstStyle/>
          <a:p>
            <a:pPr>
              <a:defRPr/>
            </a:pPr>
            <a:r>
              <a:rPr lang="zh-CN" altLang="zh-CN" sz="18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仿宋" panose="02010609060101010101" pitchFamily="49" charset="-122"/>
                <a:ea typeface="仿宋" panose="02010609060101010101" pitchFamily="49" charset="-122"/>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密码学</a:t>
            </a:r>
            <a:r>
              <a:rPr lang="en-US" sz="1800" b="1" i="0" u="none" strike="noStrike" dirty="0">
                <a:solidFill>
                  <a:srgbClr val="1F497D"/>
                </a:solidFill>
                <a:latin typeface="仿宋" panose="02010609060101010101" pitchFamily="49" charset="-122"/>
                <a:ea typeface="仿宋" panose="02010609060101010101" pitchFamily="49" charset="-122"/>
                <a:cs typeface="Zhuque Fangsong"/>
                <a:sym typeface="Zhuque Fangsong"/>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基础理论与应用</a:t>
            </a:r>
            <a:endParaRPr lang="en-US" sz="1100" dirty="0">
              <a:latin typeface="仿宋" panose="02010609060101010101" pitchFamily="49" charset="-122"/>
              <a:ea typeface="仿宋" panose="02010609060101010101" pitchFamily="49" charset="-122"/>
            </a:endParaRPr>
          </a:p>
        </p:txBody>
      </p:sp>
      <p:sp>
        <p:nvSpPr>
          <p:cNvPr id="12" name="TextBox 30"/>
          <p:cNvSpPr txBox="1"/>
          <p:nvPr/>
        </p:nvSpPr>
        <p:spPr>
          <a:xfrm>
            <a:off x="2544842" y="505480"/>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格理论的基本概念</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3" name="TextBox 31"/>
          <p:cNvSpPr txBox="1"/>
          <p:nvPr/>
        </p:nvSpPr>
        <p:spPr>
          <a:xfrm>
            <a:off x="1219200" y="430530"/>
            <a:ext cx="1325880" cy="842645"/>
          </a:xfrm>
          <a:prstGeom prst="rect">
            <a:avLst/>
          </a:prstGeom>
        </p:spPr>
        <p:txBody>
          <a:bodyPr wrap="square" lIns="0" tIns="0" rIns="0" bIns="0" rtlCol="0" anchor="t">
            <a:spAutoFit/>
          </a:bodyPr>
          <a:lstStyle/>
          <a:p>
            <a:pPr lvl="0" algn="ctr">
              <a:lnSpc>
                <a:spcPts val="6575"/>
              </a:lnSpc>
              <a:buSzTx/>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Times New Roman" panose="02020603050405020304" pitchFamily="18" charset="0"/>
                <a:sym typeface="字由文艺黑" panose="00020600040101010101" charset="-122"/>
              </a:rPr>
              <a:t>10.1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Times New Roman" panose="02020603050405020304" pitchFamily="18" charset="0"/>
              <a:sym typeface="字由文艺黑" panose="00020600040101010101"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412090" y="1028700"/>
            <a:ext cx="7800783" cy="275915"/>
          </a:xfrm>
          <a:custGeom>
            <a:avLst/>
            <a:gdLst/>
            <a:ahLst/>
            <a:cxnLst/>
            <a:rect l="l" t="t" r="r" b="b"/>
            <a:pathLst>
              <a:path w="7800783" h="275915">
                <a:moveTo>
                  <a:pt x="137960" y="0"/>
                </a:moveTo>
                <a:lnTo>
                  <a:pt x="7662827" y="0"/>
                </a:lnTo>
                <a:cubicBezTo>
                  <a:pt x="7699414" y="0"/>
                  <a:pt x="7734504" y="14534"/>
                  <a:pt x="7760377" y="40406"/>
                </a:cubicBezTo>
                <a:cubicBezTo>
                  <a:pt x="7786248" y="66279"/>
                  <a:pt x="7800783" y="101369"/>
                  <a:pt x="7800783" y="137959"/>
                </a:cubicBezTo>
                <a:lnTo>
                  <a:pt x="7800783" y="137959"/>
                </a:lnTo>
                <a:cubicBezTo>
                  <a:pt x="7800783" y="174546"/>
                  <a:pt x="7786248" y="209636"/>
                  <a:pt x="7760377" y="235509"/>
                </a:cubicBezTo>
                <a:cubicBezTo>
                  <a:pt x="7734504" y="261380"/>
                  <a:pt x="7699414" y="275915"/>
                  <a:pt x="7662827" y="275915"/>
                </a:cubicBezTo>
                <a:lnTo>
                  <a:pt x="137960" y="275915"/>
                </a:lnTo>
                <a:cubicBezTo>
                  <a:pt x="101369" y="275915"/>
                  <a:pt x="66279" y="261380"/>
                  <a:pt x="40406" y="235509"/>
                </a:cubicBezTo>
                <a:cubicBezTo>
                  <a:pt x="14534" y="209636"/>
                  <a:pt x="0" y="174546"/>
                  <a:pt x="0" y="137959"/>
                </a:cubicBezTo>
                <a:lnTo>
                  <a:pt x="0" y="137959"/>
                </a:lnTo>
                <a:cubicBezTo>
                  <a:pt x="0" y="101369"/>
                  <a:pt x="14534" y="66279"/>
                  <a:pt x="40406" y="40406"/>
                </a:cubicBezTo>
                <a:cubicBezTo>
                  <a:pt x="66279" y="14534"/>
                  <a:pt x="101369" y="0"/>
                  <a:pt x="137960" y="0"/>
                </a:cubicBezTo>
                <a:close/>
              </a:path>
            </a:pathLst>
          </a:custGeom>
          <a:gradFill rotWithShape="1">
            <a:gsLst>
              <a:gs pos="0">
                <a:srgbClr val="DDEEFF">
                  <a:alpha val="100000"/>
                </a:srgbClr>
              </a:gs>
              <a:gs pos="100000">
                <a:srgbClr val="FFFFFF">
                  <a:alpha val="0"/>
                </a:srgbClr>
              </a:gs>
            </a:gsLst>
            <a:lin ang="0"/>
          </a:gradFill>
          <a:ln w="25400" cap="flat" cmpd="sng">
            <a:noFill/>
            <a:prstDash val="solid"/>
            <a:round/>
          </a:ln>
        </p:spPr>
        <p:txBody>
          <a:bodyPr vert="horz" wrap="square" lIns="91440" tIns="45720" rIns="91440" bIns="45720" rtlCol="0" anchor="t" anchorCtr="0"/>
          <a:lstStyle/>
          <a:p>
            <a:pPr algn="l">
              <a:defRPr/>
            </a:pPr>
          </a:p>
        </p:txBody>
      </p:sp>
      <p:pic>
        <p:nvPicPr>
          <p:cNvPr id="5" name="Picture 5"/>
          <p:cNvPicPr>
            <a:picLocks noChangeAspect="1"/>
          </p:cNvPicPr>
          <p:nvPr/>
        </p:nvPicPr>
        <p:blipFill>
          <a:blip r:embed="rId1">
            <a:alphaModFix amt="80000"/>
          </a:blip>
          <a:srcRect/>
          <a:stretch>
            <a:fillRect/>
          </a:stretch>
        </p:blipFill>
        <p:spPr>
          <a:xfrm>
            <a:off x="762000" y="494030"/>
            <a:ext cx="1069975" cy="656590"/>
          </a:xfrm>
          <a:prstGeom prst="rect">
            <a:avLst/>
          </a:prstGeom>
          <a:noFill/>
          <a:ln w="25400" cap="flat" cmpd="sng">
            <a:noFill/>
            <a:prstDash val="solid"/>
            <a:round/>
          </a:ln>
          <a:effectLst>
            <a:outerShdw blurRad="50800" dist="38100" dir="2700000" algn="tl">
              <a:srgbClr val="000000">
                <a:alpha val="40000"/>
              </a:srgbClr>
            </a:outerShdw>
            <a:reflection blurRad="6350" stA="50000" endA="300" endPos="55000" dir="5400000" sy="-100000" algn="bl" rotWithShape="0"/>
          </a:effectLst>
        </p:spPr>
      </p:pic>
      <p:pic>
        <p:nvPicPr>
          <p:cNvPr id="7" name="Picture 7"/>
          <p:cNvPicPr>
            <a:picLocks noChangeAspect="1"/>
          </p:cNvPicPr>
          <p:nvPr/>
        </p:nvPicPr>
        <p:blipFill>
          <a:blip r:embed="rId2"/>
          <a:srcRect/>
          <a:stretch>
            <a:fillRect/>
          </a:stretch>
        </p:blipFill>
        <p:spPr>
          <a:xfrm>
            <a:off x="13772537" y="1102753"/>
            <a:ext cx="2771429" cy="47619"/>
          </a:xfrm>
          <a:prstGeom prst="rect">
            <a:avLst/>
          </a:prstGeom>
          <a:noFill/>
          <a:ln w="25400" cap="flat" cmpd="sng">
            <a:noFill/>
            <a:prstDash val="solid"/>
            <a:round/>
          </a:ln>
        </p:spPr>
      </p:pic>
      <mc:AlternateContent xmlns:mc="http://schemas.openxmlformats.org/markup-compatibility/2006">
        <mc:Choice xmlns:a14="http://schemas.microsoft.com/office/drawing/2010/main" Requires="a14">
          <p:sp>
            <p:nvSpPr>
              <p:cNvPr id="8" name="AutoShape 8"/>
              <p:cNvSpPr txBox="1"/>
              <p:nvPr/>
            </p:nvSpPr>
            <p:spPr>
              <a:xfrm>
                <a:off x="1296987" y="1879707"/>
                <a:ext cx="14937409" cy="6985000"/>
              </a:xfrm>
              <a:prstGeom prst="rect">
                <a:avLst/>
              </a:prstGeom>
              <a:noFill/>
              <a:ln w="19050" cap="flat" cmpd="sng">
                <a:noFill/>
                <a:prstDash val="solid"/>
                <a:round/>
              </a:ln>
            </p:spPr>
            <p:txBody>
              <a:bodyPr vert="horz" wrap="square" lIns="0" tIns="0" rIns="0" bIns="0" rtlCol="0" anchor="t" anchorCtr="0">
                <a:noAutofit/>
              </a:bodyPr>
              <a:lstStyle/>
              <a:p>
                <a:pPr lvl="0" indent="914400" algn="just" defTabSz="914400">
                  <a:lnSpc>
                    <a:spcPct val="125000"/>
                  </a:lnSpc>
                  <a:buSzTx/>
                  <a:defRPr/>
                </a:pPr>
                <a:r>
                  <a:rPr lang="en-US" sz="3200" b="1" dirty="0">
                    <a:uFillTx/>
                    <a:latin typeface="Times New Roman" panose="02020603050405020304" pitchFamily="18" charset="0"/>
                    <a:ea typeface="宋体" panose="02010600030101010101" pitchFamily="2" charset="-122"/>
                    <a:cs typeface="Songti SC"/>
                    <a:sym typeface="Zhuque Fangsong"/>
                  </a:rPr>
                  <a:t>格的两个重要特点</a:t>
                </a:r>
                <a:r>
                  <a:rPr lang="en-US" sz="3200" b="1" dirty="0">
                    <a:uFillTx/>
                    <a:latin typeface="Times New Roman" panose="02020603050405020304" pitchFamily="18" charset="0"/>
                    <a:ea typeface="宋体" panose="02010600030101010101" pitchFamily="2" charset="-122"/>
                    <a:cs typeface="Songti SC"/>
                    <a:sym typeface="Zhuque Fangsong"/>
                  </a:rPr>
                  <a:t>：</a:t>
                </a:r>
                <a:endParaRPr lang="en-US" sz="3200" b="1" dirty="0">
                  <a:uFillTx/>
                  <a:latin typeface="Times New Roman" panose="02020603050405020304" pitchFamily="18" charset="0"/>
                  <a:ea typeface="宋体" panose="02010600030101010101" pitchFamily="2" charset="-122"/>
                  <a:cs typeface="Songti SC"/>
                  <a:sym typeface="Zhuque Fangsong"/>
                </a:endParaRPr>
              </a:p>
              <a:p>
                <a:pPr lvl="0" indent="914400" algn="just" defTabSz="914400">
                  <a:lnSpc>
                    <a:spcPct val="125000"/>
                  </a:lnSpc>
                  <a:buSzTx/>
                  <a:defRPr/>
                </a:pPr>
                <a:r>
                  <a:rPr lang="en-US" sz="3200" dirty="0">
                    <a:uFillTx/>
                    <a:latin typeface="Times New Roman" panose="02020603050405020304" pitchFamily="18" charset="0"/>
                    <a:ea typeface="宋体" panose="02010600030101010101" pitchFamily="2" charset="-122"/>
                    <a:cs typeface="Songti SC"/>
                    <a:sym typeface="Songti SC"/>
                  </a:rPr>
                  <a:t>（1）离散性：</a:t>
                </a:r>
                <a:r>
                  <a:rPr lang="en-US" sz="3200" dirty="0">
                    <a:uFillTx/>
                    <a:latin typeface="Times New Roman" panose="02020603050405020304" pitchFamily="18" charset="0"/>
                    <a:ea typeface="宋体" panose="02010600030101010101" pitchFamily="2" charset="-122"/>
                    <a:cs typeface="Songti SC"/>
                    <a:sym typeface="+mn-ea"/>
                  </a:rPr>
                  <a:t>记</a:t>
                </a:r>
                <a14:m>
                  <m:oMath xmlns:m="http://schemas.openxmlformats.org/officeDocument/2006/math">
                    <m:d>
                      <m:dPr>
                        <m:ctrlPr>
                          <a:rPr lang="en-US" sz="3200" dirty="0">
                            <a:uFillTx/>
                            <a:latin typeface="Times New Roman" panose="02020603050405020304" pitchFamily="18" charset="0"/>
                            <a:ea typeface="宋体" panose="02010600030101010101" pitchFamily="2" charset="-122"/>
                            <a:cs typeface="Songti SC"/>
                            <a:sym typeface="+mn-ea"/>
                          </a:rPr>
                        </m:ctrlPr>
                      </m:dPr>
                      <m:e>
                        <m:sSub>
                          <m:sSubPr>
                            <m:ctrlPr>
                              <a:rPr lang="en-US" sz="3200" dirty="0">
                                <a:uFillTx/>
                                <a:latin typeface="Times New Roman" panose="02020603050405020304" pitchFamily="18" charset="0"/>
                                <a:ea typeface="宋体" panose="02010600030101010101" pitchFamily="2" charset="-122"/>
                                <a:cs typeface="Songti SC"/>
                                <a:sym typeface="+mn-ea"/>
                              </a:rPr>
                            </m:ctrlPr>
                          </m:sSubPr>
                          <m:e>
                            <m:r>
                              <a:rPr lang="en-US" sz="3200" dirty="0">
                                <a:uFillTx/>
                                <a:latin typeface="Times New Roman" panose="02020603050405020304" pitchFamily="18" charset="0"/>
                                <a:ea typeface="宋体" panose="02010600030101010101" pitchFamily="2" charset="-122"/>
                                <a:cs typeface="Songti SC"/>
                                <a:sym typeface="+mn-ea"/>
                              </a:rPr>
                              <m:t>𝒗</m:t>
                            </m:r>
                          </m:e>
                          <m:sub>
                            <m:r>
                              <a:rPr lang="en-US" sz="3200" dirty="0">
                                <a:uFillTx/>
                                <a:latin typeface="Times New Roman" panose="02020603050405020304" pitchFamily="18" charset="0"/>
                                <a:ea typeface="宋体" panose="02010600030101010101" pitchFamily="2" charset="-122"/>
                                <a:cs typeface="Songti SC"/>
                                <a:sym typeface="+mn-ea"/>
                              </a:rPr>
                              <m:t>𝟏</m:t>
                            </m:r>
                          </m:sub>
                        </m:sSub>
                        <m:r>
                          <a:rPr lang="en-US" sz="3200" dirty="0">
                            <a:uFillTx/>
                            <a:latin typeface="Times New Roman" panose="02020603050405020304" pitchFamily="18" charset="0"/>
                            <a:ea typeface="宋体" panose="02010600030101010101" pitchFamily="2" charset="-122"/>
                            <a:cs typeface="Songti SC"/>
                            <a:sym typeface="+mn-ea"/>
                          </a:rPr>
                          <m:t>,</m:t>
                        </m:r>
                        <m:sSub>
                          <m:sSubPr>
                            <m:ctrlPr>
                              <a:rPr lang="en-US" sz="3200" dirty="0">
                                <a:uFillTx/>
                                <a:latin typeface="Times New Roman" panose="02020603050405020304" pitchFamily="18" charset="0"/>
                                <a:ea typeface="宋体" panose="02010600030101010101" pitchFamily="2" charset="-122"/>
                                <a:cs typeface="Songti SC"/>
                                <a:sym typeface="+mn-ea"/>
                              </a:rPr>
                            </m:ctrlPr>
                          </m:sSubPr>
                          <m:e>
                            <m:r>
                              <a:rPr lang="en-US" sz="3200" dirty="0">
                                <a:uFillTx/>
                                <a:latin typeface="Times New Roman" panose="02020603050405020304" pitchFamily="18" charset="0"/>
                                <a:ea typeface="宋体" panose="02010600030101010101" pitchFamily="2" charset="-122"/>
                                <a:cs typeface="Songti SC"/>
                                <a:sym typeface="+mn-ea"/>
                              </a:rPr>
                              <m:t>𝒗</m:t>
                            </m:r>
                          </m:e>
                          <m:sub>
                            <m:r>
                              <a:rPr lang="en-US" sz="3200" dirty="0">
                                <a:uFillTx/>
                                <a:latin typeface="Times New Roman" panose="02020603050405020304" pitchFamily="18" charset="0"/>
                                <a:ea typeface="宋体" panose="02010600030101010101" pitchFamily="2" charset="-122"/>
                                <a:cs typeface="Songti SC"/>
                                <a:sym typeface="+mn-ea"/>
                              </a:rPr>
                              <m:t>𝟐</m:t>
                            </m:r>
                          </m:sub>
                        </m:sSub>
                        <m:r>
                          <a:rPr lang="en-US" sz="3200" dirty="0">
                            <a:uFillTx/>
                            <a:latin typeface="Times New Roman" panose="02020603050405020304" pitchFamily="18" charset="0"/>
                            <a:ea typeface="宋体" panose="02010600030101010101" pitchFamily="2" charset="-122"/>
                            <a:cs typeface="Songti SC"/>
                            <a:sym typeface="+mn-ea"/>
                          </a:rPr>
                          <m:t>,…,</m:t>
                        </m:r>
                        <m:sSub>
                          <m:sSubPr>
                            <m:ctrlPr>
                              <a:rPr lang="en-US" sz="3200" dirty="0">
                                <a:uFillTx/>
                                <a:latin typeface="Times New Roman" panose="02020603050405020304" pitchFamily="18" charset="0"/>
                                <a:ea typeface="宋体" panose="02010600030101010101" pitchFamily="2" charset="-122"/>
                                <a:cs typeface="Songti SC"/>
                                <a:sym typeface="+mn-ea"/>
                              </a:rPr>
                            </m:ctrlPr>
                          </m:sSubPr>
                          <m:e>
                            <m:r>
                              <a:rPr lang="en-US" sz="3200" dirty="0">
                                <a:uFillTx/>
                                <a:latin typeface="Times New Roman" panose="02020603050405020304" pitchFamily="18" charset="0"/>
                                <a:ea typeface="宋体" panose="02010600030101010101" pitchFamily="2" charset="-122"/>
                                <a:cs typeface="Songti SC"/>
                                <a:sym typeface="+mn-ea"/>
                              </a:rPr>
                              <m:t>𝒗</m:t>
                            </m:r>
                          </m:e>
                          <m:sub>
                            <m:r>
                              <a:rPr lang="en-US" sz="3200" dirty="0">
                                <a:uFillTx/>
                                <a:latin typeface="Times New Roman" panose="02020603050405020304" pitchFamily="18" charset="0"/>
                                <a:ea typeface="宋体" panose="02010600030101010101" pitchFamily="2" charset="-122"/>
                                <a:cs typeface="Songti SC"/>
                                <a:sym typeface="+mn-ea"/>
                              </a:rPr>
                              <m:t>𝒎</m:t>
                            </m:r>
                          </m:sub>
                        </m:sSub>
                      </m:e>
                    </m:d>
                  </m:oMath>
                </a14:m>
                <a:r>
                  <a:rPr lang="en-US" sz="3200" dirty="0">
                    <a:uFillTx/>
                    <a:latin typeface="Times New Roman" panose="02020603050405020304" pitchFamily="18" charset="0"/>
                    <a:ea typeface="宋体" panose="02010600030101010101" pitchFamily="2" charset="-122"/>
                    <a:cs typeface="Songti SC"/>
                    <a:sym typeface="+mn-ea"/>
                  </a:rPr>
                  <a:t>生成的实空间为</a:t>
                </a:r>
                <a:endParaRPr lang="en-US" sz="3200" dirty="0">
                  <a:uFillTx/>
                  <a:latin typeface="Times New Roman" panose="02020603050405020304" pitchFamily="18" charset="0"/>
                  <a:ea typeface="宋体" panose="02010600030101010101" pitchFamily="2" charset="-122"/>
                  <a:cs typeface="Songti SC"/>
                  <a:sym typeface="+mn-ea"/>
                </a:endParaRPr>
              </a:p>
              <a:p>
                <a:pPr lvl="0" indent="914400" algn="just" defTabSz="914400">
                  <a:lnSpc>
                    <a:spcPct val="125000"/>
                  </a:lnSpc>
                  <a:buSzTx/>
                  <a:defRPr/>
                </a:pPr>
                <a14:m>
                  <m:oMathPara xmlns:m="http://schemas.openxmlformats.org/officeDocument/2006/math">
                    <m:oMathParaPr>
                      <m:jc m:val="centerGroup"/>
                    </m:oMathParaPr>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mn-ea"/>
                        </a:rPr>
                        <m:t>𝑠𝑝𝑎𝑛</m:t>
                      </m:r>
                      <m:d>
                        <m:dPr>
                          <m:ctrlPr>
                            <a:rPr lang="en-US" sz="3200" dirty="0">
                              <a:uFillTx/>
                              <a:latin typeface="Times New Roman" panose="02020603050405020304" pitchFamily="18" charset="0"/>
                              <a:ea typeface="宋体" panose="02010600030101010101" pitchFamily="2" charset="-122"/>
                              <a:cs typeface="Songti SC"/>
                              <a:sym typeface="+mn-ea"/>
                            </a:rPr>
                          </m:ctrlPr>
                        </m:dPr>
                        <m:e>
                          <m:sSub>
                            <m:sSubPr>
                              <m:ctrlPr>
                                <a:rPr lang="en-US" sz="3200" dirty="0">
                                  <a:uFillTx/>
                                  <a:latin typeface="Times New Roman" panose="02020603050405020304" pitchFamily="18" charset="0"/>
                                  <a:ea typeface="宋体" panose="02010600030101010101" pitchFamily="2" charset="-122"/>
                                  <a:cs typeface="Songti SC"/>
                                  <a:sym typeface="+mn-ea"/>
                                </a:rPr>
                              </m:ctrlPr>
                            </m:sSubPr>
                            <m:e>
                              <m:r>
                                <a:rPr lang="en-US" sz="3200" dirty="0">
                                  <a:uFillTx/>
                                  <a:latin typeface="Times New Roman" panose="02020603050405020304" pitchFamily="18" charset="0"/>
                                  <a:ea typeface="宋体" panose="02010600030101010101" pitchFamily="2" charset="-122"/>
                                  <a:cs typeface="Songti SC"/>
                                  <a:sym typeface="+mn-ea"/>
                                </a:rPr>
                                <m:t>𝒗</m:t>
                              </m:r>
                            </m:e>
                            <m:sub>
                              <m:r>
                                <a:rPr lang="en-US" sz="3200" dirty="0">
                                  <a:uFillTx/>
                                  <a:latin typeface="Times New Roman" panose="02020603050405020304" pitchFamily="18" charset="0"/>
                                  <a:ea typeface="宋体" panose="02010600030101010101" pitchFamily="2" charset="-122"/>
                                  <a:cs typeface="Songti SC"/>
                                  <a:sym typeface="+mn-ea"/>
                                </a:rPr>
                                <m:t>𝟏</m:t>
                              </m:r>
                            </m:sub>
                          </m:sSub>
                          <m:r>
                            <a:rPr lang="en-US" sz="3200" dirty="0">
                              <a:uFillTx/>
                              <a:latin typeface="Times New Roman" panose="02020603050405020304" pitchFamily="18" charset="0"/>
                              <a:ea typeface="宋体" panose="02010600030101010101" pitchFamily="2" charset="-122"/>
                              <a:cs typeface="Songti SC"/>
                              <a:sym typeface="+mn-ea"/>
                            </a:rPr>
                            <m:t>,</m:t>
                          </m:r>
                          <m:sSub>
                            <m:sSubPr>
                              <m:ctrlPr>
                                <a:rPr lang="en-US" sz="3200" dirty="0">
                                  <a:uFillTx/>
                                  <a:latin typeface="Times New Roman" panose="02020603050405020304" pitchFamily="18" charset="0"/>
                                  <a:ea typeface="宋体" panose="02010600030101010101" pitchFamily="2" charset="-122"/>
                                  <a:cs typeface="Songti SC"/>
                                  <a:sym typeface="+mn-ea"/>
                                </a:rPr>
                              </m:ctrlPr>
                            </m:sSubPr>
                            <m:e>
                              <m:r>
                                <a:rPr lang="en-US" sz="3200" dirty="0">
                                  <a:uFillTx/>
                                  <a:latin typeface="Times New Roman" panose="02020603050405020304" pitchFamily="18" charset="0"/>
                                  <a:ea typeface="宋体" panose="02010600030101010101" pitchFamily="2" charset="-122"/>
                                  <a:cs typeface="Songti SC"/>
                                  <a:sym typeface="+mn-ea"/>
                                </a:rPr>
                                <m:t>𝒗</m:t>
                              </m:r>
                            </m:e>
                            <m:sub>
                              <m:r>
                                <a:rPr lang="en-US" sz="3200" dirty="0">
                                  <a:uFillTx/>
                                  <a:latin typeface="Times New Roman" panose="02020603050405020304" pitchFamily="18" charset="0"/>
                                  <a:ea typeface="宋体" panose="02010600030101010101" pitchFamily="2" charset="-122"/>
                                  <a:cs typeface="Songti SC"/>
                                  <a:sym typeface="+mn-ea"/>
                                </a:rPr>
                                <m:t>𝟐</m:t>
                              </m:r>
                            </m:sub>
                          </m:sSub>
                          <m:r>
                            <a:rPr lang="en-US" sz="3200" dirty="0">
                              <a:uFillTx/>
                              <a:latin typeface="Times New Roman" panose="02020603050405020304" pitchFamily="18" charset="0"/>
                              <a:ea typeface="宋体" panose="02010600030101010101" pitchFamily="2" charset="-122"/>
                              <a:cs typeface="Songti SC"/>
                              <a:sym typeface="+mn-ea"/>
                            </a:rPr>
                            <m:t>,…,</m:t>
                          </m:r>
                          <m:sSub>
                            <m:sSubPr>
                              <m:ctrlPr>
                                <a:rPr lang="en-US" sz="3200" dirty="0">
                                  <a:uFillTx/>
                                  <a:latin typeface="Times New Roman" panose="02020603050405020304" pitchFamily="18" charset="0"/>
                                  <a:ea typeface="宋体" panose="02010600030101010101" pitchFamily="2" charset="-122"/>
                                  <a:cs typeface="Songti SC"/>
                                  <a:sym typeface="+mn-ea"/>
                                </a:rPr>
                              </m:ctrlPr>
                            </m:sSubPr>
                            <m:e>
                              <m:r>
                                <a:rPr lang="en-US" sz="3200" dirty="0">
                                  <a:uFillTx/>
                                  <a:latin typeface="Times New Roman" panose="02020603050405020304" pitchFamily="18" charset="0"/>
                                  <a:ea typeface="宋体" panose="02010600030101010101" pitchFamily="2" charset="-122"/>
                                  <a:cs typeface="Songti SC"/>
                                  <a:sym typeface="+mn-ea"/>
                                </a:rPr>
                                <m:t>𝒗</m:t>
                              </m:r>
                            </m:e>
                            <m:sub>
                              <m:r>
                                <a:rPr lang="en-US" sz="3200" dirty="0">
                                  <a:uFillTx/>
                                  <a:latin typeface="Times New Roman" panose="02020603050405020304" pitchFamily="18" charset="0"/>
                                  <a:ea typeface="宋体" panose="02010600030101010101" pitchFamily="2" charset="-122"/>
                                  <a:cs typeface="Songti SC"/>
                                  <a:sym typeface="+mn-ea"/>
                                </a:rPr>
                                <m:t>𝒎</m:t>
                              </m:r>
                            </m:sub>
                          </m:sSub>
                        </m:e>
                      </m:d>
                      <m:r>
                        <a:rPr lang="en-US" sz="3200" dirty="0">
                          <a:uFillTx/>
                          <a:latin typeface="Times New Roman" panose="02020603050405020304" pitchFamily="18" charset="0"/>
                          <a:ea typeface="宋体" panose="02010600030101010101" pitchFamily="2" charset="-122"/>
                          <a:cs typeface="Songti SC"/>
                          <a:sym typeface="+mn-ea"/>
                        </a:rPr>
                        <m:t>=</m:t>
                      </m:r>
                      <m:nary>
                        <m:naryPr>
                          <m:chr m:val="∑"/>
                          <m:ctrlPr>
                            <a:rPr lang="en-US" sz="3200" dirty="0">
                              <a:uFillTx/>
                              <a:latin typeface="Times New Roman" panose="02020603050405020304" pitchFamily="18" charset="0"/>
                              <a:ea typeface="宋体" panose="02010600030101010101" pitchFamily="2" charset="-122"/>
                              <a:cs typeface="Songti SC"/>
                              <a:sym typeface="+mn-ea"/>
                            </a:rPr>
                          </m:ctrlPr>
                        </m:naryPr>
                        <m:sub>
                          <m:r>
                            <a:rPr lang="en-US" sz="3200" dirty="0">
                              <a:uFillTx/>
                              <a:latin typeface="Times New Roman" panose="02020603050405020304" pitchFamily="18" charset="0"/>
                              <a:ea typeface="宋体" panose="02010600030101010101" pitchFamily="2" charset="-122"/>
                              <a:cs typeface="Songti SC"/>
                              <a:sym typeface="+mn-ea"/>
                            </a:rPr>
                            <m:t>i</m:t>
                          </m:r>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1</m:t>
                          </m:r>
                        </m:sub>
                        <m:sup>
                          <m:r>
                            <a:rPr lang="en-US" sz="3200" dirty="0">
                              <a:uFillTx/>
                              <a:latin typeface="Times New Roman" panose="02020603050405020304" pitchFamily="18" charset="0"/>
                              <a:ea typeface="宋体" panose="02010600030101010101" pitchFamily="2" charset="-122"/>
                              <a:cs typeface="Songti SC"/>
                              <a:sym typeface="+mn-ea"/>
                            </a:rPr>
                            <m:t>m</m:t>
                          </m:r>
                        </m:sup>
                        <m:e>
                          <m:sSub>
                            <m:sSubPr>
                              <m:ctrlPr>
                                <a:rPr lang="en-US" sz="3200" dirty="0">
                                  <a:uFillTx/>
                                  <a:latin typeface="Times New Roman" panose="02020603050405020304" pitchFamily="18" charset="0"/>
                                  <a:ea typeface="宋体" panose="02010600030101010101" pitchFamily="2" charset="-122"/>
                                  <a:cs typeface="Songti SC"/>
                                  <a:sym typeface="+mn-ea"/>
                                </a:rPr>
                              </m:ctrlPr>
                            </m:sSubPr>
                            <m:e>
                              <m:sSub>
                                <m:sSubPr>
                                  <m:ctrlPr>
                                    <a:rPr lang="en-US" sz="3200" dirty="0">
                                      <a:uFillTx/>
                                      <a:latin typeface="Times New Roman" panose="02020603050405020304" pitchFamily="18" charset="0"/>
                                      <a:ea typeface="宋体" panose="02010600030101010101" pitchFamily="2" charset="-122"/>
                                      <a:cs typeface="Songti SC"/>
                                      <a:sym typeface="+mn-ea"/>
                                    </a:rPr>
                                  </m:ctrlPr>
                                </m:sSubPr>
                                <m:e>
                                  <m:r>
                                    <a:rPr lang="en-US" sz="3200" dirty="0">
                                      <a:uFillTx/>
                                      <a:latin typeface="Times New Roman" panose="02020603050405020304" pitchFamily="18" charset="0"/>
                                      <a:ea typeface="宋体" panose="02010600030101010101" pitchFamily="2" charset="-122"/>
                                      <a:cs typeface="Songti SC"/>
                                      <a:sym typeface="+mn-ea"/>
                                    </a:rPr>
                                    <m:t>a</m:t>
                                  </m:r>
                                </m:e>
                                <m:sub>
                                  <m:r>
                                    <a:rPr lang="en-US" sz="3200" dirty="0">
                                      <a:uFillTx/>
                                      <a:latin typeface="Times New Roman" panose="02020603050405020304" pitchFamily="18" charset="0"/>
                                      <a:ea typeface="宋体" panose="02010600030101010101" pitchFamily="2" charset="-122"/>
                                      <a:cs typeface="Songti SC"/>
                                      <a:sym typeface="+mn-ea"/>
                                    </a:rPr>
                                    <m:t>i</m:t>
                                  </m:r>
                                </m:sub>
                              </m:sSub>
                              <m:r>
                                <a:rPr lang="en-US" sz="3200" dirty="0">
                                  <a:uFillTx/>
                                  <a:latin typeface="Times New Roman" panose="02020603050405020304" pitchFamily="18" charset="0"/>
                                  <a:ea typeface="宋体" panose="02010600030101010101" pitchFamily="2" charset="-122"/>
                                  <a:cs typeface="Songti SC"/>
                                  <a:sym typeface="+mn-ea"/>
                                </a:rPr>
                                <m:t>𝒗</m:t>
                              </m:r>
                            </m:e>
                            <m:sub>
                              <m:r>
                                <a:rPr lang="en-US" sz="3200" dirty="0">
                                  <a:uFillTx/>
                                  <a:latin typeface="Times New Roman" panose="02020603050405020304" pitchFamily="18" charset="0"/>
                                  <a:ea typeface="宋体" panose="02010600030101010101" pitchFamily="2" charset="-122"/>
                                  <a:cs typeface="Songti SC"/>
                                  <a:sym typeface="+mn-ea"/>
                                </a:rPr>
                                <m:t>i</m:t>
                              </m:r>
                            </m:sub>
                          </m:sSub>
                        </m:e>
                      </m:nary>
                    </m:oMath>
                  </m:oMathPara>
                </a14:m>
                <a:endParaRPr lang="en-US" sz="3200" dirty="0">
                  <a:uFillTx/>
                  <a:latin typeface="Times New Roman" panose="02020603050405020304" pitchFamily="18" charset="0"/>
                  <a:ea typeface="宋体" panose="02010600030101010101" pitchFamily="2" charset="-122"/>
                  <a:cs typeface="Songti SC"/>
                  <a:sym typeface="+mn-ea"/>
                </a:endParaRPr>
              </a:p>
              <a:p>
                <a:pPr lvl="0" indent="914400" algn="just" defTabSz="914400">
                  <a:lnSpc>
                    <a:spcPct val="125000"/>
                  </a:lnSpc>
                  <a:buSzTx/>
                  <a:defRPr/>
                </a:pPr>
                <a:r>
                  <a:rPr lang="en-US" sz="3200" dirty="0">
                    <a:uFillTx/>
                    <a:latin typeface="Times New Roman" panose="02020603050405020304" pitchFamily="18" charset="0"/>
                    <a:ea typeface="宋体" panose="02010600030101010101" pitchFamily="2" charset="-122"/>
                    <a:cs typeface="Songti SC"/>
                    <a:sym typeface="+mn-ea"/>
                  </a:rPr>
                  <a:t>则</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mn-ea"/>
                      </a:rPr>
                      <m:t>𝐿</m:t>
                    </m:r>
                    <m:d>
                      <m:dPr>
                        <m:ctrlPr>
                          <a:rPr lang="en-US" sz="3200" dirty="0">
                            <a:uFillTx/>
                            <a:latin typeface="Times New Roman" panose="02020603050405020304" pitchFamily="18" charset="0"/>
                            <a:ea typeface="宋体" panose="02010600030101010101" pitchFamily="2" charset="-122"/>
                            <a:cs typeface="Songti SC"/>
                            <a:sym typeface="+mn-ea"/>
                          </a:rPr>
                        </m:ctrlPr>
                      </m:dPr>
                      <m:e>
                        <m:sSub>
                          <m:sSubPr>
                            <m:ctrlPr>
                              <a:rPr lang="en-US" sz="3200" dirty="0">
                                <a:uFillTx/>
                                <a:latin typeface="Times New Roman" panose="02020603050405020304" pitchFamily="18" charset="0"/>
                                <a:ea typeface="宋体" panose="02010600030101010101" pitchFamily="2" charset="-122"/>
                                <a:cs typeface="Songti SC"/>
                                <a:sym typeface="+mn-ea"/>
                              </a:rPr>
                            </m:ctrlPr>
                          </m:sSubPr>
                          <m:e>
                            <m:r>
                              <a:rPr lang="en-US" sz="3200" dirty="0">
                                <a:uFillTx/>
                                <a:latin typeface="Times New Roman" panose="02020603050405020304" pitchFamily="18" charset="0"/>
                                <a:ea typeface="宋体" panose="02010600030101010101" pitchFamily="2" charset="-122"/>
                                <a:cs typeface="Songti SC"/>
                                <a:sym typeface="+mn-ea"/>
                              </a:rPr>
                              <m:t>𝒗</m:t>
                            </m:r>
                          </m:e>
                          <m:sub>
                            <m:r>
                              <a:rPr lang="en-US" sz="3200" dirty="0">
                                <a:uFillTx/>
                                <a:latin typeface="Times New Roman" panose="02020603050405020304" pitchFamily="18" charset="0"/>
                                <a:ea typeface="宋体" panose="02010600030101010101" pitchFamily="2" charset="-122"/>
                                <a:cs typeface="Songti SC"/>
                                <a:sym typeface="+mn-ea"/>
                              </a:rPr>
                              <m:t>𝟏</m:t>
                            </m:r>
                          </m:sub>
                        </m:sSub>
                        <m:r>
                          <a:rPr lang="en-US" sz="3200" dirty="0">
                            <a:uFillTx/>
                            <a:latin typeface="Times New Roman" panose="02020603050405020304" pitchFamily="18" charset="0"/>
                            <a:ea typeface="宋体" panose="02010600030101010101" pitchFamily="2" charset="-122"/>
                            <a:cs typeface="Songti SC"/>
                            <a:sym typeface="+mn-ea"/>
                          </a:rPr>
                          <m:t>,</m:t>
                        </m:r>
                        <m:sSub>
                          <m:sSubPr>
                            <m:ctrlPr>
                              <a:rPr lang="en-US" sz="3200" dirty="0">
                                <a:uFillTx/>
                                <a:latin typeface="Times New Roman" panose="02020603050405020304" pitchFamily="18" charset="0"/>
                                <a:ea typeface="宋体" panose="02010600030101010101" pitchFamily="2" charset="-122"/>
                                <a:cs typeface="Songti SC"/>
                                <a:sym typeface="+mn-ea"/>
                              </a:rPr>
                            </m:ctrlPr>
                          </m:sSubPr>
                          <m:e>
                            <m:r>
                              <a:rPr lang="en-US" sz="3200" dirty="0">
                                <a:uFillTx/>
                                <a:latin typeface="Times New Roman" panose="02020603050405020304" pitchFamily="18" charset="0"/>
                                <a:ea typeface="宋体" panose="02010600030101010101" pitchFamily="2" charset="-122"/>
                                <a:cs typeface="Songti SC"/>
                                <a:sym typeface="+mn-ea"/>
                              </a:rPr>
                              <m:t>𝒗</m:t>
                            </m:r>
                          </m:e>
                          <m:sub>
                            <m:r>
                              <a:rPr lang="en-US" sz="3200" dirty="0">
                                <a:uFillTx/>
                                <a:latin typeface="Times New Roman" panose="02020603050405020304" pitchFamily="18" charset="0"/>
                                <a:ea typeface="宋体" panose="02010600030101010101" pitchFamily="2" charset="-122"/>
                                <a:cs typeface="Songti SC"/>
                                <a:sym typeface="+mn-ea"/>
                              </a:rPr>
                              <m:t>𝟐</m:t>
                            </m:r>
                          </m:sub>
                        </m:sSub>
                        <m:r>
                          <a:rPr lang="en-US" sz="3200" dirty="0">
                            <a:uFillTx/>
                            <a:latin typeface="Times New Roman" panose="02020603050405020304" pitchFamily="18" charset="0"/>
                            <a:ea typeface="宋体" panose="02010600030101010101" pitchFamily="2" charset="-122"/>
                            <a:cs typeface="Songti SC"/>
                            <a:sym typeface="+mn-ea"/>
                          </a:rPr>
                          <m:t>,…,</m:t>
                        </m:r>
                        <m:sSub>
                          <m:sSubPr>
                            <m:ctrlPr>
                              <a:rPr lang="en-US" sz="3200" dirty="0">
                                <a:uFillTx/>
                                <a:latin typeface="Times New Roman" panose="02020603050405020304" pitchFamily="18" charset="0"/>
                                <a:ea typeface="宋体" panose="02010600030101010101" pitchFamily="2" charset="-122"/>
                                <a:cs typeface="Songti SC"/>
                                <a:sym typeface="+mn-ea"/>
                              </a:rPr>
                            </m:ctrlPr>
                          </m:sSubPr>
                          <m:e>
                            <m:r>
                              <a:rPr lang="en-US" sz="3200" dirty="0">
                                <a:uFillTx/>
                                <a:latin typeface="Times New Roman" panose="02020603050405020304" pitchFamily="18" charset="0"/>
                                <a:ea typeface="宋体" panose="02010600030101010101" pitchFamily="2" charset="-122"/>
                                <a:cs typeface="Songti SC"/>
                                <a:sym typeface="+mn-ea"/>
                              </a:rPr>
                              <m:t>𝒗</m:t>
                            </m:r>
                          </m:e>
                          <m:sub>
                            <m:r>
                              <a:rPr lang="en-US" sz="3200" dirty="0">
                                <a:uFillTx/>
                                <a:latin typeface="Times New Roman" panose="02020603050405020304" pitchFamily="18" charset="0"/>
                                <a:ea typeface="宋体" panose="02010600030101010101" pitchFamily="2" charset="-122"/>
                                <a:cs typeface="Songti SC"/>
                                <a:sym typeface="+mn-ea"/>
                              </a:rPr>
                              <m:t>𝒎</m:t>
                            </m:r>
                          </m:sub>
                        </m:sSub>
                      </m:e>
                    </m:d>
                  </m:oMath>
                </a14:m>
                <a:r>
                  <a:rPr lang="en-US" sz="3200" dirty="0">
                    <a:uFillTx/>
                    <a:latin typeface="Times New Roman" panose="02020603050405020304" pitchFamily="18" charset="0"/>
                    <a:ea typeface="宋体" panose="02010600030101010101" pitchFamily="2" charset="-122"/>
                    <a:cs typeface="Songti SC"/>
                    <a:sym typeface="+mn-ea"/>
                  </a:rPr>
                  <a:t>仅仅是</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mn-ea"/>
                      </a:rPr>
                      <m:t>𝑠𝑝𝑎𝑛</m:t>
                    </m:r>
                    <m:d>
                      <m:dPr>
                        <m:ctrlPr>
                          <a:rPr lang="en-US" sz="3200" dirty="0">
                            <a:uFillTx/>
                            <a:latin typeface="Times New Roman" panose="02020603050405020304" pitchFamily="18" charset="0"/>
                            <a:ea typeface="宋体" panose="02010600030101010101" pitchFamily="2" charset="-122"/>
                            <a:cs typeface="Songti SC"/>
                            <a:sym typeface="+mn-ea"/>
                          </a:rPr>
                        </m:ctrlPr>
                      </m:dPr>
                      <m:e>
                        <m:sSub>
                          <m:sSubPr>
                            <m:ctrlPr>
                              <a:rPr lang="en-US" sz="3200" dirty="0">
                                <a:uFillTx/>
                                <a:latin typeface="Times New Roman" panose="02020603050405020304" pitchFamily="18" charset="0"/>
                                <a:ea typeface="宋体" panose="02010600030101010101" pitchFamily="2" charset="-122"/>
                                <a:cs typeface="Songti SC"/>
                                <a:sym typeface="+mn-ea"/>
                              </a:rPr>
                            </m:ctrlPr>
                          </m:sSubPr>
                          <m:e>
                            <m:r>
                              <a:rPr lang="en-US" sz="3200" dirty="0">
                                <a:uFillTx/>
                                <a:latin typeface="Times New Roman" panose="02020603050405020304" pitchFamily="18" charset="0"/>
                                <a:ea typeface="宋体" panose="02010600030101010101" pitchFamily="2" charset="-122"/>
                                <a:cs typeface="Songti SC"/>
                                <a:sym typeface="+mn-ea"/>
                              </a:rPr>
                              <m:t>𝒗</m:t>
                            </m:r>
                          </m:e>
                          <m:sub>
                            <m:r>
                              <a:rPr lang="en-US" sz="3200" dirty="0">
                                <a:uFillTx/>
                                <a:latin typeface="Times New Roman" panose="02020603050405020304" pitchFamily="18" charset="0"/>
                                <a:ea typeface="宋体" panose="02010600030101010101" pitchFamily="2" charset="-122"/>
                                <a:cs typeface="Songti SC"/>
                                <a:sym typeface="+mn-ea"/>
                              </a:rPr>
                              <m:t>𝟏</m:t>
                            </m:r>
                          </m:sub>
                        </m:sSub>
                        <m:r>
                          <a:rPr lang="en-US" sz="3200" dirty="0">
                            <a:uFillTx/>
                            <a:latin typeface="Times New Roman" panose="02020603050405020304" pitchFamily="18" charset="0"/>
                            <a:ea typeface="宋体" panose="02010600030101010101" pitchFamily="2" charset="-122"/>
                            <a:cs typeface="Songti SC"/>
                            <a:sym typeface="+mn-ea"/>
                          </a:rPr>
                          <m:t>,</m:t>
                        </m:r>
                        <m:sSub>
                          <m:sSubPr>
                            <m:ctrlPr>
                              <a:rPr lang="en-US" sz="3200" dirty="0">
                                <a:uFillTx/>
                                <a:latin typeface="Times New Roman" panose="02020603050405020304" pitchFamily="18" charset="0"/>
                                <a:ea typeface="宋体" panose="02010600030101010101" pitchFamily="2" charset="-122"/>
                                <a:cs typeface="Songti SC"/>
                                <a:sym typeface="+mn-ea"/>
                              </a:rPr>
                            </m:ctrlPr>
                          </m:sSubPr>
                          <m:e>
                            <m:r>
                              <a:rPr lang="en-US" sz="3200" dirty="0">
                                <a:uFillTx/>
                                <a:latin typeface="Times New Roman" panose="02020603050405020304" pitchFamily="18" charset="0"/>
                                <a:ea typeface="宋体" panose="02010600030101010101" pitchFamily="2" charset="-122"/>
                                <a:cs typeface="Songti SC"/>
                                <a:sym typeface="+mn-ea"/>
                              </a:rPr>
                              <m:t>𝒗</m:t>
                            </m:r>
                          </m:e>
                          <m:sub>
                            <m:r>
                              <a:rPr lang="en-US" sz="3200" dirty="0">
                                <a:uFillTx/>
                                <a:latin typeface="Times New Roman" panose="02020603050405020304" pitchFamily="18" charset="0"/>
                                <a:ea typeface="宋体" panose="02010600030101010101" pitchFamily="2" charset="-122"/>
                                <a:cs typeface="Songti SC"/>
                                <a:sym typeface="+mn-ea"/>
                              </a:rPr>
                              <m:t>𝟐</m:t>
                            </m:r>
                          </m:sub>
                        </m:sSub>
                        <m:r>
                          <a:rPr lang="en-US" sz="3200" dirty="0">
                            <a:uFillTx/>
                            <a:latin typeface="Times New Roman" panose="02020603050405020304" pitchFamily="18" charset="0"/>
                            <a:ea typeface="宋体" panose="02010600030101010101" pitchFamily="2" charset="-122"/>
                            <a:cs typeface="Songti SC"/>
                            <a:sym typeface="+mn-ea"/>
                          </a:rPr>
                          <m:t>,…,</m:t>
                        </m:r>
                        <m:sSub>
                          <m:sSubPr>
                            <m:ctrlPr>
                              <a:rPr lang="en-US" sz="3200" dirty="0">
                                <a:uFillTx/>
                                <a:latin typeface="Times New Roman" panose="02020603050405020304" pitchFamily="18" charset="0"/>
                                <a:ea typeface="宋体" panose="02010600030101010101" pitchFamily="2" charset="-122"/>
                                <a:cs typeface="Songti SC"/>
                                <a:sym typeface="+mn-ea"/>
                              </a:rPr>
                            </m:ctrlPr>
                          </m:sSubPr>
                          <m:e>
                            <m:r>
                              <a:rPr lang="en-US" sz="3200" dirty="0">
                                <a:uFillTx/>
                                <a:latin typeface="Times New Roman" panose="02020603050405020304" pitchFamily="18" charset="0"/>
                                <a:ea typeface="宋体" panose="02010600030101010101" pitchFamily="2" charset="-122"/>
                                <a:cs typeface="Songti SC"/>
                                <a:sym typeface="+mn-ea"/>
                              </a:rPr>
                              <m:t>𝒗</m:t>
                            </m:r>
                          </m:e>
                          <m:sub>
                            <m:r>
                              <a:rPr lang="en-US" sz="3200" dirty="0">
                                <a:uFillTx/>
                                <a:latin typeface="Times New Roman" panose="02020603050405020304" pitchFamily="18" charset="0"/>
                                <a:ea typeface="宋体" panose="02010600030101010101" pitchFamily="2" charset="-122"/>
                                <a:cs typeface="Songti SC"/>
                                <a:sym typeface="+mn-ea"/>
                              </a:rPr>
                              <m:t>𝒎</m:t>
                            </m:r>
                          </m:sub>
                        </m:sSub>
                      </m:e>
                    </m:d>
                  </m:oMath>
                </a14:m>
                <a:r>
                  <a:rPr lang="en-US" sz="3200" dirty="0">
                    <a:uFillTx/>
                    <a:latin typeface="Times New Roman" panose="02020603050405020304" pitchFamily="18" charset="0"/>
                    <a:ea typeface="宋体" panose="02010600030101010101" pitchFamily="2" charset="-122"/>
                    <a:cs typeface="Songti SC"/>
                    <a:sym typeface="+mn-ea"/>
                  </a:rPr>
                  <a:t>中一些排列规整的离散点集。因此</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mn-ea"/>
                      </a:rPr>
                      <m:t>𝐿</m:t>
                    </m:r>
                    <m:d>
                      <m:dPr>
                        <m:ctrlPr>
                          <a:rPr lang="en-US" sz="3200" dirty="0">
                            <a:uFillTx/>
                            <a:latin typeface="Times New Roman" panose="02020603050405020304" pitchFamily="18" charset="0"/>
                            <a:ea typeface="宋体" panose="02010600030101010101" pitchFamily="2" charset="-122"/>
                            <a:cs typeface="Songti SC"/>
                            <a:sym typeface="+mn-ea"/>
                          </a:rPr>
                        </m:ctrlPr>
                      </m:dPr>
                      <m:e>
                        <m:sSub>
                          <m:sSubPr>
                            <m:ctrlPr>
                              <a:rPr lang="en-US" sz="3200" dirty="0">
                                <a:uFillTx/>
                                <a:latin typeface="Times New Roman" panose="02020603050405020304" pitchFamily="18" charset="0"/>
                                <a:ea typeface="宋体" panose="02010600030101010101" pitchFamily="2" charset="-122"/>
                                <a:cs typeface="Songti SC"/>
                                <a:sym typeface="+mn-ea"/>
                              </a:rPr>
                            </m:ctrlPr>
                          </m:sSubPr>
                          <m:e>
                            <m:r>
                              <a:rPr lang="en-US" sz="3200" dirty="0">
                                <a:uFillTx/>
                                <a:latin typeface="Times New Roman" panose="02020603050405020304" pitchFamily="18" charset="0"/>
                                <a:ea typeface="宋体" panose="02010600030101010101" pitchFamily="2" charset="-122"/>
                                <a:cs typeface="Songti SC"/>
                                <a:sym typeface="+mn-ea"/>
                              </a:rPr>
                              <m:t>𝒗</m:t>
                            </m:r>
                          </m:e>
                          <m:sub>
                            <m:r>
                              <a:rPr lang="en-US" sz="3200" dirty="0">
                                <a:uFillTx/>
                                <a:latin typeface="Times New Roman" panose="02020603050405020304" pitchFamily="18" charset="0"/>
                                <a:ea typeface="宋体" panose="02010600030101010101" pitchFamily="2" charset="-122"/>
                                <a:cs typeface="Songti SC"/>
                                <a:sym typeface="+mn-ea"/>
                              </a:rPr>
                              <m:t>𝟏</m:t>
                            </m:r>
                          </m:sub>
                        </m:sSub>
                        <m:r>
                          <a:rPr lang="en-US" sz="3200" dirty="0">
                            <a:uFillTx/>
                            <a:latin typeface="Times New Roman" panose="02020603050405020304" pitchFamily="18" charset="0"/>
                            <a:ea typeface="宋体" panose="02010600030101010101" pitchFamily="2" charset="-122"/>
                            <a:cs typeface="Songti SC"/>
                            <a:sym typeface="+mn-ea"/>
                          </a:rPr>
                          <m:t>,</m:t>
                        </m:r>
                        <m:sSub>
                          <m:sSubPr>
                            <m:ctrlPr>
                              <a:rPr lang="en-US" sz="3200" dirty="0">
                                <a:uFillTx/>
                                <a:latin typeface="Times New Roman" panose="02020603050405020304" pitchFamily="18" charset="0"/>
                                <a:ea typeface="宋体" panose="02010600030101010101" pitchFamily="2" charset="-122"/>
                                <a:cs typeface="Songti SC"/>
                                <a:sym typeface="+mn-ea"/>
                              </a:rPr>
                            </m:ctrlPr>
                          </m:sSubPr>
                          <m:e>
                            <m:r>
                              <a:rPr lang="en-US" sz="3200" dirty="0">
                                <a:uFillTx/>
                                <a:latin typeface="Times New Roman" panose="02020603050405020304" pitchFamily="18" charset="0"/>
                                <a:ea typeface="宋体" panose="02010600030101010101" pitchFamily="2" charset="-122"/>
                                <a:cs typeface="Songti SC"/>
                                <a:sym typeface="+mn-ea"/>
                              </a:rPr>
                              <m:t>𝒗</m:t>
                            </m:r>
                          </m:e>
                          <m:sub>
                            <m:r>
                              <a:rPr lang="en-US" sz="3200" dirty="0">
                                <a:uFillTx/>
                                <a:latin typeface="Times New Roman" panose="02020603050405020304" pitchFamily="18" charset="0"/>
                                <a:ea typeface="宋体" panose="02010600030101010101" pitchFamily="2" charset="-122"/>
                                <a:cs typeface="Songti SC"/>
                                <a:sym typeface="+mn-ea"/>
                              </a:rPr>
                              <m:t>𝟐</m:t>
                            </m:r>
                          </m:sub>
                        </m:sSub>
                        <m:r>
                          <a:rPr lang="en-US" sz="3200" dirty="0">
                            <a:uFillTx/>
                            <a:latin typeface="Times New Roman" panose="02020603050405020304" pitchFamily="18" charset="0"/>
                            <a:ea typeface="宋体" panose="02010600030101010101" pitchFamily="2" charset="-122"/>
                            <a:cs typeface="Songti SC"/>
                            <a:sym typeface="+mn-ea"/>
                          </a:rPr>
                          <m:t>,…,</m:t>
                        </m:r>
                        <m:sSub>
                          <m:sSubPr>
                            <m:ctrlPr>
                              <a:rPr lang="en-US" sz="3200" dirty="0">
                                <a:uFillTx/>
                                <a:latin typeface="Times New Roman" panose="02020603050405020304" pitchFamily="18" charset="0"/>
                                <a:ea typeface="宋体" panose="02010600030101010101" pitchFamily="2" charset="-122"/>
                                <a:cs typeface="Songti SC"/>
                                <a:sym typeface="+mn-ea"/>
                              </a:rPr>
                            </m:ctrlPr>
                          </m:sSubPr>
                          <m:e>
                            <m:r>
                              <a:rPr lang="en-US" sz="3200" dirty="0">
                                <a:uFillTx/>
                                <a:latin typeface="Times New Roman" panose="02020603050405020304" pitchFamily="18" charset="0"/>
                                <a:ea typeface="宋体" panose="02010600030101010101" pitchFamily="2" charset="-122"/>
                                <a:cs typeface="Songti SC"/>
                                <a:sym typeface="+mn-ea"/>
                              </a:rPr>
                              <m:t>𝒗</m:t>
                            </m:r>
                          </m:e>
                          <m:sub>
                            <m:r>
                              <a:rPr lang="en-US" sz="3200" dirty="0">
                                <a:uFillTx/>
                                <a:latin typeface="Times New Roman" panose="02020603050405020304" pitchFamily="18" charset="0"/>
                                <a:ea typeface="宋体" panose="02010600030101010101" pitchFamily="2" charset="-122"/>
                                <a:cs typeface="Songti SC"/>
                                <a:sym typeface="+mn-ea"/>
                              </a:rPr>
                              <m:t>𝒎</m:t>
                            </m:r>
                          </m:sub>
                        </m:sSub>
                      </m:e>
                    </m:d>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𝑠𝑝𝑎𝑛</m:t>
                    </m:r>
                    <m:d>
                      <m:dPr>
                        <m:ctrlPr>
                          <a:rPr lang="en-US" sz="3200" dirty="0">
                            <a:uFillTx/>
                            <a:latin typeface="Times New Roman" panose="02020603050405020304" pitchFamily="18" charset="0"/>
                            <a:ea typeface="宋体" panose="02010600030101010101" pitchFamily="2" charset="-122"/>
                            <a:cs typeface="Songti SC"/>
                            <a:sym typeface="+mn-ea"/>
                          </a:rPr>
                        </m:ctrlPr>
                      </m:dPr>
                      <m:e>
                        <m:sSub>
                          <m:sSubPr>
                            <m:ctrlPr>
                              <a:rPr lang="en-US" sz="3200" dirty="0">
                                <a:uFillTx/>
                                <a:latin typeface="Times New Roman" panose="02020603050405020304" pitchFamily="18" charset="0"/>
                                <a:ea typeface="宋体" panose="02010600030101010101" pitchFamily="2" charset="-122"/>
                                <a:cs typeface="Songti SC"/>
                                <a:sym typeface="+mn-ea"/>
                              </a:rPr>
                            </m:ctrlPr>
                          </m:sSubPr>
                          <m:e>
                            <m:r>
                              <a:rPr lang="en-US" sz="3200" dirty="0">
                                <a:uFillTx/>
                                <a:latin typeface="Times New Roman" panose="02020603050405020304" pitchFamily="18" charset="0"/>
                                <a:ea typeface="宋体" panose="02010600030101010101" pitchFamily="2" charset="-122"/>
                                <a:cs typeface="Songti SC"/>
                                <a:sym typeface="+mn-ea"/>
                              </a:rPr>
                              <m:t>𝒗</m:t>
                            </m:r>
                          </m:e>
                          <m:sub>
                            <m:r>
                              <a:rPr lang="en-US" sz="3200" dirty="0">
                                <a:uFillTx/>
                                <a:latin typeface="Times New Roman" panose="02020603050405020304" pitchFamily="18" charset="0"/>
                                <a:ea typeface="宋体" panose="02010600030101010101" pitchFamily="2" charset="-122"/>
                                <a:cs typeface="Songti SC"/>
                                <a:sym typeface="+mn-ea"/>
                              </a:rPr>
                              <m:t>𝟏</m:t>
                            </m:r>
                          </m:sub>
                        </m:sSub>
                        <m:r>
                          <a:rPr lang="en-US" sz="3200" dirty="0">
                            <a:uFillTx/>
                            <a:latin typeface="Times New Roman" panose="02020603050405020304" pitchFamily="18" charset="0"/>
                            <a:ea typeface="宋体" panose="02010600030101010101" pitchFamily="2" charset="-122"/>
                            <a:cs typeface="Songti SC"/>
                            <a:sym typeface="+mn-ea"/>
                          </a:rPr>
                          <m:t>,</m:t>
                        </m:r>
                        <m:sSub>
                          <m:sSubPr>
                            <m:ctrlPr>
                              <a:rPr lang="en-US" sz="3200" dirty="0">
                                <a:uFillTx/>
                                <a:latin typeface="Times New Roman" panose="02020603050405020304" pitchFamily="18" charset="0"/>
                                <a:ea typeface="宋体" panose="02010600030101010101" pitchFamily="2" charset="-122"/>
                                <a:cs typeface="Songti SC"/>
                                <a:sym typeface="+mn-ea"/>
                              </a:rPr>
                            </m:ctrlPr>
                          </m:sSubPr>
                          <m:e>
                            <m:r>
                              <a:rPr lang="en-US" sz="3200" dirty="0">
                                <a:uFillTx/>
                                <a:latin typeface="Times New Roman" panose="02020603050405020304" pitchFamily="18" charset="0"/>
                                <a:ea typeface="宋体" panose="02010600030101010101" pitchFamily="2" charset="-122"/>
                                <a:cs typeface="Songti SC"/>
                                <a:sym typeface="+mn-ea"/>
                              </a:rPr>
                              <m:t>𝒗</m:t>
                            </m:r>
                          </m:e>
                          <m:sub>
                            <m:r>
                              <a:rPr lang="en-US" sz="3200" dirty="0">
                                <a:uFillTx/>
                                <a:latin typeface="Times New Roman" panose="02020603050405020304" pitchFamily="18" charset="0"/>
                                <a:ea typeface="宋体" panose="02010600030101010101" pitchFamily="2" charset="-122"/>
                                <a:cs typeface="Songti SC"/>
                                <a:sym typeface="+mn-ea"/>
                              </a:rPr>
                              <m:t>𝟐</m:t>
                            </m:r>
                          </m:sub>
                        </m:sSub>
                        <m:r>
                          <a:rPr lang="en-US" sz="3200" dirty="0">
                            <a:uFillTx/>
                            <a:latin typeface="Times New Roman" panose="02020603050405020304" pitchFamily="18" charset="0"/>
                            <a:ea typeface="宋体" panose="02010600030101010101" pitchFamily="2" charset="-122"/>
                            <a:cs typeface="Songti SC"/>
                            <a:sym typeface="+mn-ea"/>
                          </a:rPr>
                          <m:t>,…,</m:t>
                        </m:r>
                        <m:sSub>
                          <m:sSubPr>
                            <m:ctrlPr>
                              <a:rPr lang="en-US" sz="3200" dirty="0">
                                <a:uFillTx/>
                                <a:latin typeface="Times New Roman" panose="02020603050405020304" pitchFamily="18" charset="0"/>
                                <a:ea typeface="宋体" panose="02010600030101010101" pitchFamily="2" charset="-122"/>
                                <a:cs typeface="Songti SC"/>
                                <a:sym typeface="+mn-ea"/>
                              </a:rPr>
                            </m:ctrlPr>
                          </m:sSubPr>
                          <m:e>
                            <m:r>
                              <a:rPr lang="en-US" sz="3200" dirty="0">
                                <a:uFillTx/>
                                <a:latin typeface="Times New Roman" panose="02020603050405020304" pitchFamily="18" charset="0"/>
                                <a:ea typeface="宋体" panose="02010600030101010101" pitchFamily="2" charset="-122"/>
                                <a:cs typeface="Songti SC"/>
                                <a:sym typeface="+mn-ea"/>
                              </a:rPr>
                              <m:t>𝒗</m:t>
                            </m:r>
                          </m:e>
                          <m:sub>
                            <m:r>
                              <a:rPr lang="en-US" sz="3200" dirty="0">
                                <a:uFillTx/>
                                <a:latin typeface="Times New Roman" panose="02020603050405020304" pitchFamily="18" charset="0"/>
                                <a:ea typeface="宋体" panose="02010600030101010101" pitchFamily="2" charset="-122"/>
                                <a:cs typeface="Songti SC"/>
                                <a:sym typeface="+mn-ea"/>
                              </a:rPr>
                              <m:t>𝒎</m:t>
                            </m:r>
                          </m:sub>
                        </m:sSub>
                      </m:e>
                    </m:d>
                  </m:oMath>
                </a14:m>
                <a:r>
                  <a:rPr lang="en-US" sz="3200" dirty="0">
                    <a:uFillTx/>
                    <a:latin typeface="Times New Roman" panose="02020603050405020304" pitchFamily="18" charset="0"/>
                    <a:ea typeface="宋体" panose="02010600030101010101" pitchFamily="2" charset="-122"/>
                    <a:cs typeface="Songti SC"/>
                    <a:sym typeface="Songti SC"/>
                  </a:rPr>
                  <a:t>。</a:t>
                </a:r>
                <a:endParaRPr lang="en-US" sz="3200" dirty="0">
                  <a:uFillTx/>
                  <a:latin typeface="Times New Roman" panose="02020603050405020304" pitchFamily="18" charset="0"/>
                  <a:ea typeface="宋体" panose="02010600030101010101" pitchFamily="2" charset="-122"/>
                  <a:cs typeface="Songti SC"/>
                  <a:sym typeface="Songti SC"/>
                </a:endParaRPr>
              </a:p>
            </p:txBody>
          </p:sp>
        </mc:Choice>
        <mc:Fallback>
          <p:sp>
            <p:nvSpPr>
              <p:cNvPr id="8" name="AutoShape 8"/>
              <p:cNvSpPr txBox="1">
                <a:spLocks noRot="1" noChangeAspect="1" noMove="1" noResize="1" noEditPoints="1" noAdjustHandles="1" noChangeArrowheads="1" noChangeShapeType="1" noTextEdit="1"/>
              </p:cNvSpPr>
              <p:nvPr/>
            </p:nvSpPr>
            <p:spPr>
              <a:xfrm>
                <a:off x="1296987" y="1879707"/>
                <a:ext cx="14937409" cy="6985000"/>
              </a:xfrm>
              <a:prstGeom prst="rect">
                <a:avLst/>
              </a:prstGeom>
              <a:blipFill rotWithShape="1">
                <a:blip r:embed="rId3"/>
                <a:stretch>
                  <a:fillRect l="-2" t="-2" r="4" b="2"/>
                </a:stretch>
              </a:blipFill>
              <a:ln w="19050" cap="flat" cmpd="sng">
                <a:noFill/>
                <a:prstDash val="solid"/>
                <a:round/>
              </a:ln>
            </p:spPr>
            <p:txBody>
              <a:bodyPr/>
              <a:lstStyle/>
              <a:p>
                <a:r>
                  <a:rPr lang="zh-CN" altLang="en-US">
                    <a:noFill/>
                  </a:rPr>
                  <a:t> </a:t>
                </a:r>
              </a:p>
            </p:txBody>
          </p:sp>
        </mc:Fallback>
      </mc:AlternateContent>
      <p:sp>
        <p:nvSpPr>
          <p:cNvPr id="9" name="AutoShape 9"/>
          <p:cNvSpPr txBox="1"/>
          <p:nvPr/>
        </p:nvSpPr>
        <p:spPr>
          <a:xfrm>
            <a:off x="15544800" y="9410700"/>
            <a:ext cx="2133600" cy="441325"/>
          </a:xfrm>
          <a:prstGeom prst="rect">
            <a:avLst/>
          </a:prstGeom>
          <a:noFill/>
          <a:ln w="19050" cap="flat" cmpd="sng">
            <a:noFill/>
            <a:prstDash val="solid"/>
            <a:round/>
          </a:ln>
        </p:spPr>
        <p:txBody>
          <a:bodyPr vert="horz" wrap="square" lIns="91440" tIns="45720" rIns="91440" bIns="45720" rtlCol="0" anchor="ctr" anchorCtr="0"/>
          <a:lstStyle/>
          <a:p>
            <a:pPr marL="0" indent="0" algn="r" defTabSz="914400">
              <a:lnSpc>
                <a:spcPct val="100000"/>
              </a:lnSpc>
              <a:defRPr/>
            </a:pPr>
            <a:fld id="{F5BFF4CE-7751-449A-B3C5-2D4A901AB93D}" type="slidenum">
              <a:rPr sz="1400" b="0" i="0" u="none" strike="noStrike">
                <a:solidFill>
                  <a:srgbClr val="FFC000"/>
                </a:solidFill>
                <a:latin typeface="Calibri" panose="020F0502020204030204"/>
                <a:ea typeface="Calibri" panose="020F0502020204030204"/>
                <a:cs typeface="Calibri" panose="020F0502020204030204"/>
                <a:sym typeface="Calibri" panose="020F0502020204030204"/>
              </a:rPr>
            </a:fld>
            <a:endParaRPr lang="en-US" sz="1100"/>
          </a:p>
        </p:txBody>
      </p:sp>
      <p:sp>
        <p:nvSpPr>
          <p:cNvPr id="11" name="AutoShape 35"/>
          <p:cNvSpPr txBox="1"/>
          <p:nvPr/>
        </p:nvSpPr>
        <p:spPr>
          <a:xfrm>
            <a:off x="13694774" y="709652"/>
            <a:ext cx="3700052" cy="369332"/>
          </a:xfrm>
          <a:prstGeom prst="rect">
            <a:avLst/>
          </a:prstGeom>
          <a:noFill/>
          <a:ln w="19050" cap="flat" cmpd="sng">
            <a:noFill/>
            <a:prstDash val="solid"/>
            <a:round/>
          </a:ln>
        </p:spPr>
        <p:txBody>
          <a:bodyPr vert="horz" wrap="none" lIns="91440" tIns="45720" rIns="91440" bIns="45720" rtlCol="0" anchor="t" anchorCtr="0"/>
          <a:lstStyle/>
          <a:p>
            <a:pPr>
              <a:defRPr/>
            </a:pPr>
            <a:r>
              <a:rPr lang="zh-CN" altLang="zh-CN" sz="18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仿宋" panose="02010609060101010101" pitchFamily="49" charset="-122"/>
                <a:ea typeface="仿宋" panose="02010609060101010101" pitchFamily="49" charset="-122"/>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密码学</a:t>
            </a:r>
            <a:r>
              <a:rPr lang="en-US" sz="1800" b="1" i="0" u="none" strike="noStrike" dirty="0">
                <a:solidFill>
                  <a:srgbClr val="1F497D"/>
                </a:solidFill>
                <a:latin typeface="仿宋" panose="02010609060101010101" pitchFamily="49" charset="-122"/>
                <a:ea typeface="仿宋" panose="02010609060101010101" pitchFamily="49" charset="-122"/>
                <a:cs typeface="Zhuque Fangsong"/>
                <a:sym typeface="Zhuque Fangsong"/>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基础理论与应用</a:t>
            </a:r>
            <a:endParaRPr lang="en-US" sz="1100" dirty="0">
              <a:latin typeface="仿宋" panose="02010609060101010101" pitchFamily="49" charset="-122"/>
              <a:ea typeface="仿宋" panose="02010609060101010101" pitchFamily="49" charset="-122"/>
            </a:endParaRPr>
          </a:p>
        </p:txBody>
      </p:sp>
      <p:sp>
        <p:nvSpPr>
          <p:cNvPr id="12" name="TextBox 30"/>
          <p:cNvSpPr txBox="1"/>
          <p:nvPr/>
        </p:nvSpPr>
        <p:spPr>
          <a:xfrm>
            <a:off x="2516902" y="505480"/>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格理论的基本概念</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3" name="TextBox 31"/>
          <p:cNvSpPr txBox="1"/>
          <p:nvPr/>
        </p:nvSpPr>
        <p:spPr>
          <a:xfrm>
            <a:off x="1296670" y="430530"/>
            <a:ext cx="1339850" cy="842645"/>
          </a:xfrm>
          <a:prstGeom prst="rect">
            <a:avLst/>
          </a:prstGeom>
        </p:spPr>
        <p:txBody>
          <a:bodyPr wrap="square" lIns="0" tIns="0" rIns="0" bIns="0" rtlCol="0" anchor="t">
            <a:spAutoFit/>
          </a:bodyPr>
          <a:lstStyle/>
          <a:p>
            <a:pPr lvl="0" algn="ctr">
              <a:lnSpc>
                <a:spcPts val="6575"/>
              </a:lnSpc>
              <a:buSzTx/>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Times New Roman" panose="02020603050405020304" pitchFamily="18" charset="0"/>
                <a:sym typeface="字由文艺黑" panose="00020600040101010101" charset="-122"/>
              </a:rPr>
              <a:t>10.1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Times New Roman" panose="02020603050405020304" pitchFamily="18" charset="0"/>
              <a:sym typeface="字由文艺黑" panose="00020600040101010101"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412090" y="1028700"/>
            <a:ext cx="7800783" cy="275915"/>
          </a:xfrm>
          <a:custGeom>
            <a:avLst/>
            <a:gdLst/>
            <a:ahLst/>
            <a:cxnLst/>
            <a:rect l="l" t="t" r="r" b="b"/>
            <a:pathLst>
              <a:path w="7800783" h="275915">
                <a:moveTo>
                  <a:pt x="137960" y="0"/>
                </a:moveTo>
                <a:lnTo>
                  <a:pt x="7662827" y="0"/>
                </a:lnTo>
                <a:cubicBezTo>
                  <a:pt x="7699414" y="0"/>
                  <a:pt x="7734504" y="14534"/>
                  <a:pt x="7760377" y="40406"/>
                </a:cubicBezTo>
                <a:cubicBezTo>
                  <a:pt x="7786248" y="66279"/>
                  <a:pt x="7800783" y="101369"/>
                  <a:pt x="7800783" y="137959"/>
                </a:cubicBezTo>
                <a:lnTo>
                  <a:pt x="7800783" y="137959"/>
                </a:lnTo>
                <a:cubicBezTo>
                  <a:pt x="7800783" y="174546"/>
                  <a:pt x="7786248" y="209636"/>
                  <a:pt x="7760377" y="235509"/>
                </a:cubicBezTo>
                <a:cubicBezTo>
                  <a:pt x="7734504" y="261380"/>
                  <a:pt x="7699414" y="275915"/>
                  <a:pt x="7662827" y="275915"/>
                </a:cubicBezTo>
                <a:lnTo>
                  <a:pt x="137960" y="275915"/>
                </a:lnTo>
                <a:cubicBezTo>
                  <a:pt x="101369" y="275915"/>
                  <a:pt x="66279" y="261380"/>
                  <a:pt x="40406" y="235509"/>
                </a:cubicBezTo>
                <a:cubicBezTo>
                  <a:pt x="14534" y="209636"/>
                  <a:pt x="0" y="174546"/>
                  <a:pt x="0" y="137959"/>
                </a:cubicBezTo>
                <a:lnTo>
                  <a:pt x="0" y="137959"/>
                </a:lnTo>
                <a:cubicBezTo>
                  <a:pt x="0" y="101369"/>
                  <a:pt x="14534" y="66279"/>
                  <a:pt x="40406" y="40406"/>
                </a:cubicBezTo>
                <a:cubicBezTo>
                  <a:pt x="66279" y="14534"/>
                  <a:pt x="101369" y="0"/>
                  <a:pt x="137960" y="0"/>
                </a:cubicBezTo>
                <a:close/>
              </a:path>
            </a:pathLst>
          </a:custGeom>
          <a:gradFill rotWithShape="1">
            <a:gsLst>
              <a:gs pos="0">
                <a:srgbClr val="DDEEFF">
                  <a:alpha val="100000"/>
                </a:srgbClr>
              </a:gs>
              <a:gs pos="100000">
                <a:srgbClr val="FFFFFF">
                  <a:alpha val="0"/>
                </a:srgbClr>
              </a:gs>
            </a:gsLst>
            <a:lin ang="0"/>
          </a:gradFill>
          <a:ln w="25400" cap="flat" cmpd="sng">
            <a:noFill/>
            <a:prstDash val="solid"/>
            <a:round/>
          </a:ln>
        </p:spPr>
        <p:txBody>
          <a:bodyPr vert="horz" wrap="square" lIns="91440" tIns="45720" rIns="91440" bIns="45720" rtlCol="0" anchor="t" anchorCtr="0"/>
          <a:lstStyle/>
          <a:p>
            <a:pPr algn="l">
              <a:defRPr/>
            </a:pPr>
          </a:p>
        </p:txBody>
      </p:sp>
      <p:pic>
        <p:nvPicPr>
          <p:cNvPr id="5" name="Picture 5"/>
          <p:cNvPicPr>
            <a:picLocks noChangeAspect="1"/>
          </p:cNvPicPr>
          <p:nvPr/>
        </p:nvPicPr>
        <p:blipFill>
          <a:blip r:embed="rId1">
            <a:alphaModFix amt="80000"/>
          </a:blip>
          <a:srcRect/>
          <a:stretch>
            <a:fillRect/>
          </a:stretch>
        </p:blipFill>
        <p:spPr>
          <a:xfrm>
            <a:off x="762000" y="494030"/>
            <a:ext cx="1069975" cy="656590"/>
          </a:xfrm>
          <a:prstGeom prst="rect">
            <a:avLst/>
          </a:prstGeom>
          <a:noFill/>
          <a:ln w="25400" cap="flat" cmpd="sng">
            <a:noFill/>
            <a:prstDash val="solid"/>
            <a:round/>
          </a:ln>
          <a:effectLst>
            <a:outerShdw blurRad="50800" dist="38100" dir="2700000" algn="tl">
              <a:srgbClr val="000000">
                <a:alpha val="40000"/>
              </a:srgbClr>
            </a:outerShdw>
            <a:reflection blurRad="6350" stA="50000" endA="300" endPos="55000" dir="5400000" sy="-100000" algn="bl" rotWithShape="0"/>
          </a:effectLst>
        </p:spPr>
      </p:pic>
      <p:pic>
        <p:nvPicPr>
          <p:cNvPr id="7" name="Picture 7"/>
          <p:cNvPicPr>
            <a:picLocks noChangeAspect="1"/>
          </p:cNvPicPr>
          <p:nvPr/>
        </p:nvPicPr>
        <p:blipFill>
          <a:blip r:embed="rId2"/>
          <a:srcRect/>
          <a:stretch>
            <a:fillRect/>
          </a:stretch>
        </p:blipFill>
        <p:spPr>
          <a:xfrm>
            <a:off x="13772537" y="1102753"/>
            <a:ext cx="2771429" cy="47619"/>
          </a:xfrm>
          <a:prstGeom prst="rect">
            <a:avLst/>
          </a:prstGeom>
          <a:noFill/>
          <a:ln w="25400" cap="flat" cmpd="sng">
            <a:noFill/>
            <a:prstDash val="solid"/>
            <a:round/>
          </a:ln>
        </p:spPr>
      </p:pic>
      <mc:AlternateContent xmlns:mc="http://schemas.openxmlformats.org/markup-compatibility/2006">
        <mc:Choice xmlns:a14="http://schemas.microsoft.com/office/drawing/2010/main" Requires="a14">
          <p:sp>
            <p:nvSpPr>
              <p:cNvPr id="8" name="AutoShape 8"/>
              <p:cNvSpPr txBox="1"/>
              <p:nvPr/>
            </p:nvSpPr>
            <p:spPr>
              <a:xfrm>
                <a:off x="1270000" y="1651000"/>
                <a:ext cx="14937409" cy="8636000"/>
              </a:xfrm>
              <a:prstGeom prst="rect">
                <a:avLst/>
              </a:prstGeom>
              <a:noFill/>
              <a:ln w="19050" cap="flat" cmpd="sng">
                <a:noFill/>
                <a:prstDash val="solid"/>
                <a:round/>
              </a:ln>
            </p:spPr>
            <p:txBody>
              <a:bodyPr vert="horz" wrap="square" lIns="0" tIns="0" rIns="0" bIns="0" rtlCol="0" anchor="t" anchorCtr="0">
                <a:noAutofit/>
              </a:bodyPr>
              <a:lstStyle/>
              <a:p>
                <a:pPr lvl="0" indent="914400" algn="just" defTabSz="914400">
                  <a:lnSpc>
                    <a:spcPct val="125000"/>
                  </a:lnSpc>
                  <a:buSzTx/>
                  <a:defRPr/>
                </a:pPr>
                <a:r>
                  <a:rPr lang="en-US" sz="3200" dirty="0">
                    <a:uFillTx/>
                    <a:latin typeface="Times New Roman" panose="02020603050405020304" pitchFamily="18" charset="0"/>
                    <a:ea typeface="宋体" panose="02010600030101010101" pitchFamily="2" charset="-122"/>
                    <a:cs typeface="Songti SC"/>
                    <a:sym typeface="Songti SC"/>
                  </a:rPr>
                  <a:t>（2）格基多样性：一个格可以由不同的基来表示，但从</a:t>
                </a:r>
                <a14:m>
                  <m:oMath xmlns:m="http://schemas.openxmlformats.org/officeDocument/2006/math">
                    <m:r>
                      <m:rPr>
                        <m:sty m:val="p"/>
                      </m:rPr>
                      <a:rPr lang="en-US" sz="3200" dirty="0">
                        <a:uFillTx/>
                        <a:latin typeface="Times New Roman" panose="02020603050405020304" pitchFamily="18" charset="0"/>
                        <a:ea typeface="宋体" panose="02010600030101010101" pitchFamily="2" charset="-122"/>
                        <a:cs typeface="Songti SC"/>
                        <a:sym typeface="Songti SC"/>
                      </a:rPr>
                      <m:t>m</m:t>
                    </m:r>
                  </m:oMath>
                </a14:m>
                <a:r>
                  <a:rPr lang="en-US" sz="3200" dirty="0">
                    <a:uFillTx/>
                    <a:latin typeface="Times New Roman" panose="02020603050405020304" pitchFamily="18" charset="0"/>
                    <a:ea typeface="宋体" panose="02010600030101010101" pitchFamily="2" charset="-122"/>
                    <a:cs typeface="Songti SC"/>
                    <a:sym typeface="Songti SC"/>
                  </a:rPr>
                  <a:t>维格中任取</a:t>
                </a:r>
                <a14:m>
                  <m:oMath xmlns:m="http://schemas.openxmlformats.org/officeDocument/2006/math">
                    <m:r>
                      <m:rPr>
                        <m:sty m:val="p"/>
                      </m:rPr>
                      <a:rPr lang="en-US" sz="3200" dirty="0">
                        <a:uFillTx/>
                        <a:latin typeface="Times New Roman" panose="02020603050405020304" pitchFamily="18" charset="0"/>
                        <a:ea typeface="宋体" panose="02010600030101010101" pitchFamily="2" charset="-122"/>
                        <a:cs typeface="Songti SC"/>
                        <a:sym typeface="Songti SC"/>
                      </a:rPr>
                      <m:t>m</m:t>
                    </m:r>
                  </m:oMath>
                </a14:m>
                <a:r>
                  <a:rPr lang="en-US" sz="3200" dirty="0">
                    <a:uFillTx/>
                    <a:latin typeface="Times New Roman" panose="02020603050405020304" pitchFamily="18" charset="0"/>
                    <a:ea typeface="宋体" panose="02010600030101010101" pitchFamily="2" charset="-122"/>
                    <a:cs typeface="Songti SC"/>
                    <a:sym typeface="Songti SC"/>
                  </a:rPr>
                  <a:t>个线性无关向量却不一定能成为该格的一组基。例如向量</a:t>
                </a:r>
                <a14:m>
                  <m:oMath xmlns:m="http://schemas.openxmlformats.org/officeDocument/2006/math">
                    <m:sSub>
                      <m:sSubPr>
                        <m:ctrlPr>
                          <a:rPr lang="en-US" sz="3200" dirty="0">
                            <a:uFillTx/>
                            <a:latin typeface="Times New Roman" panose="02020603050405020304" pitchFamily="18" charset="0"/>
                            <a:ea typeface="宋体" panose="02010600030101010101" pitchFamily="2" charset="-122"/>
                            <a:cs typeface="Songti SC"/>
                            <a:sym typeface="Songti SC"/>
                          </a:rPr>
                        </m:ctrlPr>
                      </m:sSubPr>
                      <m:e>
                        <m:r>
                          <m:rPr>
                            <m:sty m:val="p"/>
                          </m:rPr>
                          <a:rPr lang="en-US" sz="3200" dirty="0">
                            <a:uFillTx/>
                            <a:latin typeface="Times New Roman" panose="02020603050405020304" pitchFamily="18" charset="0"/>
                            <a:ea typeface="宋体" panose="02010600030101010101" pitchFamily="2" charset="-122"/>
                            <a:cs typeface="Songti SC"/>
                            <a:sym typeface="Songti SC"/>
                          </a:rPr>
                          <m:t>v</m:t>
                        </m:r>
                      </m:e>
                      <m:sub>
                        <m:r>
                          <a:rPr lang="en-US" sz="3200" dirty="0">
                            <a:uFillTx/>
                            <a:latin typeface="Times New Roman" panose="02020603050405020304" pitchFamily="18" charset="0"/>
                            <a:ea typeface="宋体" panose="02010600030101010101" pitchFamily="2" charset="-122"/>
                            <a:cs typeface="Songti SC"/>
                            <a:sym typeface="Songti SC"/>
                          </a:rPr>
                          <m:t>1</m:t>
                        </m:r>
                      </m:sub>
                    </m:sSub>
                    <m:r>
                      <a:rPr lang="en-US" sz="3200" dirty="0">
                        <a:uFillTx/>
                        <a:latin typeface="Times New Roman" panose="02020603050405020304" pitchFamily="18" charset="0"/>
                        <a:ea typeface="宋体" panose="02010600030101010101" pitchFamily="2" charset="-122"/>
                        <a:cs typeface="Songti SC"/>
                        <a:sym typeface="Songti SC"/>
                      </a:rPr>
                      <m:t>,</m:t>
                    </m:r>
                    <m:sSub>
                      <m:sSubPr>
                        <m:ctrlPr>
                          <a:rPr lang="en-US" sz="3200" dirty="0">
                            <a:uFillTx/>
                            <a:latin typeface="Times New Roman" panose="02020603050405020304" pitchFamily="18" charset="0"/>
                            <a:ea typeface="宋体" panose="02010600030101010101" pitchFamily="2" charset="-122"/>
                            <a:cs typeface="Songti SC"/>
                            <a:sym typeface="Songti SC"/>
                          </a:rPr>
                        </m:ctrlPr>
                      </m:sSubPr>
                      <m:e>
                        <m:r>
                          <m:rPr>
                            <m:sty m:val="p"/>
                          </m:rPr>
                          <a:rPr lang="en-US" sz="3200" dirty="0">
                            <a:uFillTx/>
                            <a:latin typeface="Times New Roman" panose="02020603050405020304" pitchFamily="18" charset="0"/>
                            <a:ea typeface="宋体" panose="02010600030101010101" pitchFamily="2" charset="-122"/>
                            <a:cs typeface="Songti SC"/>
                            <a:sym typeface="Songti SC"/>
                          </a:rPr>
                          <m:t>v</m:t>
                        </m:r>
                      </m:e>
                      <m:sub>
                        <m:r>
                          <a:rPr lang="en-US" sz="3200" dirty="0">
                            <a:uFillTx/>
                            <a:latin typeface="Times New Roman" panose="02020603050405020304" pitchFamily="18" charset="0"/>
                            <a:ea typeface="宋体" panose="02010600030101010101" pitchFamily="2" charset="-122"/>
                            <a:cs typeface="Songti SC"/>
                            <a:sym typeface="Songti SC"/>
                          </a:rPr>
                          <m:t>2</m:t>
                        </m:r>
                      </m:sub>
                    </m:sSub>
                    <m:r>
                      <a:rPr lang="en-US" sz="3200" dirty="0">
                        <a:uFillTx/>
                        <a:latin typeface="Times New Roman" panose="02020603050405020304" pitchFamily="18" charset="0"/>
                        <a:ea typeface="宋体" panose="02010600030101010101" pitchFamily="2" charset="-122"/>
                        <a:cs typeface="Songti SC"/>
                        <a:sym typeface="Songti SC"/>
                      </a:rPr>
                      <m:t> </m:t>
                    </m:r>
                  </m:oMath>
                </a14:m>
                <a:r>
                  <a:rPr lang="en-US" sz="3200" dirty="0">
                    <a:uFillTx/>
                    <a:latin typeface="Times New Roman" panose="02020603050405020304" pitchFamily="18" charset="0"/>
                    <a:ea typeface="宋体" panose="02010600030101010101" pitchFamily="2" charset="-122"/>
                    <a:cs typeface="Songti SC"/>
                    <a:sym typeface="Songti SC"/>
                  </a:rPr>
                  <a:t>线性无关，但它们的整数线性组合可能无法表示出格中所有点。</a:t>
                </a:r>
                <a:r>
                  <a:rPr lang="en-US" sz="3200" dirty="0">
                    <a:uFillTx/>
                    <a:latin typeface="Times New Roman" panose="02020603050405020304" pitchFamily="18" charset="0"/>
                    <a:ea typeface="宋体" panose="02010600030101010101" pitchFamily="2" charset="-122"/>
                    <a:cs typeface="Songti SC"/>
                    <a:sym typeface="Songti SC"/>
                  </a:rPr>
                  <a:t>如图</a:t>
                </a:r>
                <a:r>
                  <a:rPr lang="en-US" sz="3200" dirty="0">
                    <a:uFillTx/>
                    <a:latin typeface="Times New Roman" panose="02020603050405020304" pitchFamily="18" charset="0"/>
                    <a:ea typeface="宋体" panose="02010600030101010101" pitchFamily="2" charset="-122"/>
                    <a:cs typeface="Songti SC"/>
                    <a:sym typeface="Songti SC"/>
                  </a:rPr>
                  <a:t>10.2</a:t>
                </a:r>
                <a:endParaRPr lang="en-US" sz="3200" dirty="0">
                  <a:uFillTx/>
                  <a:latin typeface="Times New Roman" panose="02020603050405020304" pitchFamily="18" charset="0"/>
                  <a:ea typeface="宋体" panose="02010600030101010101" pitchFamily="2" charset="-122"/>
                  <a:cs typeface="Songti SC"/>
                  <a:sym typeface="Songti SC"/>
                </a:endParaRPr>
              </a:p>
            </p:txBody>
          </p:sp>
        </mc:Choice>
        <mc:Fallback>
          <p:sp>
            <p:nvSpPr>
              <p:cNvPr id="8" name="AutoShape 8"/>
              <p:cNvSpPr txBox="1">
                <a:spLocks noRot="1" noChangeAspect="1" noMove="1" noResize="1" noEditPoints="1" noAdjustHandles="1" noChangeArrowheads="1" noChangeShapeType="1" noTextEdit="1"/>
              </p:cNvSpPr>
              <p:nvPr/>
            </p:nvSpPr>
            <p:spPr>
              <a:xfrm>
                <a:off x="1270000" y="1651000"/>
                <a:ext cx="14937409" cy="8636000"/>
              </a:xfrm>
              <a:prstGeom prst="rect">
                <a:avLst/>
              </a:prstGeom>
              <a:blipFill rotWithShape="1">
                <a:blip r:embed="rId3"/>
                <a:stretch>
                  <a:fillRect r="2"/>
                </a:stretch>
              </a:blipFill>
              <a:ln w="19050" cap="flat" cmpd="sng">
                <a:noFill/>
                <a:prstDash val="solid"/>
                <a:round/>
              </a:ln>
            </p:spPr>
            <p:txBody>
              <a:bodyPr/>
              <a:lstStyle/>
              <a:p>
                <a:r>
                  <a:rPr lang="zh-CN" altLang="en-US">
                    <a:noFill/>
                  </a:rPr>
                  <a:t> </a:t>
                </a:r>
              </a:p>
            </p:txBody>
          </p:sp>
        </mc:Fallback>
      </mc:AlternateContent>
      <p:sp>
        <p:nvSpPr>
          <p:cNvPr id="9" name="AutoShape 9"/>
          <p:cNvSpPr txBox="1"/>
          <p:nvPr/>
        </p:nvSpPr>
        <p:spPr>
          <a:xfrm>
            <a:off x="15544800" y="9410700"/>
            <a:ext cx="2133600" cy="441325"/>
          </a:xfrm>
          <a:prstGeom prst="rect">
            <a:avLst/>
          </a:prstGeom>
          <a:noFill/>
          <a:ln w="19050" cap="flat" cmpd="sng">
            <a:noFill/>
            <a:prstDash val="solid"/>
            <a:round/>
          </a:ln>
        </p:spPr>
        <p:txBody>
          <a:bodyPr vert="horz" wrap="square" lIns="91440" tIns="45720" rIns="91440" bIns="45720" rtlCol="0" anchor="ctr" anchorCtr="0"/>
          <a:lstStyle/>
          <a:p>
            <a:pPr marL="0" indent="0" algn="r" defTabSz="914400">
              <a:lnSpc>
                <a:spcPct val="100000"/>
              </a:lnSpc>
              <a:defRPr/>
            </a:pPr>
            <a:fld id="{F5BFF4CE-7751-449A-B3C5-2D4A901AB93D}" type="slidenum">
              <a:rPr sz="1400" b="0" i="0" u="none" strike="noStrike">
                <a:solidFill>
                  <a:srgbClr val="FFC000"/>
                </a:solidFill>
                <a:latin typeface="Calibri" panose="020F0502020204030204"/>
                <a:ea typeface="Calibri" panose="020F0502020204030204"/>
                <a:cs typeface="Calibri" panose="020F0502020204030204"/>
                <a:sym typeface="Calibri" panose="020F0502020204030204"/>
              </a:rPr>
            </a:fld>
            <a:endParaRPr lang="en-US" sz="1100"/>
          </a:p>
        </p:txBody>
      </p:sp>
      <p:sp>
        <p:nvSpPr>
          <p:cNvPr id="11" name="AutoShape 35"/>
          <p:cNvSpPr txBox="1"/>
          <p:nvPr/>
        </p:nvSpPr>
        <p:spPr>
          <a:xfrm>
            <a:off x="13694774" y="709652"/>
            <a:ext cx="3700052" cy="369332"/>
          </a:xfrm>
          <a:prstGeom prst="rect">
            <a:avLst/>
          </a:prstGeom>
          <a:noFill/>
          <a:ln w="19050" cap="flat" cmpd="sng">
            <a:noFill/>
            <a:prstDash val="solid"/>
            <a:round/>
          </a:ln>
        </p:spPr>
        <p:txBody>
          <a:bodyPr vert="horz" wrap="none" lIns="91440" tIns="45720" rIns="91440" bIns="45720" rtlCol="0" anchor="t" anchorCtr="0"/>
          <a:lstStyle/>
          <a:p>
            <a:pPr>
              <a:defRPr/>
            </a:pPr>
            <a:r>
              <a:rPr lang="zh-CN" altLang="zh-CN" sz="18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仿宋" panose="02010609060101010101" pitchFamily="49" charset="-122"/>
                <a:ea typeface="仿宋" panose="02010609060101010101" pitchFamily="49" charset="-122"/>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密码学</a:t>
            </a:r>
            <a:r>
              <a:rPr lang="en-US" sz="1800" b="1" i="0" u="none" strike="noStrike" dirty="0">
                <a:solidFill>
                  <a:srgbClr val="1F497D"/>
                </a:solidFill>
                <a:latin typeface="仿宋" panose="02010609060101010101" pitchFamily="49" charset="-122"/>
                <a:ea typeface="仿宋" panose="02010609060101010101" pitchFamily="49" charset="-122"/>
                <a:cs typeface="Zhuque Fangsong"/>
                <a:sym typeface="Zhuque Fangsong"/>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基础理论与应用</a:t>
            </a:r>
            <a:endParaRPr lang="en-US" sz="1100" dirty="0">
              <a:latin typeface="仿宋" panose="02010609060101010101" pitchFamily="49" charset="-122"/>
              <a:ea typeface="仿宋" panose="02010609060101010101" pitchFamily="49" charset="-122"/>
            </a:endParaRPr>
          </a:p>
        </p:txBody>
      </p:sp>
      <p:sp>
        <p:nvSpPr>
          <p:cNvPr id="12" name="TextBox 30"/>
          <p:cNvSpPr txBox="1"/>
          <p:nvPr/>
        </p:nvSpPr>
        <p:spPr>
          <a:xfrm>
            <a:off x="2516902" y="505480"/>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格理论的基本概念</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3" name="TextBox 31"/>
          <p:cNvSpPr txBox="1"/>
          <p:nvPr/>
        </p:nvSpPr>
        <p:spPr>
          <a:xfrm>
            <a:off x="1270000" y="430530"/>
            <a:ext cx="1397635" cy="842645"/>
          </a:xfrm>
          <a:prstGeom prst="rect">
            <a:avLst/>
          </a:prstGeom>
        </p:spPr>
        <p:txBody>
          <a:bodyPr wrap="square" lIns="0" tIns="0" rIns="0" bIns="0" rtlCol="0" anchor="t">
            <a:spAutoFit/>
          </a:bodyPr>
          <a:lstStyle/>
          <a:p>
            <a:pPr lvl="0" algn="ctr">
              <a:lnSpc>
                <a:spcPts val="6575"/>
              </a:lnSpc>
              <a:buSzTx/>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Times New Roman" panose="02020603050405020304" pitchFamily="18" charset="0"/>
                <a:sym typeface="字由文艺黑" panose="00020600040101010101" charset="-122"/>
              </a:rPr>
              <a:t>10.1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Times New Roman" panose="02020603050405020304" pitchFamily="18" charset="0"/>
              <a:sym typeface="字由文艺黑" panose="00020600040101010101" charset="-122"/>
            </a:endParaRPr>
          </a:p>
        </p:txBody>
      </p:sp>
      <p:pic>
        <p:nvPicPr>
          <p:cNvPr id="4" name="图片 3"/>
          <p:cNvPicPr>
            <a:picLocks noChangeAspect="1"/>
          </p:cNvPicPr>
          <p:nvPr/>
        </p:nvPicPr>
        <p:blipFill>
          <a:blip r:embed="rId4"/>
          <a:stretch>
            <a:fillRect/>
          </a:stretch>
        </p:blipFill>
        <p:spPr>
          <a:xfrm>
            <a:off x="5146585" y="3585740"/>
            <a:ext cx="7184237" cy="5437610"/>
          </a:xfrm>
          <a:prstGeom prst="rect">
            <a:avLst/>
          </a:prstGeom>
        </p:spPr>
      </p:pic>
      <p:sp>
        <p:nvSpPr>
          <p:cNvPr id="10" name="文本框 9"/>
          <p:cNvSpPr txBox="1"/>
          <p:nvPr/>
        </p:nvSpPr>
        <p:spPr>
          <a:xfrm>
            <a:off x="7973287" y="9333756"/>
            <a:ext cx="1530831" cy="523220"/>
          </a:xfrm>
          <a:prstGeom prst="rect">
            <a:avLst/>
          </a:prstGeom>
          <a:noFill/>
        </p:spPr>
        <p:txBody>
          <a:bodyPr wrap="square">
            <a:spAutoFit/>
          </a:bodyPr>
          <a:lstStyle/>
          <a:p>
            <a:r>
              <a:rPr lang="zh-CN" altLang="en-US" sz="2800" b="0" i="0" u="none" strike="noStrike" dirty="0">
                <a:solidFill>
                  <a:srgbClr val="000000"/>
                </a:solidFill>
                <a:latin typeface="宋体" panose="02010600030101010101" pitchFamily="2" charset="-122"/>
                <a:ea typeface="宋体" panose="02010600030101010101" pitchFamily="2" charset="-122"/>
                <a:cs typeface="Songti SC"/>
                <a:sym typeface="Songti SC"/>
              </a:rPr>
              <a:t>图</a:t>
            </a:r>
            <a:r>
              <a:rPr lang="en-US" altLang="zh-CN" sz="2800" b="0" i="0" u="none" strike="noStrike" dirty="0">
                <a:solidFill>
                  <a:srgbClr val="000000"/>
                </a:solidFill>
                <a:latin typeface="宋体" panose="02010600030101010101" pitchFamily="2" charset="-122"/>
                <a:ea typeface="宋体" panose="02010600030101010101" pitchFamily="2" charset="-122"/>
                <a:cs typeface="Songti SC"/>
                <a:sym typeface="Songti SC"/>
              </a:rPr>
              <a:t>10.2</a:t>
            </a:r>
            <a:endParaRPr lang="zh-CN" altLang="en-US"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780296" y="360435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3" name="AutoShape 3"/>
          <p:cNvSpPr txBox="1"/>
          <p:nvPr/>
        </p:nvSpPr>
        <p:spPr>
          <a:xfrm>
            <a:off x="796975" y="3621029"/>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4" name="Freeform 4"/>
          <p:cNvSpPr/>
          <p:nvPr/>
        </p:nvSpPr>
        <p:spPr>
          <a:xfrm>
            <a:off x="780296" y="4024558"/>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5" name="AutoShape 5"/>
          <p:cNvSpPr txBox="1"/>
          <p:nvPr/>
        </p:nvSpPr>
        <p:spPr>
          <a:xfrm>
            <a:off x="796975" y="4041237"/>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6" name="Freeform 6"/>
          <p:cNvSpPr/>
          <p:nvPr/>
        </p:nvSpPr>
        <p:spPr>
          <a:xfrm>
            <a:off x="780296" y="4444768"/>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7" name="AutoShape 7"/>
          <p:cNvSpPr txBox="1"/>
          <p:nvPr/>
        </p:nvSpPr>
        <p:spPr>
          <a:xfrm>
            <a:off x="796975" y="4461447"/>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8" name="Freeform 8"/>
          <p:cNvSpPr/>
          <p:nvPr/>
        </p:nvSpPr>
        <p:spPr>
          <a:xfrm>
            <a:off x="780296" y="4864976"/>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9" name="AutoShape 9"/>
          <p:cNvSpPr txBox="1"/>
          <p:nvPr/>
        </p:nvSpPr>
        <p:spPr>
          <a:xfrm>
            <a:off x="796975" y="4881655"/>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10" name="Freeform 10"/>
          <p:cNvSpPr/>
          <p:nvPr/>
        </p:nvSpPr>
        <p:spPr>
          <a:xfrm>
            <a:off x="17329795" y="360435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11" name="AutoShape 11"/>
          <p:cNvSpPr txBox="1"/>
          <p:nvPr/>
        </p:nvSpPr>
        <p:spPr>
          <a:xfrm>
            <a:off x="17346474" y="3621029"/>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12" name="Freeform 12"/>
          <p:cNvSpPr/>
          <p:nvPr/>
        </p:nvSpPr>
        <p:spPr>
          <a:xfrm>
            <a:off x="17329795" y="4024558"/>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13" name="AutoShape 13"/>
          <p:cNvSpPr txBox="1"/>
          <p:nvPr/>
        </p:nvSpPr>
        <p:spPr>
          <a:xfrm>
            <a:off x="17346474" y="4041237"/>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14" name="Freeform 14"/>
          <p:cNvSpPr/>
          <p:nvPr/>
        </p:nvSpPr>
        <p:spPr>
          <a:xfrm>
            <a:off x="17329795" y="4444768"/>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15" name="AutoShape 15"/>
          <p:cNvSpPr txBox="1"/>
          <p:nvPr/>
        </p:nvSpPr>
        <p:spPr>
          <a:xfrm>
            <a:off x="17346474" y="4461447"/>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16" name="Freeform 16"/>
          <p:cNvSpPr/>
          <p:nvPr/>
        </p:nvSpPr>
        <p:spPr>
          <a:xfrm>
            <a:off x="17329795" y="4864976"/>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17" name="AutoShape 17"/>
          <p:cNvSpPr txBox="1"/>
          <p:nvPr/>
        </p:nvSpPr>
        <p:spPr>
          <a:xfrm>
            <a:off x="17346474" y="4881655"/>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18" name="Freeform 18"/>
          <p:cNvSpPr/>
          <p:nvPr/>
        </p:nvSpPr>
        <p:spPr>
          <a:xfrm rot="10800000">
            <a:off x="5340277" y="802276"/>
            <a:ext cx="7607444" cy="7607444"/>
          </a:xfrm>
          <a:custGeom>
            <a:avLst/>
            <a:gdLst/>
            <a:ahLst/>
            <a:cxnLst/>
            <a:rect l="l" t="t" r="r" b="b"/>
            <a:pathLst>
              <a:path w="7607444" h="7607444">
                <a:moveTo>
                  <a:pt x="3803721" y="0"/>
                </a:moveTo>
                <a:cubicBezTo>
                  <a:pt x="1702980" y="0"/>
                  <a:pt x="0" y="1702980"/>
                  <a:pt x="0" y="3803721"/>
                </a:cubicBezTo>
                <a:cubicBezTo>
                  <a:pt x="0" y="5904464"/>
                  <a:pt x="1702980" y="7607444"/>
                  <a:pt x="3803721" y="7607444"/>
                </a:cubicBezTo>
                <a:cubicBezTo>
                  <a:pt x="5904464" y="7607444"/>
                  <a:pt x="7607444" y="5904464"/>
                  <a:pt x="7607444" y="3803721"/>
                </a:cubicBezTo>
                <a:cubicBezTo>
                  <a:pt x="7607444" y="1702980"/>
                  <a:pt x="5904464" y="0"/>
                  <a:pt x="3803721" y="0"/>
                </a:cubicBezTo>
                <a:close/>
              </a:path>
            </a:pathLst>
          </a:custGeom>
          <a:gradFill rotWithShape="1">
            <a:gsLst>
              <a:gs pos="0">
                <a:srgbClr val="FFFFFF">
                  <a:alpha val="0"/>
                </a:srgbClr>
              </a:gs>
              <a:gs pos="100000">
                <a:srgbClr val="DDEEFF">
                  <a:alpha val="100000"/>
                </a:srgbClr>
              </a:gs>
            </a:gsLst>
            <a:lin ang="5400000"/>
          </a:gradFill>
          <a:ln w="25400" cap="flat" cmpd="sng">
            <a:noFill/>
            <a:prstDash val="solid"/>
            <a:round/>
          </a:ln>
        </p:spPr>
        <p:txBody>
          <a:bodyPr vert="horz" wrap="square" lIns="91440" tIns="45720" rIns="91440" bIns="45720" rtlCol="0" anchor="t" anchorCtr="0"/>
          <a:lstStyle/>
          <a:p>
            <a:pPr algn="l">
              <a:defRPr/>
            </a:pPr>
          </a:p>
        </p:txBody>
      </p:sp>
      <p:sp>
        <p:nvSpPr>
          <p:cNvPr id="19" name="AutoShape 19"/>
          <p:cNvSpPr txBox="1"/>
          <p:nvPr/>
        </p:nvSpPr>
        <p:spPr>
          <a:xfrm rot="10800000">
            <a:off x="6053475" y="1515474"/>
            <a:ext cx="6181047" cy="6181047"/>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20" name="AutoShape 20"/>
          <p:cNvSpPr txBox="1"/>
          <p:nvPr/>
        </p:nvSpPr>
        <p:spPr>
          <a:xfrm>
            <a:off x="7781241" y="2834725"/>
            <a:ext cx="2725514" cy="2190115"/>
          </a:xfrm>
          <a:prstGeom prst="rect">
            <a:avLst/>
          </a:prstGeom>
          <a:noFill/>
          <a:ln w="19050" cap="flat" cmpd="sng">
            <a:noFill/>
            <a:prstDash val="solid"/>
            <a:round/>
          </a:ln>
        </p:spPr>
        <p:txBody>
          <a:bodyPr vert="horz" wrap="square" lIns="0" tIns="0" rIns="0" bIns="0" rtlCol="0" anchor="t" anchorCtr="0"/>
          <a:lstStyle/>
          <a:p>
            <a:pPr marL="0" indent="0" algn="ctr" defTabSz="914400">
              <a:lnSpc>
                <a:spcPts val="17080"/>
              </a:lnSpc>
              <a:defRPr/>
            </a:pPr>
            <a:r>
              <a:rPr lang="en-US" sz="12200" b="0" i="0" u="none" strike="noStrike" dirty="0">
                <a:solidFill>
                  <a:srgbClr val="004AAD"/>
                </a:solidFill>
                <a:latin typeface="Times New Roman" panose="02020603050405020304"/>
                <a:ea typeface="Times New Roman" panose="02020603050405020304"/>
                <a:cs typeface="Times New Roman" panose="02020603050405020304"/>
                <a:sym typeface="Times New Roman" panose="02020603050405020304"/>
              </a:rPr>
              <a:t>10.2</a:t>
            </a:r>
            <a:endParaRPr lang="en-US" sz="1100" dirty="0"/>
          </a:p>
        </p:txBody>
      </p:sp>
      <p:sp>
        <p:nvSpPr>
          <p:cNvPr id="21" name="AutoShape 21"/>
          <p:cNvSpPr txBox="1"/>
          <p:nvPr/>
        </p:nvSpPr>
        <p:spPr>
          <a:xfrm>
            <a:off x="3428998" y="5143500"/>
            <a:ext cx="11429999" cy="2872105"/>
          </a:xfrm>
          <a:prstGeom prst="rect">
            <a:avLst/>
          </a:prstGeom>
          <a:noFill/>
          <a:ln w="19050" cap="flat" cmpd="sng">
            <a:noFill/>
            <a:prstDash val="solid"/>
            <a:round/>
          </a:ln>
        </p:spPr>
        <p:txBody>
          <a:bodyPr vert="horz" wrap="square" lIns="0" tIns="0" rIns="0" bIns="0" rtlCol="0" anchor="t" anchorCtr="0"/>
          <a:lstStyle/>
          <a:p>
            <a:pPr marL="0" indent="0" algn="ctr" defTabSz="914400">
              <a:lnSpc>
                <a:spcPts val="11200"/>
              </a:lnSpc>
              <a:defRPr/>
            </a:pPr>
            <a:r>
              <a:rPr lang="en-US" sz="9600" b="1" i="0" u="none" strike="noStrike" dirty="0">
                <a:solidFill>
                  <a:srgbClr val="004AAD"/>
                </a:solidFill>
                <a:latin typeface="仿宋" panose="02010609060101010101" pitchFamily="49" charset="-122"/>
                <a:ea typeface="仿宋" panose="02010609060101010101" pitchFamily="49" charset="-122"/>
                <a:cs typeface="Zhuque Fangsong"/>
                <a:sym typeface="Zhuque Fangsong"/>
              </a:rPr>
              <a:t>格上的计算困难问题</a:t>
            </a:r>
            <a:endParaRPr lang="en-US" sz="9600" dirty="0">
              <a:latin typeface="仿宋" panose="02010609060101010101" pitchFamily="49" charset="-122"/>
              <a:ea typeface="仿宋" panose="02010609060101010101" pitchFamily="49" charset="-122"/>
            </a:endParaRPr>
          </a:p>
          <a:p>
            <a:pPr algn="ctr" defTabSz="914400">
              <a:lnSpc>
                <a:spcPts val="11200"/>
              </a:lnSpc>
            </a:pPr>
            <a:endParaRPr lang="en-US" sz="1100" dirty="0"/>
          </a:p>
        </p:txBody>
      </p:sp>
      <p:sp>
        <p:nvSpPr>
          <p:cNvPr id="22" name="Freeform 22"/>
          <p:cNvSpPr/>
          <p:nvPr/>
        </p:nvSpPr>
        <p:spPr>
          <a:xfrm>
            <a:off x="-1028699" y="9030575"/>
            <a:ext cx="20887940" cy="1097222"/>
          </a:xfrm>
          <a:custGeom>
            <a:avLst/>
            <a:gdLst/>
            <a:ahLst/>
            <a:cxnLst/>
            <a:rect l="l" t="t" r="r" b="b"/>
            <a:pathLst>
              <a:path w="20887940" h="1097222">
                <a:moveTo>
                  <a:pt x="71773" y="0"/>
                </a:moveTo>
                <a:lnTo>
                  <a:pt x="20816167" y="0"/>
                </a:lnTo>
                <a:cubicBezTo>
                  <a:pt x="20835201" y="0"/>
                  <a:pt x="20853457" y="7563"/>
                  <a:pt x="20866917" y="21020"/>
                </a:cubicBezTo>
                <a:cubicBezTo>
                  <a:pt x="20880376" y="34479"/>
                  <a:pt x="20887940" y="52735"/>
                  <a:pt x="20887940" y="71773"/>
                </a:cubicBezTo>
                <a:lnTo>
                  <a:pt x="20887940" y="1025454"/>
                </a:lnTo>
                <a:cubicBezTo>
                  <a:pt x="20887940" y="1065089"/>
                  <a:pt x="20855807" y="1097222"/>
                  <a:pt x="20816167" y="1097222"/>
                </a:cubicBezTo>
                <a:lnTo>
                  <a:pt x="71773" y="1097222"/>
                </a:lnTo>
                <a:cubicBezTo>
                  <a:pt x="32134" y="1097222"/>
                  <a:pt x="0" y="1065089"/>
                  <a:pt x="0" y="1025454"/>
                </a:cubicBezTo>
                <a:lnTo>
                  <a:pt x="0" y="71773"/>
                </a:lnTo>
                <a:cubicBezTo>
                  <a:pt x="0" y="32134"/>
                  <a:pt x="32134" y="0"/>
                  <a:pt x="71773" y="0"/>
                </a:cubicBezTo>
                <a:close/>
              </a:path>
            </a:pathLst>
          </a:custGeom>
          <a:gradFill rotWithShape="1">
            <a:gsLst>
              <a:gs pos="0">
                <a:srgbClr val="FFAD5C">
                  <a:alpha val="100000"/>
                </a:srgbClr>
              </a:gs>
              <a:gs pos="100000">
                <a:srgbClr val="FFE1C4">
                  <a:alpha val="100000"/>
                </a:srgbClr>
              </a:gs>
            </a:gsLst>
            <a:lin ang="0"/>
          </a:gradFill>
          <a:ln w="25400" cap="flat" cmpd="sng">
            <a:noFill/>
            <a:prstDash val="solid"/>
            <a:round/>
          </a:ln>
        </p:spPr>
        <p:txBody>
          <a:bodyPr vert="horz" wrap="square" lIns="91440" tIns="45720" rIns="91440" bIns="45720" rtlCol="0" anchor="t" anchorCtr="0"/>
          <a:lstStyle/>
          <a:p>
            <a:pPr algn="l">
              <a:defRPr/>
            </a:pPr>
          </a:p>
        </p:txBody>
      </p:sp>
      <p:sp>
        <p:nvSpPr>
          <p:cNvPr id="23" name="AutoShape 23"/>
          <p:cNvSpPr txBox="1"/>
          <p:nvPr/>
        </p:nvSpPr>
        <p:spPr>
          <a:xfrm>
            <a:off x="-1028699" y="9030575"/>
            <a:ext cx="20887940" cy="1097222"/>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24" name="Freeform 24"/>
          <p:cNvSpPr/>
          <p:nvPr/>
        </p:nvSpPr>
        <p:spPr>
          <a:xfrm>
            <a:off x="-1299970" y="9183427"/>
            <a:ext cx="20887940" cy="1241762"/>
          </a:xfrm>
          <a:custGeom>
            <a:avLst/>
            <a:gdLst/>
            <a:ahLst/>
            <a:cxnLst/>
            <a:rect l="l" t="t" r="r" b="b"/>
            <a:pathLst>
              <a:path w="20887940" h="1241762">
                <a:moveTo>
                  <a:pt x="71773" y="0"/>
                </a:moveTo>
                <a:lnTo>
                  <a:pt x="20816167" y="0"/>
                </a:lnTo>
                <a:cubicBezTo>
                  <a:pt x="20835201" y="0"/>
                  <a:pt x="20853457" y="7563"/>
                  <a:pt x="20866917" y="21020"/>
                </a:cubicBezTo>
                <a:cubicBezTo>
                  <a:pt x="20880376" y="34479"/>
                  <a:pt x="20887940" y="52734"/>
                  <a:pt x="20887940" y="71773"/>
                </a:cubicBezTo>
                <a:lnTo>
                  <a:pt x="20887940" y="1169989"/>
                </a:lnTo>
                <a:cubicBezTo>
                  <a:pt x="20887940" y="1209628"/>
                  <a:pt x="20855807" y="1241762"/>
                  <a:pt x="20816167" y="1241762"/>
                </a:cubicBezTo>
                <a:lnTo>
                  <a:pt x="71773" y="1241762"/>
                </a:lnTo>
                <a:cubicBezTo>
                  <a:pt x="32134" y="1241762"/>
                  <a:pt x="0" y="1209628"/>
                  <a:pt x="0" y="1169989"/>
                </a:cubicBezTo>
                <a:lnTo>
                  <a:pt x="0" y="71773"/>
                </a:lnTo>
                <a:cubicBezTo>
                  <a:pt x="0" y="32134"/>
                  <a:pt x="32134" y="0"/>
                  <a:pt x="71773" y="0"/>
                </a:cubicBezTo>
                <a:close/>
              </a:path>
            </a:pathLst>
          </a:custGeom>
          <a:solidFill>
            <a:srgbClr val="013E7C">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25" name="AutoShape 25"/>
          <p:cNvSpPr txBox="1"/>
          <p:nvPr/>
        </p:nvSpPr>
        <p:spPr>
          <a:xfrm>
            <a:off x="-1299970" y="9183427"/>
            <a:ext cx="20887940" cy="124176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26" name="AutoShape 26"/>
          <p:cNvSpPr txBox="1"/>
          <p:nvPr/>
        </p:nvSpPr>
        <p:spPr>
          <a:xfrm>
            <a:off x="15374104" y="9522714"/>
            <a:ext cx="2133600" cy="441325"/>
          </a:xfrm>
          <a:prstGeom prst="rect">
            <a:avLst/>
          </a:prstGeom>
          <a:noFill/>
          <a:ln w="19050" cap="flat" cmpd="sng">
            <a:noFill/>
            <a:prstDash val="solid"/>
            <a:round/>
          </a:ln>
        </p:spPr>
        <p:txBody>
          <a:bodyPr vert="horz" wrap="square" lIns="91440" tIns="45720" rIns="91440" bIns="45720" rtlCol="0" anchor="ctr" anchorCtr="0"/>
          <a:lstStyle/>
          <a:p>
            <a:pPr marL="0" indent="0" algn="r" defTabSz="914400">
              <a:lnSpc>
                <a:spcPct val="100000"/>
              </a:lnSpc>
              <a:defRPr/>
            </a:pPr>
            <a:fld id="{A1AFBB37-62BD-4B18-9793-9FBE3BC8F3A2}" type="slidenum">
              <a:rPr sz="1400" b="0" i="0" u="none" strike="noStrike">
                <a:solidFill>
                  <a:srgbClr val="FFC000"/>
                </a:solidFill>
                <a:latin typeface="Calibri" panose="020F0502020204030204"/>
                <a:ea typeface="Calibri" panose="020F0502020204030204"/>
                <a:cs typeface="Calibri" panose="020F0502020204030204"/>
                <a:sym typeface="Calibri" panose="020F0502020204030204"/>
              </a:rPr>
            </a:fld>
            <a:endParaRPr lang="en-US" sz="1100"/>
          </a:p>
        </p:txBody>
      </p:sp>
      <p:pic>
        <p:nvPicPr>
          <p:cNvPr id="28" name="Picture 28"/>
          <p:cNvPicPr>
            <a:picLocks noChangeAspect="1"/>
          </p:cNvPicPr>
          <p:nvPr/>
        </p:nvPicPr>
        <p:blipFill>
          <a:blip r:embed="rId1"/>
          <a:srcRect/>
          <a:stretch>
            <a:fillRect/>
          </a:stretch>
        </p:blipFill>
        <p:spPr>
          <a:xfrm>
            <a:off x="1090952" y="932573"/>
            <a:ext cx="2771429" cy="47619"/>
          </a:xfrm>
          <a:prstGeom prst="rect">
            <a:avLst/>
          </a:prstGeom>
          <a:noFill/>
          <a:ln w="25400" cap="flat" cmpd="sng">
            <a:noFill/>
            <a:prstDash val="solid"/>
            <a:round/>
          </a:ln>
        </p:spPr>
      </p:pic>
      <p:sp>
        <p:nvSpPr>
          <p:cNvPr id="29" name="AutoShape 35"/>
          <p:cNvSpPr txBox="1"/>
          <p:nvPr/>
        </p:nvSpPr>
        <p:spPr>
          <a:xfrm>
            <a:off x="780296" y="457078"/>
            <a:ext cx="3700052" cy="369332"/>
          </a:xfrm>
          <a:prstGeom prst="rect">
            <a:avLst/>
          </a:prstGeom>
          <a:noFill/>
          <a:ln w="19050" cap="flat" cmpd="sng">
            <a:noFill/>
            <a:prstDash val="solid"/>
            <a:round/>
          </a:ln>
        </p:spPr>
        <p:txBody>
          <a:bodyPr vert="horz" wrap="none" lIns="91440" tIns="45720" rIns="91440" bIns="45720" rtlCol="0" anchor="t" anchorCtr="0"/>
          <a:lstStyle/>
          <a:p>
            <a:pPr>
              <a:defRPr/>
            </a:pPr>
            <a:r>
              <a:rPr lang="zh-CN" altLang="zh-CN" sz="18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仿宋" panose="02010609060101010101" pitchFamily="49" charset="-122"/>
                <a:ea typeface="仿宋" panose="02010609060101010101" pitchFamily="49" charset="-122"/>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密码学</a:t>
            </a:r>
            <a:r>
              <a:rPr lang="en-US" sz="1800" b="1" i="0" u="none" strike="noStrike" dirty="0">
                <a:solidFill>
                  <a:srgbClr val="1F497D"/>
                </a:solidFill>
                <a:latin typeface="仿宋" panose="02010609060101010101" pitchFamily="49" charset="-122"/>
                <a:ea typeface="仿宋" panose="02010609060101010101" pitchFamily="49" charset="-122"/>
                <a:cs typeface="Zhuque Fangsong"/>
                <a:sym typeface="Zhuque Fangsong"/>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基础理论与应用</a:t>
            </a:r>
            <a:endParaRPr lang="en-US" sz="1100" dirty="0">
              <a:latin typeface="仿宋" panose="02010609060101010101" pitchFamily="49" charset="-122"/>
              <a:ea typeface="仿宋" panose="02010609060101010101" pitchFamily="49"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412090" y="1028700"/>
            <a:ext cx="7800783" cy="275915"/>
          </a:xfrm>
          <a:custGeom>
            <a:avLst/>
            <a:gdLst/>
            <a:ahLst/>
            <a:cxnLst/>
            <a:rect l="l" t="t" r="r" b="b"/>
            <a:pathLst>
              <a:path w="7800783" h="275915">
                <a:moveTo>
                  <a:pt x="137960" y="0"/>
                </a:moveTo>
                <a:lnTo>
                  <a:pt x="7662827" y="0"/>
                </a:lnTo>
                <a:cubicBezTo>
                  <a:pt x="7699414" y="0"/>
                  <a:pt x="7734504" y="14534"/>
                  <a:pt x="7760377" y="40406"/>
                </a:cubicBezTo>
                <a:cubicBezTo>
                  <a:pt x="7786248" y="66279"/>
                  <a:pt x="7800783" y="101369"/>
                  <a:pt x="7800783" y="137959"/>
                </a:cubicBezTo>
                <a:lnTo>
                  <a:pt x="7800783" y="137959"/>
                </a:lnTo>
                <a:cubicBezTo>
                  <a:pt x="7800783" y="174546"/>
                  <a:pt x="7786248" y="209636"/>
                  <a:pt x="7760377" y="235509"/>
                </a:cubicBezTo>
                <a:cubicBezTo>
                  <a:pt x="7734504" y="261380"/>
                  <a:pt x="7699414" y="275915"/>
                  <a:pt x="7662827" y="275915"/>
                </a:cubicBezTo>
                <a:lnTo>
                  <a:pt x="137960" y="275915"/>
                </a:lnTo>
                <a:cubicBezTo>
                  <a:pt x="101369" y="275915"/>
                  <a:pt x="66279" y="261380"/>
                  <a:pt x="40406" y="235509"/>
                </a:cubicBezTo>
                <a:cubicBezTo>
                  <a:pt x="14534" y="209636"/>
                  <a:pt x="0" y="174546"/>
                  <a:pt x="0" y="137959"/>
                </a:cubicBezTo>
                <a:lnTo>
                  <a:pt x="0" y="137959"/>
                </a:lnTo>
                <a:cubicBezTo>
                  <a:pt x="0" y="101369"/>
                  <a:pt x="14534" y="66279"/>
                  <a:pt x="40406" y="40406"/>
                </a:cubicBezTo>
                <a:cubicBezTo>
                  <a:pt x="66279" y="14534"/>
                  <a:pt x="101369" y="0"/>
                  <a:pt x="137960" y="0"/>
                </a:cubicBezTo>
                <a:close/>
              </a:path>
            </a:pathLst>
          </a:custGeom>
          <a:gradFill rotWithShape="1">
            <a:gsLst>
              <a:gs pos="0">
                <a:srgbClr val="DDEEFF">
                  <a:alpha val="100000"/>
                </a:srgbClr>
              </a:gs>
              <a:gs pos="100000">
                <a:srgbClr val="FFFFFF">
                  <a:alpha val="0"/>
                </a:srgbClr>
              </a:gs>
            </a:gsLst>
            <a:lin ang="0"/>
          </a:gradFill>
          <a:ln w="25400" cap="flat" cmpd="sng">
            <a:noFill/>
            <a:prstDash val="solid"/>
            <a:round/>
          </a:ln>
        </p:spPr>
        <p:txBody>
          <a:bodyPr vert="horz" wrap="square" lIns="91440" tIns="45720" rIns="91440" bIns="45720" rtlCol="0" anchor="t" anchorCtr="0"/>
          <a:lstStyle/>
          <a:p>
            <a:pPr algn="l">
              <a:defRPr/>
            </a:pPr>
          </a:p>
        </p:txBody>
      </p:sp>
      <p:pic>
        <p:nvPicPr>
          <p:cNvPr id="5" name="Picture 5"/>
          <p:cNvPicPr>
            <a:picLocks noChangeAspect="1"/>
          </p:cNvPicPr>
          <p:nvPr/>
        </p:nvPicPr>
        <p:blipFill>
          <a:blip r:embed="rId1">
            <a:alphaModFix amt="80000"/>
          </a:blip>
          <a:srcRect/>
          <a:stretch>
            <a:fillRect/>
          </a:stretch>
        </p:blipFill>
        <p:spPr>
          <a:xfrm>
            <a:off x="762000" y="494030"/>
            <a:ext cx="1069975" cy="656590"/>
          </a:xfrm>
          <a:prstGeom prst="rect">
            <a:avLst/>
          </a:prstGeom>
          <a:noFill/>
          <a:ln w="25400" cap="flat" cmpd="sng">
            <a:noFill/>
            <a:prstDash val="solid"/>
            <a:round/>
          </a:ln>
          <a:effectLst>
            <a:outerShdw blurRad="50800" dist="38100" dir="2700000" algn="tl">
              <a:srgbClr val="000000">
                <a:alpha val="40000"/>
              </a:srgbClr>
            </a:outerShdw>
            <a:reflection blurRad="6350" stA="50000" endA="300" endPos="55000" dir="5400000" sy="-100000" algn="bl" rotWithShape="0"/>
          </a:effectLst>
        </p:spPr>
      </p:pic>
      <p:pic>
        <p:nvPicPr>
          <p:cNvPr id="7" name="Picture 7"/>
          <p:cNvPicPr>
            <a:picLocks noChangeAspect="1"/>
          </p:cNvPicPr>
          <p:nvPr/>
        </p:nvPicPr>
        <p:blipFill>
          <a:blip r:embed="rId2"/>
          <a:srcRect/>
          <a:stretch>
            <a:fillRect/>
          </a:stretch>
        </p:blipFill>
        <p:spPr>
          <a:xfrm>
            <a:off x="13772537" y="1102753"/>
            <a:ext cx="2771429" cy="47619"/>
          </a:xfrm>
          <a:prstGeom prst="rect">
            <a:avLst/>
          </a:prstGeom>
          <a:noFill/>
          <a:ln w="25400" cap="flat" cmpd="sng">
            <a:noFill/>
            <a:prstDash val="solid"/>
            <a:round/>
          </a:ln>
        </p:spPr>
      </p:pic>
      <mc:AlternateContent xmlns:mc="http://schemas.openxmlformats.org/markup-compatibility/2006">
        <mc:Choice xmlns:a14="http://schemas.microsoft.com/office/drawing/2010/main" Requires="a14">
          <p:sp>
            <p:nvSpPr>
              <p:cNvPr id="8" name="AutoShape 8"/>
              <p:cNvSpPr txBox="1"/>
              <p:nvPr/>
            </p:nvSpPr>
            <p:spPr>
              <a:xfrm>
                <a:off x="1270000" y="1651000"/>
                <a:ext cx="15732539" cy="7926348"/>
              </a:xfrm>
              <a:prstGeom prst="rect">
                <a:avLst/>
              </a:prstGeom>
              <a:noFill/>
              <a:ln w="19050" cap="flat" cmpd="sng">
                <a:noFill/>
                <a:prstDash val="solid"/>
                <a:round/>
              </a:ln>
            </p:spPr>
            <p:txBody>
              <a:bodyPr vert="horz" wrap="square" lIns="0" tIns="0" rIns="0" bIns="0" rtlCol="0" anchor="t" anchorCtr="0">
                <a:noAutofit/>
              </a:bodyPr>
              <a:lstStyle/>
              <a:p>
                <a:pPr lvl="0" indent="914400" algn="just" defTabSz="914400">
                  <a:lnSpc>
                    <a:spcPct val="125000"/>
                  </a:lnSpc>
                  <a:buSzTx/>
                  <a:defRPr/>
                </a:pPr>
                <a:r>
                  <a:rPr lang="en-US" sz="3200" dirty="0">
                    <a:uFillTx/>
                    <a:latin typeface="Times New Roman" panose="02020603050405020304" pitchFamily="18" charset="0"/>
                    <a:ea typeface="宋体" panose="02010600030101010101" pitchFamily="2" charset="-122"/>
                    <a:cs typeface="Songti SC"/>
                    <a:sym typeface="Songti SC"/>
                  </a:rPr>
                  <a:t>格上的计算困难问题主要包括最短向量问题（</a:t>
                </a:r>
                <a:r>
                  <a:rPr lang="en-US" sz="3200" dirty="0">
                    <a:uFillTx/>
                    <a:latin typeface="Times New Roman" panose="02020603050405020304" pitchFamily="18" charset="0"/>
                    <a:ea typeface="宋体" panose="02010600030101010101" pitchFamily="2" charset="-122"/>
                    <a:cs typeface="Songti SC"/>
                    <a:sym typeface="Songti SC"/>
                  </a:rPr>
                  <a:t>SVP</a:t>
                </a:r>
                <a:r>
                  <a:rPr lang="en-US" sz="3200" dirty="0">
                    <a:uFillTx/>
                    <a:latin typeface="Times New Roman" panose="02020603050405020304" pitchFamily="18" charset="0"/>
                    <a:ea typeface="宋体" panose="02010600030101010101" pitchFamily="2" charset="-122"/>
                    <a:cs typeface="Songti SC"/>
                    <a:sym typeface="Songti SC"/>
                  </a:rPr>
                  <a:t>）、</a:t>
                </a:r>
                <a:r>
                  <a:rPr lang="en-US" sz="3200" dirty="0">
                    <a:uFillTx/>
                    <a:latin typeface="Times New Roman" panose="02020603050405020304" pitchFamily="18" charset="0"/>
                    <a:ea typeface="宋体" panose="02010600030101010101" pitchFamily="2" charset="-122"/>
                    <a:cs typeface="Songti SC"/>
                    <a:sym typeface="Songti SC"/>
                  </a:rPr>
                  <a:t>最近向量问题（</a:t>
                </a:r>
                <a:r>
                  <a:rPr lang="en-US" sz="3200" dirty="0">
                    <a:uFillTx/>
                    <a:latin typeface="Times New Roman" panose="02020603050405020304" pitchFamily="18" charset="0"/>
                    <a:ea typeface="宋体" panose="02010600030101010101" pitchFamily="2" charset="-122"/>
                    <a:cs typeface="Songti SC"/>
                    <a:sym typeface="Songti SC"/>
                  </a:rPr>
                  <a:t>CVP</a:t>
                </a:r>
                <a:r>
                  <a:rPr lang="en-US" sz="3200" dirty="0">
                    <a:uFillTx/>
                    <a:latin typeface="Times New Roman" panose="02020603050405020304" pitchFamily="18" charset="0"/>
                    <a:ea typeface="宋体" panose="02010600030101010101" pitchFamily="2" charset="-122"/>
                    <a:cs typeface="Songti SC"/>
                    <a:sym typeface="Songti SC"/>
                  </a:rPr>
                  <a:t>）、</a:t>
                </a:r>
                <a:r>
                  <a:rPr lang="en-US" sz="3200" dirty="0">
                    <a:uFillTx/>
                    <a:latin typeface="Times New Roman" panose="02020603050405020304" pitchFamily="18" charset="0"/>
                    <a:ea typeface="宋体" panose="02010600030101010101" pitchFamily="2" charset="-122"/>
                    <a:cs typeface="Songti SC"/>
                    <a:sym typeface="Songti SC"/>
                  </a:rPr>
                  <a:t>错误学习问题（</a:t>
                </a:r>
                <a:r>
                  <a:rPr lang="en-US" sz="3200" dirty="0">
                    <a:uFillTx/>
                    <a:latin typeface="Times New Roman" panose="02020603050405020304" pitchFamily="18" charset="0"/>
                    <a:ea typeface="宋体" panose="02010600030101010101" pitchFamily="2" charset="-122"/>
                    <a:cs typeface="Songti SC"/>
                    <a:sym typeface="Songti SC"/>
                  </a:rPr>
                  <a:t>LWE</a:t>
                </a:r>
                <a:r>
                  <a:rPr lang="en-US" sz="3200" dirty="0">
                    <a:uFillTx/>
                    <a:latin typeface="Times New Roman" panose="02020603050405020304" pitchFamily="18" charset="0"/>
                    <a:ea typeface="宋体" panose="02010600030101010101" pitchFamily="2" charset="-122"/>
                    <a:cs typeface="Songti SC"/>
                    <a:sym typeface="Songti SC"/>
                  </a:rPr>
                  <a:t>）和最小整数解问题（</a:t>
                </a:r>
                <a:r>
                  <a:rPr lang="en-US" sz="3200" dirty="0">
                    <a:uFillTx/>
                    <a:latin typeface="Times New Roman" panose="02020603050405020304" pitchFamily="18" charset="0"/>
                    <a:ea typeface="宋体" panose="02010600030101010101" pitchFamily="2" charset="-122"/>
                    <a:cs typeface="Songti SC"/>
                    <a:sym typeface="Songti SC"/>
                  </a:rPr>
                  <a:t>SIS</a:t>
                </a:r>
                <a:r>
                  <a:rPr lang="en-US" sz="3200" dirty="0">
                    <a:uFillTx/>
                    <a:latin typeface="Times New Roman" panose="02020603050405020304" pitchFamily="18" charset="0"/>
                    <a:ea typeface="宋体" panose="02010600030101010101" pitchFamily="2" charset="-122"/>
                    <a:cs typeface="Songti SC"/>
                    <a:sym typeface="Songti SC"/>
                  </a:rPr>
                  <a:t>）。</a:t>
                </a:r>
                <a:endParaRPr lang="en-US" sz="3200" dirty="0">
                  <a:uFillTx/>
                  <a:latin typeface="Times New Roman" panose="02020603050405020304" pitchFamily="18" charset="0"/>
                  <a:ea typeface="宋体" panose="02010600030101010101" pitchFamily="2" charset="-122"/>
                  <a:cs typeface="Songti SC"/>
                  <a:sym typeface="+mn-ea"/>
                </a:endParaRPr>
              </a:p>
              <a:p>
                <a:pPr lvl="0" indent="914400" algn="just" defTabSz="914400">
                  <a:lnSpc>
                    <a:spcPct val="125000"/>
                  </a:lnSpc>
                  <a:buSzTx/>
                  <a:defRPr/>
                </a:pPr>
                <a:r>
                  <a:rPr lang="en-US" sz="3200" dirty="0">
                    <a:uFillTx/>
                    <a:latin typeface="Times New Roman" panose="02020603050405020304" pitchFamily="18" charset="0"/>
                    <a:ea typeface="宋体" panose="02010600030101010101" pitchFamily="2" charset="-122"/>
                    <a:cs typeface="Songti SC"/>
                    <a:sym typeface="Zhuque Fangsong"/>
                  </a:rPr>
                  <a:t>定义10.5（</a:t>
                </a:r>
                <a:r>
                  <a:rPr lang="en-US" sz="3200" b="1" dirty="0">
                    <a:uFillTx/>
                    <a:latin typeface="Times New Roman" panose="02020603050405020304" pitchFamily="18" charset="0"/>
                    <a:ea typeface="宋体" panose="02010600030101010101" pitchFamily="2" charset="-122"/>
                    <a:cs typeface="Songti SC"/>
                    <a:sym typeface="Zhuque Fangsong"/>
                  </a:rPr>
                  <a:t>SVP</a:t>
                </a:r>
                <a:r>
                  <a:rPr lang="en-US" sz="3200" b="1" dirty="0">
                    <a:uFillTx/>
                    <a:latin typeface="Times New Roman" panose="02020603050405020304" pitchFamily="18" charset="0"/>
                    <a:ea typeface="宋体" panose="02010600030101010101" pitchFamily="2" charset="-122"/>
                    <a:cs typeface="Songti SC"/>
                    <a:sym typeface="Zhuque Fangsong"/>
                  </a:rPr>
                  <a:t>问题</a:t>
                </a:r>
                <a:r>
                  <a:rPr lang="en-US" sz="3200" dirty="0">
                    <a:uFillTx/>
                    <a:latin typeface="Times New Roman" panose="02020603050405020304" pitchFamily="18" charset="0"/>
                    <a:ea typeface="宋体" panose="02010600030101010101" pitchFamily="2" charset="-122"/>
                    <a:cs typeface="Songti SC"/>
                    <a:sym typeface="Zhuque Fangsong"/>
                  </a:rPr>
                  <a:t>）</a:t>
                </a:r>
                <a:r>
                  <a:rPr lang="en-US" sz="3200" dirty="0">
                    <a:uFillTx/>
                    <a:latin typeface="Times New Roman" panose="02020603050405020304" pitchFamily="18" charset="0"/>
                    <a:ea typeface="宋体" panose="02010600030101010101" pitchFamily="2" charset="-122"/>
                    <a:cs typeface="Songti SC"/>
                    <a:sym typeface="Songti SC"/>
                  </a:rPr>
                  <a:t>对于给定格的一组基</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Songti SC"/>
                      </a:rPr>
                      <m:t>𝐵</m:t>
                    </m:r>
                  </m:oMath>
                </a14:m>
                <a:r>
                  <a:rPr lang="en-US" sz="3200" dirty="0">
                    <a:uFillTx/>
                    <a:latin typeface="Times New Roman" panose="02020603050405020304" pitchFamily="18" charset="0"/>
                    <a:ea typeface="宋体" panose="02010600030101010101" pitchFamily="2" charset="-122"/>
                    <a:cs typeface="Songti SC"/>
                    <a:sym typeface="Songti SC"/>
                  </a:rPr>
                  <a:t>，找到格中的一个非零向量</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Songti SC"/>
                      </a:rPr>
                      <m:t>𝜆</m:t>
                    </m:r>
                  </m:oMath>
                </a14:m>
                <a:r>
                  <a:rPr lang="en-US" sz="3200" dirty="0">
                    <a:uFillTx/>
                    <a:latin typeface="Times New Roman" panose="02020603050405020304" pitchFamily="18" charset="0"/>
                    <a:ea typeface="宋体" panose="02010600030101010101" pitchFamily="2" charset="-122"/>
                    <a:cs typeface="Songti SC"/>
                    <a:sym typeface="Songti SC"/>
                  </a:rPr>
                  <a:t>∈</a:t>
                </a:r>
                <a:r>
                  <a:rPr lang="en-US" sz="3200" dirty="0">
                    <a:uFillTx/>
                    <a:latin typeface="Times New Roman" panose="02020603050405020304" pitchFamily="18" charset="0"/>
                    <a:ea typeface="宋体" panose="02010600030101010101" pitchFamily="2" charset="-122"/>
                    <a:cs typeface="Songti SC"/>
                    <a:sym typeface="Songti SC"/>
                  </a:rPr>
                  <a:t>B</a:t>
                </a:r>
                <a:r>
                  <a:rPr lang="en-US" sz="3200" dirty="0">
                    <a:uFillTx/>
                    <a:latin typeface="Times New Roman" panose="02020603050405020304" pitchFamily="18" charset="0"/>
                    <a:ea typeface="宋体" panose="02010600030101010101" pitchFamily="2" charset="-122"/>
                    <a:cs typeface="Songti SC"/>
                    <a:sym typeface="Songti SC"/>
                  </a:rPr>
                  <a:t>x</a:t>
                </a:r>
                <a:r>
                  <a:rPr lang="en-US" sz="3200" dirty="0">
                    <a:uFillTx/>
                    <a:latin typeface="Times New Roman" panose="02020603050405020304" pitchFamily="18" charset="0"/>
                    <a:ea typeface="宋体" panose="02010600030101010101" pitchFamily="2" charset="-122"/>
                    <a:cs typeface="Songti SC"/>
                    <a:sym typeface="Songti SC"/>
                  </a:rPr>
                  <a:t>，有</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mn-ea"/>
                      </a:rPr>
                      <m:t>|</m:t>
                    </m:r>
                    <m:r>
                      <m:rPr>
                        <m:lit/>
                      </m:rP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Songti SC"/>
                      </a:rPr>
                      <m:t>𝜆</m:t>
                    </m:r>
                    <m:r>
                      <a:rPr lang="en-US" sz="3200" dirty="0">
                        <a:uFillTx/>
                        <a:latin typeface="Times New Roman" panose="02020603050405020304" pitchFamily="18" charset="0"/>
                        <a:ea typeface="宋体" panose="02010600030101010101" pitchFamily="2" charset="-122"/>
                        <a:cs typeface="Songti SC"/>
                        <a:sym typeface="+mn-ea"/>
                      </a:rPr>
                      <m:t>|</m:t>
                    </m:r>
                    <m:r>
                      <m:rPr>
                        <m:lit/>
                      </m:rPr>
                      <a:rPr lang="en-US" sz="3200" dirty="0">
                        <a:uFillTx/>
                        <a:latin typeface="Times New Roman" panose="02020603050405020304" pitchFamily="18" charset="0"/>
                        <a:ea typeface="宋体" panose="02010600030101010101" pitchFamily="2" charset="-122"/>
                        <a:cs typeface="Songti SC"/>
                        <a:sym typeface="+mn-ea"/>
                      </a:rPr>
                      <m:t>|</m:t>
                    </m:r>
                  </m:oMath>
                </a14:m>
                <a:r>
                  <a:rPr lang="en-US" sz="3200" dirty="0">
                    <a:uFillTx/>
                    <a:latin typeface="Times New Roman" panose="02020603050405020304" pitchFamily="18" charset="0"/>
                    <a:ea typeface="宋体" panose="02010600030101010101" pitchFamily="2" charset="-122"/>
                    <a:cs typeface="Songti SC"/>
                    <a:sym typeface="Songti SC"/>
                  </a:rPr>
                  <a:t>≤</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mn-ea"/>
                      </a:rPr>
                      <m:t>|</m:t>
                    </m:r>
                    <m:r>
                      <m:rPr>
                        <m:lit/>
                      </m:rPr>
                      <a:rPr lang="en-US" sz="3200" dirty="0">
                        <a:uFillTx/>
                        <a:latin typeface="Times New Roman" panose="02020603050405020304" pitchFamily="18" charset="0"/>
                        <a:ea typeface="宋体" panose="02010600030101010101" pitchFamily="2" charset="-122"/>
                        <a:cs typeface="Songti SC"/>
                        <a:sym typeface="+mn-ea"/>
                      </a:rPr>
                      <m:t>|</m:t>
                    </m:r>
                  </m:oMath>
                </a14:m>
                <a:r>
                  <a:rPr lang="en-US" sz="3200" dirty="0">
                    <a:uFillTx/>
                    <a:latin typeface="Times New Roman" panose="02020603050405020304" pitchFamily="18" charset="0"/>
                    <a:ea typeface="宋体" panose="02010600030101010101" pitchFamily="2" charset="-122"/>
                    <a:cs typeface="Songti SC"/>
                    <a:sym typeface="Songti SC"/>
                  </a:rPr>
                  <a:t>By</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mn-ea"/>
                      </a:rPr>
                      <m:t>|</m:t>
                    </m:r>
                    <m:r>
                      <m:rPr>
                        <m:lit/>
                      </m:rPr>
                      <a:rPr lang="en-US" sz="3200" dirty="0">
                        <a:uFillTx/>
                        <a:latin typeface="Times New Roman" panose="02020603050405020304" pitchFamily="18" charset="0"/>
                        <a:ea typeface="宋体" panose="02010600030101010101" pitchFamily="2" charset="-122"/>
                        <a:cs typeface="Songti SC"/>
                        <a:sym typeface="+mn-ea"/>
                      </a:rPr>
                      <m:t>|</m:t>
                    </m:r>
                  </m:oMath>
                </a14:m>
                <a:r>
                  <a:rPr lang="en-US" sz="3200" dirty="0">
                    <a:uFillTx/>
                    <a:latin typeface="Times New Roman" panose="02020603050405020304" pitchFamily="18" charset="0"/>
                    <a:ea typeface="宋体" panose="02010600030101010101" pitchFamily="2" charset="-122"/>
                    <a:cs typeface="Songti SC"/>
                    <a:sym typeface="Songti SC"/>
                  </a:rPr>
                  <a:t>。</a:t>
                </a:r>
                <a:r>
                  <a:rPr lang="en-US" sz="3200" dirty="0">
                    <a:uFillTx/>
                    <a:latin typeface="Times New Roman" panose="02020603050405020304" pitchFamily="18" charset="0"/>
                    <a:ea typeface="宋体" panose="02010600030101010101" pitchFamily="2" charset="-122"/>
                    <a:cs typeface="Songti SC"/>
                    <a:sym typeface="Songti SC"/>
                  </a:rPr>
                  <a:t>SVP</a:t>
                </a:r>
                <a:r>
                  <a:rPr lang="en-US" sz="3200" dirty="0">
                    <a:uFillTx/>
                    <a:latin typeface="Times New Roman" panose="02020603050405020304" pitchFamily="18" charset="0"/>
                    <a:ea typeface="宋体" panose="02010600030101010101" pitchFamily="2" charset="-122"/>
                    <a:cs typeface="Songti SC"/>
                    <a:sym typeface="Songti SC"/>
                  </a:rPr>
                  <a:t>问题随着格维度的增加在计算上越来越难解，即使是近似解也被认为是</a:t>
                </a:r>
                <a:r>
                  <a:rPr lang="en-US" sz="3200" dirty="0">
                    <a:uFillTx/>
                    <a:latin typeface="Times New Roman" panose="02020603050405020304" pitchFamily="18" charset="0"/>
                    <a:ea typeface="宋体" panose="02010600030101010101" pitchFamily="2" charset="-122"/>
                    <a:cs typeface="Songti SC"/>
                    <a:sym typeface="Songti SC"/>
                  </a:rPr>
                  <a:t>NP</a:t>
                </a:r>
                <a:r>
                  <a:rPr lang="en-US" sz="3200" dirty="0">
                    <a:uFillTx/>
                    <a:latin typeface="Times New Roman" panose="02020603050405020304" pitchFamily="18" charset="0"/>
                    <a:ea typeface="宋体" panose="02010600030101010101" pitchFamily="2" charset="-122"/>
                    <a:cs typeface="Songti SC"/>
                    <a:sym typeface="Songti SC"/>
                  </a:rPr>
                  <a:t>难问题</a:t>
                </a:r>
                <a:r>
                  <a:rPr lang="en-US" sz="3200" dirty="0">
                    <a:uFillTx/>
                    <a:latin typeface="Times New Roman" panose="02020603050405020304" pitchFamily="18" charset="0"/>
                    <a:ea typeface="宋体" panose="02010600030101010101" pitchFamily="2" charset="-122"/>
                    <a:cs typeface="Songti SC"/>
                    <a:sym typeface="Songti SC"/>
                  </a:rPr>
                  <a:t>。</a:t>
                </a:r>
                <a:endParaRPr lang="en-US" sz="3200" dirty="0">
                  <a:uFillTx/>
                  <a:latin typeface="Times New Roman" panose="02020603050405020304" pitchFamily="18" charset="0"/>
                  <a:ea typeface="宋体" panose="02010600030101010101" pitchFamily="2" charset="-122"/>
                  <a:cs typeface="Songti SC"/>
                  <a:sym typeface="Songti SC"/>
                </a:endParaRPr>
              </a:p>
              <a:p>
                <a:pPr lvl="0" indent="914400" algn="just" defTabSz="914400">
                  <a:lnSpc>
                    <a:spcPct val="125000"/>
                  </a:lnSpc>
                  <a:buSzTx/>
                  <a:defRPr/>
                </a:pPr>
                <a:r>
                  <a:rPr lang="en-US" sz="3200" dirty="0">
                    <a:uFillTx/>
                    <a:latin typeface="Times New Roman" panose="02020603050405020304" pitchFamily="18" charset="0"/>
                    <a:ea typeface="宋体" panose="02010600030101010101" pitchFamily="2" charset="-122"/>
                    <a:cs typeface="Songti SC"/>
                    <a:sym typeface="Zhuque Fangsong"/>
                  </a:rPr>
                  <a:t>定义10.6（</a:t>
                </a:r>
                <a:r>
                  <a:rPr lang="en-US" sz="3200" b="1" dirty="0">
                    <a:uFillTx/>
                    <a:latin typeface="Times New Roman" panose="02020603050405020304" pitchFamily="18" charset="0"/>
                    <a:ea typeface="宋体" panose="02010600030101010101" pitchFamily="2" charset="-122"/>
                    <a:cs typeface="Songti SC"/>
                    <a:sym typeface="Zhuque Fangsong"/>
                  </a:rPr>
                  <a:t>CVP</a:t>
                </a:r>
                <a:r>
                  <a:rPr lang="en-US" sz="3200" b="1" dirty="0">
                    <a:uFillTx/>
                    <a:latin typeface="Times New Roman" panose="02020603050405020304" pitchFamily="18" charset="0"/>
                    <a:ea typeface="宋体" panose="02010600030101010101" pitchFamily="2" charset="-122"/>
                    <a:cs typeface="Songti SC"/>
                    <a:sym typeface="Zhuque Fangsong"/>
                  </a:rPr>
                  <a:t>问题</a:t>
                </a:r>
                <a:r>
                  <a:rPr lang="en-US" sz="3200" dirty="0">
                    <a:uFillTx/>
                    <a:latin typeface="Times New Roman" panose="02020603050405020304" pitchFamily="18" charset="0"/>
                    <a:ea typeface="宋体" panose="02010600030101010101" pitchFamily="2" charset="-122"/>
                    <a:cs typeface="Songti SC"/>
                    <a:sym typeface="Zhuque Fangsong"/>
                  </a:rPr>
                  <a:t>）</a:t>
                </a:r>
                <a:r>
                  <a:rPr lang="en-US" sz="3200" dirty="0">
                    <a:uFillTx/>
                    <a:latin typeface="Times New Roman" panose="02020603050405020304" pitchFamily="18" charset="0"/>
                    <a:ea typeface="宋体" panose="02010600030101010101" pitchFamily="2" charset="-122"/>
                    <a:cs typeface="Songti SC"/>
                    <a:sym typeface="Songti SC"/>
                  </a:rPr>
                  <a:t>对于给定格的一组基</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Songti SC"/>
                      </a:rPr>
                      <m:t>𝐵</m:t>
                    </m:r>
                  </m:oMath>
                </a14:m>
                <a:r>
                  <a:rPr lang="en-US" sz="3200" dirty="0">
                    <a:uFillTx/>
                    <a:latin typeface="Times New Roman" panose="02020603050405020304" pitchFamily="18" charset="0"/>
                    <a:ea typeface="宋体" panose="02010600030101010101" pitchFamily="2" charset="-122"/>
                    <a:cs typeface="Songti SC"/>
                    <a:sym typeface="Songti SC"/>
                  </a:rPr>
                  <a:t>和一个任意目标向量</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Songti SC"/>
                      </a:rPr>
                      <m:t>𝑡</m:t>
                    </m:r>
                  </m:oMath>
                </a14:m>
                <a:r>
                  <a:rPr lang="en-US" sz="3200" dirty="0">
                    <a:uFillTx/>
                    <a:latin typeface="Times New Roman" panose="02020603050405020304" pitchFamily="18" charset="0"/>
                    <a:ea typeface="宋体" panose="02010600030101010101" pitchFamily="2" charset="-122"/>
                    <a:cs typeface="Songti SC"/>
                    <a:sym typeface="Songti SC"/>
                  </a:rPr>
                  <a:t>，找到格中的一个向量</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Songti SC"/>
                      </a:rPr>
                      <m:t>𝜆</m:t>
                    </m:r>
                    <m:r>
                      <a:rPr lang="en-US" sz="3200" dirty="0">
                        <a:uFillTx/>
                        <a:latin typeface="Times New Roman" panose="02020603050405020304" pitchFamily="18" charset="0"/>
                        <a:ea typeface="宋体" panose="02010600030101010101" pitchFamily="2" charset="-122"/>
                        <a:cs typeface="Songti SC"/>
                        <a:sym typeface="Songti SC"/>
                      </a:rPr>
                      <m:t>∈</m:t>
                    </m:r>
                    <m:r>
                      <a:rPr lang="en-US" sz="3200" dirty="0">
                        <a:uFillTx/>
                        <a:latin typeface="Times New Roman" panose="02020603050405020304" pitchFamily="18" charset="0"/>
                        <a:ea typeface="宋体" panose="02010600030101010101" pitchFamily="2" charset="-122"/>
                        <a:cs typeface="Songti SC"/>
                        <a:sym typeface="Songti SC"/>
                      </a:rPr>
                      <m:t>𝐵𝑥</m:t>
                    </m:r>
                  </m:oMath>
                </a14:m>
                <a:r>
                  <a:rPr lang="en-US" sz="3200" dirty="0">
                    <a:uFillTx/>
                    <a:latin typeface="Times New Roman" panose="02020603050405020304" pitchFamily="18" charset="0"/>
                    <a:ea typeface="宋体" panose="02010600030101010101" pitchFamily="2" charset="-122"/>
                    <a:cs typeface="Songti SC"/>
                    <a:sym typeface="Songti SC"/>
                  </a:rPr>
                  <a:t>使得对于任意的非零向量</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Songti SC"/>
                      </a:rPr>
                      <m:t>𝑢</m:t>
                    </m:r>
                    <m:r>
                      <a:rPr lang="en-US" sz="3200" dirty="0">
                        <a:uFillTx/>
                        <a:latin typeface="Times New Roman" panose="02020603050405020304" pitchFamily="18" charset="0"/>
                        <a:ea typeface="宋体" panose="02010600030101010101" pitchFamily="2" charset="-122"/>
                        <a:cs typeface="Songti SC"/>
                        <a:sym typeface="Songti SC"/>
                      </a:rPr>
                      <m:t>∈</m:t>
                    </m:r>
                    <m:r>
                      <a:rPr lang="en-US" sz="3200" dirty="0">
                        <a:uFillTx/>
                        <a:latin typeface="Times New Roman" panose="02020603050405020304" pitchFamily="18" charset="0"/>
                        <a:ea typeface="宋体" panose="02010600030101010101" pitchFamily="2" charset="-122"/>
                        <a:cs typeface="Songti SC"/>
                        <a:sym typeface="Songti SC"/>
                      </a:rPr>
                      <m:t>𝐿</m:t>
                    </m:r>
                    <m:d>
                      <m:dPr>
                        <m:ctrlPr>
                          <a:rPr lang="en-US" sz="3200" dirty="0">
                            <a:uFillTx/>
                            <a:latin typeface="Times New Roman" panose="02020603050405020304" pitchFamily="18" charset="0"/>
                            <a:ea typeface="宋体" panose="02010600030101010101" pitchFamily="2" charset="-122"/>
                            <a:cs typeface="Songti SC"/>
                            <a:sym typeface="Songti SC"/>
                          </a:rPr>
                        </m:ctrlPr>
                      </m:dPr>
                      <m:e>
                        <m:r>
                          <a:rPr lang="en-US" sz="3200" dirty="0">
                            <a:uFillTx/>
                            <a:latin typeface="Times New Roman" panose="02020603050405020304" pitchFamily="18" charset="0"/>
                            <a:ea typeface="宋体" panose="02010600030101010101" pitchFamily="2" charset="-122"/>
                            <a:cs typeface="Songti SC"/>
                            <a:sym typeface="Songti SC"/>
                          </a:rPr>
                          <m:t>𝐵</m:t>
                        </m:r>
                      </m:e>
                    </m:d>
                  </m:oMath>
                </a14:m>
                <a:r>
                  <a:rPr lang="en-US" sz="3200" dirty="0">
                    <a:uFillTx/>
                    <a:latin typeface="Times New Roman" panose="02020603050405020304" pitchFamily="18" charset="0"/>
                    <a:ea typeface="宋体" panose="02010600030101010101" pitchFamily="2" charset="-122"/>
                    <a:cs typeface="Songti SC"/>
                    <a:sym typeface="Songti SC"/>
                  </a:rPr>
                  <a:t>，</a:t>
                </a:r>
                <a:endParaRPr lang="en-US" sz="3200" dirty="0">
                  <a:uFillTx/>
                  <a:latin typeface="Times New Roman" panose="02020603050405020304" pitchFamily="18" charset="0"/>
                  <a:ea typeface="宋体" panose="02010600030101010101" pitchFamily="2" charset="-122"/>
                  <a:cs typeface="Songti SC"/>
                  <a:sym typeface="Songti SC"/>
                </a:endParaRPr>
              </a:p>
              <a:p>
                <a:pPr lvl="0" indent="914400" algn="just" defTabSz="914400">
                  <a:lnSpc>
                    <a:spcPct val="125000"/>
                  </a:lnSpc>
                  <a:buSzTx/>
                  <a:defRPr/>
                </a:pPr>
                <a:r>
                  <a:rPr lang="en-US" sz="3200" dirty="0">
                    <a:uFillTx/>
                    <a:latin typeface="Times New Roman" panose="02020603050405020304" pitchFamily="18" charset="0"/>
                    <a:ea typeface="宋体" panose="02010600030101010101" pitchFamily="2" charset="-122"/>
                    <a:cs typeface="Songti SC"/>
                    <a:sym typeface="Songti SC"/>
                  </a:rPr>
                  <a:t>                 </a:t>
                </a:r>
                <a:r>
                  <a:rPr lang="en-US" sz="3200" dirty="0">
                    <a:uFillTx/>
                    <a:latin typeface="Times New Roman" panose="02020603050405020304" pitchFamily="18" charset="0"/>
                    <a:ea typeface="宋体" panose="02010600030101010101" pitchFamily="2" charset="-122"/>
                    <a:cs typeface="Songti SC"/>
                    <a:sym typeface="Songti SC"/>
                  </a:rPr>
                  <a:t>有</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mn-ea"/>
                      </a:rPr>
                      <m:t>|</m:t>
                    </m:r>
                    <m:r>
                      <m:rPr>
                        <m:lit/>
                      </m:rP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Songti SC"/>
                      </a:rPr>
                      <m:t>𝜆</m:t>
                    </m:r>
                  </m:oMath>
                </a14:m>
                <a:r>
                  <a:rPr lang="en-US" sz="3200" dirty="0">
                    <a:uFillTx/>
                    <a:latin typeface="Times New Roman" panose="02020603050405020304" pitchFamily="18" charset="0"/>
                    <a:ea typeface="宋体" panose="02010600030101010101" pitchFamily="2" charset="-122"/>
                    <a:cs typeface="Songti SC"/>
                    <a:sym typeface="Songti SC"/>
                  </a:rPr>
                  <a:t>−t</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mn-ea"/>
                      </a:rPr>
                      <m:t>|</m:t>
                    </m:r>
                    <m:r>
                      <m:rPr>
                        <m:lit/>
                      </m:rPr>
                      <a:rPr lang="en-US" sz="3200" dirty="0">
                        <a:uFillTx/>
                        <a:latin typeface="Times New Roman" panose="02020603050405020304" pitchFamily="18" charset="0"/>
                        <a:ea typeface="宋体" panose="02010600030101010101" pitchFamily="2" charset="-122"/>
                        <a:cs typeface="Songti SC"/>
                        <a:sym typeface="+mn-ea"/>
                      </a:rPr>
                      <m:t>|</m:t>
                    </m:r>
                  </m:oMath>
                </a14:m>
                <a:r>
                  <a:rPr lang="en-US" sz="3200" dirty="0">
                    <a:uFillTx/>
                    <a:latin typeface="Times New Roman" panose="02020603050405020304" pitchFamily="18" charset="0"/>
                    <a:ea typeface="宋体" panose="02010600030101010101" pitchFamily="2" charset="-122"/>
                    <a:cs typeface="Songti SC"/>
                    <a:sym typeface="Songti SC"/>
                  </a:rPr>
                  <a:t>≤</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mn-ea"/>
                      </a:rPr>
                      <m:t>|</m:t>
                    </m:r>
                    <m:r>
                      <m:rPr>
                        <m:lit/>
                      </m:rPr>
                      <a:rPr lang="en-US" sz="3200" dirty="0">
                        <a:uFillTx/>
                        <a:latin typeface="Times New Roman" panose="02020603050405020304" pitchFamily="18" charset="0"/>
                        <a:ea typeface="宋体" panose="02010600030101010101" pitchFamily="2" charset="-122"/>
                        <a:cs typeface="Songti SC"/>
                        <a:sym typeface="+mn-ea"/>
                      </a:rPr>
                      <m:t>|</m:t>
                    </m:r>
                  </m:oMath>
                </a14:m>
                <a:r>
                  <a:rPr lang="en-US" sz="3200" dirty="0">
                    <a:uFillTx/>
                    <a:latin typeface="Times New Roman" panose="02020603050405020304" pitchFamily="18" charset="0"/>
                    <a:ea typeface="宋体" panose="02010600030101010101" pitchFamily="2" charset="-122"/>
                    <a:cs typeface="Songti SC"/>
                    <a:sym typeface="Songti SC"/>
                  </a:rPr>
                  <a:t>Bx</a:t>
                </a:r>
                <a:r>
                  <a:rPr lang="en-US" sz="3200" dirty="0">
                    <a:uFillTx/>
                    <a:latin typeface="Times New Roman" panose="02020603050405020304" pitchFamily="18" charset="0"/>
                    <a:ea typeface="宋体" panose="02010600030101010101" pitchFamily="2" charset="-122"/>
                    <a:cs typeface="Songti SC"/>
                    <a:sym typeface="Songti SC"/>
                  </a:rPr>
                  <a:t>−t</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mn-ea"/>
                      </a:rPr>
                      <m:t>|</m:t>
                    </m:r>
                    <m:r>
                      <m:rPr>
                        <m:lit/>
                      </m:rPr>
                      <a:rPr lang="en-US" sz="3200" dirty="0">
                        <a:uFillTx/>
                        <a:latin typeface="Times New Roman" panose="02020603050405020304" pitchFamily="18" charset="0"/>
                        <a:ea typeface="宋体" panose="02010600030101010101" pitchFamily="2" charset="-122"/>
                        <a:cs typeface="Songti SC"/>
                        <a:sym typeface="+mn-ea"/>
                      </a:rPr>
                      <m:t>|</m:t>
                    </m:r>
                  </m:oMath>
                </a14:m>
                <a:r>
                  <a:rPr lang="en-US" sz="3200" dirty="0">
                    <a:uFillTx/>
                    <a:latin typeface="Times New Roman" panose="02020603050405020304" pitchFamily="18" charset="0"/>
                    <a:ea typeface="宋体" panose="02010600030101010101" pitchFamily="2" charset="-122"/>
                    <a:cs typeface="Songti SC"/>
                    <a:sym typeface="Songti SC"/>
                  </a:rPr>
                  <a:t>。一般认为</a:t>
                </a:r>
                <a:r>
                  <a:rPr lang="en-US" sz="3200" dirty="0">
                    <a:uFillTx/>
                    <a:latin typeface="Times New Roman" panose="02020603050405020304" pitchFamily="18" charset="0"/>
                    <a:ea typeface="宋体" panose="02010600030101010101" pitchFamily="2" charset="-122"/>
                    <a:cs typeface="Songti SC"/>
                    <a:sym typeface="Songti SC"/>
                  </a:rPr>
                  <a:t>CVP</a:t>
                </a:r>
                <a:r>
                  <a:rPr lang="en-US" sz="3200" dirty="0">
                    <a:uFillTx/>
                    <a:latin typeface="Times New Roman" panose="02020603050405020304" pitchFamily="18" charset="0"/>
                    <a:ea typeface="宋体" panose="02010600030101010101" pitchFamily="2" charset="-122"/>
                    <a:cs typeface="Songti SC"/>
                    <a:sym typeface="Songti SC"/>
                  </a:rPr>
                  <a:t>难于</a:t>
                </a:r>
                <a:r>
                  <a:rPr lang="en-US" sz="3200" dirty="0">
                    <a:uFillTx/>
                    <a:latin typeface="Times New Roman" panose="02020603050405020304" pitchFamily="18" charset="0"/>
                    <a:ea typeface="宋体" panose="02010600030101010101" pitchFamily="2" charset="-122"/>
                    <a:cs typeface="Songti SC"/>
                    <a:sym typeface="Songti SC"/>
                  </a:rPr>
                  <a:t>SVP</a:t>
                </a:r>
                <a:r>
                  <a:rPr lang="en-US" sz="3200" dirty="0">
                    <a:uFillTx/>
                    <a:latin typeface="Times New Roman" panose="02020603050405020304" pitchFamily="18" charset="0"/>
                    <a:ea typeface="宋体" panose="02010600030101010101" pitchFamily="2" charset="-122"/>
                    <a:cs typeface="Songti SC"/>
                    <a:sym typeface="Songti SC"/>
                  </a:rPr>
                  <a:t>。</a:t>
                </a:r>
                <a:endParaRPr lang="en-US" sz="3200" dirty="0">
                  <a:uFillTx/>
                  <a:latin typeface="Times New Roman" panose="02020603050405020304" pitchFamily="18" charset="0"/>
                  <a:ea typeface="宋体" panose="02010600030101010101" pitchFamily="2" charset="-122"/>
                  <a:cs typeface="Songti SC"/>
                  <a:sym typeface="Songti SC"/>
                </a:endParaRPr>
              </a:p>
              <a:p>
                <a:pPr lvl="0" indent="914400" algn="just" defTabSz="914400">
                  <a:lnSpc>
                    <a:spcPct val="125000"/>
                  </a:lnSpc>
                  <a:buSzTx/>
                  <a:defRPr/>
                </a:pPr>
                <a:r>
                  <a:rPr lang="en-US" sz="3200" dirty="0">
                    <a:uFillTx/>
                    <a:latin typeface="Times New Roman" panose="02020603050405020304" pitchFamily="18" charset="0"/>
                    <a:ea typeface="宋体" panose="02010600030101010101" pitchFamily="2" charset="-122"/>
                    <a:cs typeface="Songti SC"/>
                    <a:sym typeface="Songti SC"/>
                  </a:rPr>
                  <a:t>SVP</a:t>
                </a:r>
                <a:r>
                  <a:rPr lang="en-US" sz="3200" dirty="0">
                    <a:uFillTx/>
                    <a:latin typeface="Times New Roman" panose="02020603050405020304" pitchFamily="18" charset="0"/>
                    <a:ea typeface="宋体" panose="02010600030101010101" pitchFamily="2" charset="-122"/>
                    <a:cs typeface="Songti SC"/>
                    <a:sym typeface="Songti SC"/>
                  </a:rPr>
                  <a:t>和</a:t>
                </a:r>
                <a:r>
                  <a:rPr lang="en-US" sz="3200" dirty="0">
                    <a:uFillTx/>
                    <a:latin typeface="Times New Roman" panose="02020603050405020304" pitchFamily="18" charset="0"/>
                    <a:ea typeface="宋体" panose="02010600030101010101" pitchFamily="2" charset="-122"/>
                    <a:cs typeface="Songti SC"/>
                    <a:sym typeface="Songti SC"/>
                  </a:rPr>
                  <a:t>CVP</a:t>
                </a:r>
                <a:r>
                  <a:rPr lang="en-US" sz="3200" dirty="0">
                    <a:uFillTx/>
                    <a:latin typeface="Times New Roman" panose="02020603050405020304" pitchFamily="18" charset="0"/>
                    <a:ea typeface="宋体" panose="02010600030101010101" pitchFamily="2" charset="-122"/>
                    <a:cs typeface="Songti SC"/>
                    <a:sym typeface="Songti SC"/>
                  </a:rPr>
                  <a:t>各有三种等价形式：搜索问题、优化问题和判决问题，三者困难性一致</a:t>
                </a:r>
                <a:r>
                  <a:rPr lang="en-US" sz="3200" dirty="0">
                    <a:uFillTx/>
                    <a:latin typeface="Times New Roman" panose="02020603050405020304" pitchFamily="18" charset="0"/>
                    <a:ea typeface="宋体" panose="02010600030101010101" pitchFamily="2" charset="-122"/>
                    <a:cs typeface="Songti SC"/>
                    <a:sym typeface="Songti SC"/>
                  </a:rPr>
                  <a:t>。</a:t>
                </a:r>
                <a:endParaRPr lang="en-US" sz="3200" dirty="0">
                  <a:uFillTx/>
                  <a:latin typeface="Times New Roman" panose="02020603050405020304" pitchFamily="18" charset="0"/>
                  <a:ea typeface="宋体" panose="02010600030101010101" pitchFamily="2" charset="-122"/>
                  <a:cs typeface="Songti SC"/>
                  <a:sym typeface="Songti SC"/>
                </a:endParaRPr>
              </a:p>
            </p:txBody>
          </p:sp>
        </mc:Choice>
        <mc:Fallback>
          <p:sp>
            <p:nvSpPr>
              <p:cNvPr id="8" name="AutoShape 8"/>
              <p:cNvSpPr txBox="1">
                <a:spLocks noRot="1" noChangeAspect="1" noMove="1" noResize="1" noEditPoints="1" noAdjustHandles="1" noChangeArrowheads="1" noChangeShapeType="1" noTextEdit="1"/>
              </p:cNvSpPr>
              <p:nvPr/>
            </p:nvSpPr>
            <p:spPr>
              <a:xfrm>
                <a:off x="1270000" y="1651000"/>
                <a:ext cx="15732539" cy="7926348"/>
              </a:xfrm>
              <a:prstGeom prst="rect">
                <a:avLst/>
              </a:prstGeom>
              <a:blipFill rotWithShape="1">
                <a:blip r:embed="rId3"/>
                <a:stretch>
                  <a:fillRect r="-821" b="4"/>
                </a:stretch>
              </a:blipFill>
              <a:ln w="19050" cap="flat" cmpd="sng">
                <a:noFill/>
                <a:prstDash val="solid"/>
                <a:round/>
              </a:ln>
            </p:spPr>
            <p:txBody>
              <a:bodyPr/>
              <a:lstStyle/>
              <a:p>
                <a:r>
                  <a:rPr lang="zh-CN" altLang="en-US">
                    <a:noFill/>
                  </a:rPr>
                  <a:t> </a:t>
                </a:r>
              </a:p>
            </p:txBody>
          </p:sp>
        </mc:Fallback>
      </mc:AlternateContent>
      <p:sp>
        <p:nvSpPr>
          <p:cNvPr id="9" name="AutoShape 9"/>
          <p:cNvSpPr txBox="1"/>
          <p:nvPr/>
        </p:nvSpPr>
        <p:spPr>
          <a:xfrm>
            <a:off x="15544800" y="9410700"/>
            <a:ext cx="2133600" cy="441325"/>
          </a:xfrm>
          <a:prstGeom prst="rect">
            <a:avLst/>
          </a:prstGeom>
          <a:noFill/>
          <a:ln w="19050" cap="flat" cmpd="sng">
            <a:noFill/>
            <a:prstDash val="solid"/>
            <a:round/>
          </a:ln>
        </p:spPr>
        <p:txBody>
          <a:bodyPr vert="horz" wrap="square" lIns="91440" tIns="45720" rIns="91440" bIns="45720" rtlCol="0" anchor="ctr" anchorCtr="0"/>
          <a:lstStyle/>
          <a:p>
            <a:pPr marL="0" indent="0" algn="r" defTabSz="914400">
              <a:lnSpc>
                <a:spcPct val="100000"/>
              </a:lnSpc>
              <a:defRPr/>
            </a:pPr>
            <a:fld id="{599B692F-B6FE-4BF6-BA2F-4640601B3061}" type="slidenum">
              <a:rPr sz="1400" b="0" i="0" u="none" strike="noStrike">
                <a:solidFill>
                  <a:srgbClr val="FFC000"/>
                </a:solidFill>
                <a:latin typeface="Calibri" panose="020F0502020204030204"/>
                <a:ea typeface="Calibri" panose="020F0502020204030204"/>
                <a:cs typeface="Calibri" panose="020F0502020204030204"/>
                <a:sym typeface="Calibri" panose="020F0502020204030204"/>
              </a:rPr>
            </a:fld>
            <a:endParaRPr lang="en-US" sz="1100"/>
          </a:p>
        </p:txBody>
      </p:sp>
      <p:sp>
        <p:nvSpPr>
          <p:cNvPr id="10" name="AutoShape 35"/>
          <p:cNvSpPr txBox="1"/>
          <p:nvPr/>
        </p:nvSpPr>
        <p:spPr>
          <a:xfrm>
            <a:off x="13694774" y="709652"/>
            <a:ext cx="3700052" cy="369332"/>
          </a:xfrm>
          <a:prstGeom prst="rect">
            <a:avLst/>
          </a:prstGeom>
          <a:noFill/>
          <a:ln w="19050" cap="flat" cmpd="sng">
            <a:noFill/>
            <a:prstDash val="solid"/>
            <a:round/>
          </a:ln>
        </p:spPr>
        <p:txBody>
          <a:bodyPr vert="horz" wrap="none" lIns="91440" tIns="45720" rIns="91440" bIns="45720" rtlCol="0" anchor="t" anchorCtr="0"/>
          <a:lstStyle/>
          <a:p>
            <a:pPr>
              <a:defRPr/>
            </a:pPr>
            <a:r>
              <a:rPr lang="zh-CN" altLang="zh-CN" sz="18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仿宋" panose="02010609060101010101" pitchFamily="49" charset="-122"/>
                <a:ea typeface="仿宋" panose="02010609060101010101" pitchFamily="49" charset="-122"/>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密码学</a:t>
            </a:r>
            <a:r>
              <a:rPr lang="en-US" sz="1800" b="1" i="0" u="none" strike="noStrike" dirty="0">
                <a:solidFill>
                  <a:srgbClr val="1F497D"/>
                </a:solidFill>
                <a:latin typeface="仿宋" panose="02010609060101010101" pitchFamily="49" charset="-122"/>
                <a:ea typeface="仿宋" panose="02010609060101010101" pitchFamily="49" charset="-122"/>
                <a:cs typeface="Zhuque Fangsong"/>
                <a:sym typeface="Zhuque Fangsong"/>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基础理论与应用</a:t>
            </a:r>
            <a:endParaRPr lang="en-US" sz="1100" dirty="0">
              <a:latin typeface="仿宋" panose="02010609060101010101" pitchFamily="49" charset="-122"/>
              <a:ea typeface="仿宋" panose="02010609060101010101" pitchFamily="49" charset="-122"/>
            </a:endParaRPr>
          </a:p>
        </p:txBody>
      </p:sp>
      <p:sp>
        <p:nvSpPr>
          <p:cNvPr id="11" name="TextBox 30"/>
          <p:cNvSpPr txBox="1"/>
          <p:nvPr/>
        </p:nvSpPr>
        <p:spPr>
          <a:xfrm>
            <a:off x="2586752" y="505480"/>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格上的计算困难问题</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70000" y="430530"/>
            <a:ext cx="1456690" cy="842645"/>
          </a:xfrm>
          <a:prstGeom prst="rect">
            <a:avLst/>
          </a:prstGeom>
        </p:spPr>
        <p:txBody>
          <a:bodyPr wrap="square" lIns="0" tIns="0" rIns="0" bIns="0" rtlCol="0" anchor="t">
            <a:spAutoFit/>
          </a:bodyPr>
          <a:lstStyle/>
          <a:p>
            <a:pPr lvl="0" algn="ctr">
              <a:lnSpc>
                <a:spcPts val="6575"/>
              </a:lnSpc>
              <a:buSzTx/>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Times New Roman" panose="02020603050405020304" pitchFamily="18" charset="0"/>
                <a:sym typeface="字由文艺黑" panose="00020600040101010101" charset="-122"/>
              </a:rPr>
              <a:t>10.2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Times New Roman" panose="02020603050405020304" pitchFamily="18" charset="0"/>
              <a:sym typeface="字由文艺黑" panose="00020600040101010101"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412090" y="1028700"/>
            <a:ext cx="7800783" cy="275915"/>
          </a:xfrm>
          <a:custGeom>
            <a:avLst/>
            <a:gdLst/>
            <a:ahLst/>
            <a:cxnLst/>
            <a:rect l="l" t="t" r="r" b="b"/>
            <a:pathLst>
              <a:path w="7800783" h="275915">
                <a:moveTo>
                  <a:pt x="137960" y="0"/>
                </a:moveTo>
                <a:lnTo>
                  <a:pt x="7662827" y="0"/>
                </a:lnTo>
                <a:cubicBezTo>
                  <a:pt x="7699414" y="0"/>
                  <a:pt x="7734504" y="14534"/>
                  <a:pt x="7760377" y="40406"/>
                </a:cubicBezTo>
                <a:cubicBezTo>
                  <a:pt x="7786248" y="66279"/>
                  <a:pt x="7800783" y="101369"/>
                  <a:pt x="7800783" y="137959"/>
                </a:cubicBezTo>
                <a:lnTo>
                  <a:pt x="7800783" y="137959"/>
                </a:lnTo>
                <a:cubicBezTo>
                  <a:pt x="7800783" y="174546"/>
                  <a:pt x="7786248" y="209636"/>
                  <a:pt x="7760377" y="235509"/>
                </a:cubicBezTo>
                <a:cubicBezTo>
                  <a:pt x="7734504" y="261380"/>
                  <a:pt x="7699414" y="275915"/>
                  <a:pt x="7662827" y="275915"/>
                </a:cubicBezTo>
                <a:lnTo>
                  <a:pt x="137960" y="275915"/>
                </a:lnTo>
                <a:cubicBezTo>
                  <a:pt x="101369" y="275915"/>
                  <a:pt x="66279" y="261380"/>
                  <a:pt x="40406" y="235509"/>
                </a:cubicBezTo>
                <a:cubicBezTo>
                  <a:pt x="14534" y="209636"/>
                  <a:pt x="0" y="174546"/>
                  <a:pt x="0" y="137959"/>
                </a:cubicBezTo>
                <a:lnTo>
                  <a:pt x="0" y="137959"/>
                </a:lnTo>
                <a:cubicBezTo>
                  <a:pt x="0" y="101369"/>
                  <a:pt x="14534" y="66279"/>
                  <a:pt x="40406" y="40406"/>
                </a:cubicBezTo>
                <a:cubicBezTo>
                  <a:pt x="66279" y="14534"/>
                  <a:pt x="101369" y="0"/>
                  <a:pt x="137960" y="0"/>
                </a:cubicBezTo>
                <a:close/>
              </a:path>
            </a:pathLst>
          </a:custGeom>
          <a:gradFill rotWithShape="1">
            <a:gsLst>
              <a:gs pos="0">
                <a:srgbClr val="DDEEFF">
                  <a:alpha val="100000"/>
                </a:srgbClr>
              </a:gs>
              <a:gs pos="100000">
                <a:srgbClr val="FFFFFF">
                  <a:alpha val="0"/>
                </a:srgbClr>
              </a:gs>
            </a:gsLst>
            <a:lin ang="0"/>
          </a:gradFill>
          <a:ln w="25400" cap="flat" cmpd="sng">
            <a:noFill/>
            <a:prstDash val="solid"/>
            <a:round/>
          </a:ln>
        </p:spPr>
        <p:txBody>
          <a:bodyPr vert="horz" wrap="square" lIns="91440" tIns="45720" rIns="91440" bIns="45720" rtlCol="0" anchor="t" anchorCtr="0"/>
          <a:lstStyle/>
          <a:p>
            <a:pPr algn="l">
              <a:defRPr/>
            </a:pPr>
          </a:p>
        </p:txBody>
      </p:sp>
      <p:pic>
        <p:nvPicPr>
          <p:cNvPr id="5" name="Picture 5"/>
          <p:cNvPicPr>
            <a:picLocks noChangeAspect="1"/>
          </p:cNvPicPr>
          <p:nvPr/>
        </p:nvPicPr>
        <p:blipFill>
          <a:blip r:embed="rId1">
            <a:alphaModFix amt="80000"/>
          </a:blip>
          <a:srcRect/>
          <a:stretch>
            <a:fillRect/>
          </a:stretch>
        </p:blipFill>
        <p:spPr>
          <a:xfrm>
            <a:off x="762000" y="494030"/>
            <a:ext cx="1069975" cy="656590"/>
          </a:xfrm>
          <a:prstGeom prst="rect">
            <a:avLst/>
          </a:prstGeom>
          <a:noFill/>
          <a:ln w="25400" cap="flat" cmpd="sng">
            <a:noFill/>
            <a:prstDash val="solid"/>
            <a:round/>
          </a:ln>
          <a:effectLst>
            <a:outerShdw blurRad="50800" dist="38100" dir="2700000" algn="tl">
              <a:srgbClr val="000000">
                <a:alpha val="40000"/>
              </a:srgbClr>
            </a:outerShdw>
            <a:reflection blurRad="6350" stA="50000" endA="300" endPos="55000" dir="5400000" sy="-100000" algn="bl" rotWithShape="0"/>
          </a:effectLst>
        </p:spPr>
      </p:pic>
      <p:pic>
        <p:nvPicPr>
          <p:cNvPr id="7" name="Picture 7"/>
          <p:cNvPicPr>
            <a:picLocks noChangeAspect="1"/>
          </p:cNvPicPr>
          <p:nvPr/>
        </p:nvPicPr>
        <p:blipFill>
          <a:blip r:embed="rId2"/>
          <a:srcRect/>
          <a:stretch>
            <a:fillRect/>
          </a:stretch>
        </p:blipFill>
        <p:spPr>
          <a:xfrm>
            <a:off x="13772537" y="1102753"/>
            <a:ext cx="2771429" cy="47619"/>
          </a:xfrm>
          <a:prstGeom prst="rect">
            <a:avLst/>
          </a:prstGeom>
          <a:noFill/>
          <a:ln w="25400" cap="flat" cmpd="sng">
            <a:noFill/>
            <a:prstDash val="solid"/>
            <a:round/>
          </a:ln>
        </p:spPr>
      </p:pic>
      <mc:AlternateContent xmlns:mc="http://schemas.openxmlformats.org/markup-compatibility/2006">
        <mc:Choice xmlns:a14="http://schemas.microsoft.com/office/drawing/2010/main" Requires="a14">
          <p:sp>
            <p:nvSpPr>
              <p:cNvPr id="8" name="AutoShape 8"/>
              <p:cNvSpPr txBox="1"/>
              <p:nvPr/>
            </p:nvSpPr>
            <p:spPr>
              <a:xfrm>
                <a:off x="1397595" y="2276171"/>
                <a:ext cx="15586765" cy="5684632"/>
              </a:xfrm>
              <a:prstGeom prst="rect">
                <a:avLst/>
              </a:prstGeom>
              <a:noFill/>
              <a:ln w="19050" cap="flat" cmpd="sng">
                <a:noFill/>
                <a:prstDash val="solid"/>
                <a:round/>
              </a:ln>
            </p:spPr>
            <p:txBody>
              <a:bodyPr vert="horz" wrap="square" lIns="0" tIns="0" rIns="0" bIns="0" rtlCol="0" anchor="t" anchorCtr="0">
                <a:noAutofit/>
              </a:bodyPr>
              <a:lstStyle/>
              <a:p>
                <a:pPr lvl="0" indent="914400" algn="just" defTabSz="914400">
                  <a:lnSpc>
                    <a:spcPct val="125000"/>
                  </a:lnSpc>
                  <a:buSzTx/>
                  <a:defRPr/>
                </a:pPr>
                <a:r>
                  <a:rPr lang="en-US" sz="3200" dirty="0">
                    <a:uFillTx/>
                    <a:latin typeface="Times New Roman" panose="02020603050405020304" pitchFamily="18" charset="0"/>
                    <a:ea typeface="宋体" panose="02010600030101010101" pitchFamily="2" charset="-122"/>
                    <a:cs typeface="Songti SC"/>
                    <a:sym typeface="Zhuque Fangsong"/>
                  </a:rPr>
                  <a:t>定义10.7（</a:t>
                </a:r>
                <a:r>
                  <a:rPr lang="en-US" sz="3200" b="1" dirty="0">
                    <a:uFillTx/>
                    <a:latin typeface="Times New Roman" panose="02020603050405020304" pitchFamily="18" charset="0"/>
                    <a:ea typeface="宋体" panose="02010600030101010101" pitchFamily="2" charset="-122"/>
                    <a:cs typeface="Songti SC"/>
                    <a:sym typeface="Zhuque Fangsong"/>
                  </a:rPr>
                  <a:t>LWE问题</a:t>
                </a:r>
                <a:r>
                  <a:rPr lang="en-US" sz="3200" dirty="0">
                    <a:uFillTx/>
                    <a:latin typeface="Times New Roman" panose="02020603050405020304" pitchFamily="18" charset="0"/>
                    <a:ea typeface="宋体" panose="02010600030101010101" pitchFamily="2" charset="-122"/>
                    <a:cs typeface="Songti SC"/>
                    <a:sym typeface="Zhuque Fangsong"/>
                  </a:rPr>
                  <a:t>）</a:t>
                </a:r>
                <a:r>
                  <a:rPr lang="en-US" sz="3200" dirty="0">
                    <a:uFillTx/>
                    <a:latin typeface="Times New Roman" panose="02020603050405020304" pitchFamily="18" charset="0"/>
                    <a:ea typeface="宋体" panose="02010600030101010101" pitchFamily="2" charset="-122"/>
                    <a:cs typeface="Songti SC"/>
                    <a:sym typeface="Songti SC"/>
                  </a:rPr>
                  <a:t>LWE</a:t>
                </a:r>
                <a:r>
                  <a:rPr lang="en-US" sz="3200" dirty="0">
                    <a:uFillTx/>
                    <a:latin typeface="Times New Roman" panose="02020603050405020304" pitchFamily="18" charset="0"/>
                    <a:ea typeface="宋体" panose="02010600030101010101" pitchFamily="2" charset="-122"/>
                    <a:cs typeface="Songti SC"/>
                    <a:sym typeface="Songti SC"/>
                  </a:rPr>
                  <a:t>问题即求解近似随机线性方程组的解。Regev首次提出该概念，其核心是区分有小量噪声干扰的随机线性方程组和均有干扰的情况。</a:t>
                </a:r>
                <a:r>
                  <a:rPr lang="en-US" sz="3200" dirty="0">
                    <a:uFillTx/>
                    <a:latin typeface="Times New Roman" panose="02020603050405020304" pitchFamily="18" charset="0"/>
                    <a:ea typeface="宋体" panose="02010600030101010101" pitchFamily="2" charset="-122"/>
                    <a:cs typeface="Songti SC"/>
                    <a:sym typeface="Songti SC"/>
                  </a:rPr>
                  <a:t>LWE</a:t>
                </a:r>
                <a:r>
                  <a:rPr lang="en-US" sz="3200" dirty="0">
                    <a:uFillTx/>
                    <a:latin typeface="Times New Roman" panose="02020603050405020304" pitchFamily="18" charset="0"/>
                    <a:ea typeface="宋体" panose="02010600030101010101" pitchFamily="2" charset="-122"/>
                    <a:cs typeface="Songti SC"/>
                    <a:sym typeface="Songti SC"/>
                  </a:rPr>
                  <a:t>已被证明与</a:t>
                </a:r>
                <a:r>
                  <a:rPr lang="en-US" sz="3200" dirty="0">
                    <a:uFillTx/>
                    <a:latin typeface="Times New Roman" panose="02020603050405020304" pitchFamily="18" charset="0"/>
                    <a:ea typeface="宋体" panose="02010600030101010101" pitchFamily="2" charset="-122"/>
                    <a:cs typeface="Songti SC"/>
                    <a:sym typeface="Songti SC"/>
                  </a:rPr>
                  <a:t>Worst-Case</a:t>
                </a:r>
                <a:r>
                  <a:rPr lang="en-US" sz="3200" dirty="0">
                    <a:uFillTx/>
                    <a:latin typeface="Times New Roman" panose="02020603050405020304" pitchFamily="18" charset="0"/>
                    <a:ea typeface="宋体" panose="02010600030101010101" pitchFamily="2" charset="-122"/>
                    <a:cs typeface="Songti SC"/>
                    <a:sym typeface="Songti SC"/>
                  </a:rPr>
                  <a:t>格问题一样困难，是现代格密码（如</a:t>
                </a:r>
                <a:r>
                  <a:rPr lang="en-US" sz="3200" dirty="0">
                    <a:uFillTx/>
                    <a:latin typeface="Times New Roman" panose="02020603050405020304" pitchFamily="18" charset="0"/>
                    <a:ea typeface="宋体" panose="02010600030101010101" pitchFamily="2" charset="-122"/>
                    <a:cs typeface="Songti SC"/>
                    <a:sym typeface="Songti SC"/>
                  </a:rPr>
                  <a:t>Kyber</a:t>
                </a:r>
                <a:r>
                  <a:rPr lang="en-US" sz="3200" dirty="0">
                    <a:uFillTx/>
                    <a:latin typeface="Times New Roman" panose="02020603050405020304" pitchFamily="18" charset="0"/>
                    <a:ea typeface="宋体" panose="02010600030101010101" pitchFamily="2" charset="-122"/>
                    <a:cs typeface="Songti SC"/>
                    <a:sym typeface="Songti SC"/>
                  </a:rPr>
                  <a:t>）的安全基础。</a:t>
                </a:r>
                <a:endParaRPr lang="en-US" sz="3200" dirty="0">
                  <a:uFillTx/>
                  <a:latin typeface="Times New Roman" panose="02020603050405020304" pitchFamily="18" charset="0"/>
                  <a:ea typeface="宋体" panose="02010600030101010101" pitchFamily="2" charset="-122"/>
                  <a:cs typeface="Songti SC"/>
                  <a:sym typeface="+mn-ea"/>
                </a:endParaRPr>
              </a:p>
              <a:p>
                <a:pPr lvl="0" indent="914400" algn="just" defTabSz="914400">
                  <a:lnSpc>
                    <a:spcPct val="125000"/>
                  </a:lnSpc>
                  <a:buSzTx/>
                  <a:defRPr/>
                </a:pPr>
                <a:r>
                  <a:rPr lang="en-US" sz="3200" dirty="0">
                    <a:uFillTx/>
                    <a:latin typeface="Times New Roman" panose="02020603050405020304" pitchFamily="18" charset="0"/>
                    <a:ea typeface="宋体" panose="02010600030101010101" pitchFamily="2" charset="-122"/>
                    <a:cs typeface="Songti SC"/>
                    <a:sym typeface="Zhuque Fangsong"/>
                  </a:rPr>
                  <a:t>定义10.8（</a:t>
                </a:r>
                <a:r>
                  <a:rPr lang="en-US" sz="3200" b="1" dirty="0">
                    <a:uFillTx/>
                    <a:latin typeface="Times New Roman" panose="02020603050405020304" pitchFamily="18" charset="0"/>
                    <a:ea typeface="宋体" panose="02010600030101010101" pitchFamily="2" charset="-122"/>
                    <a:cs typeface="Songti SC"/>
                    <a:sym typeface="Zhuque Fangsong"/>
                  </a:rPr>
                  <a:t>SIS问题</a:t>
                </a:r>
                <a:r>
                  <a:rPr lang="en-US" sz="3200" dirty="0">
                    <a:uFillTx/>
                    <a:latin typeface="Times New Roman" panose="02020603050405020304" pitchFamily="18" charset="0"/>
                    <a:ea typeface="宋体" panose="02010600030101010101" pitchFamily="2" charset="-122"/>
                    <a:cs typeface="Songti SC"/>
                    <a:sym typeface="Zhuque Fangsong"/>
                  </a:rPr>
                  <a:t>）</a:t>
                </a:r>
                <a:r>
                  <a:rPr lang="en-US" sz="3200" dirty="0">
                    <a:uFillTx/>
                    <a:latin typeface="Times New Roman" panose="02020603050405020304" pitchFamily="18" charset="0"/>
                    <a:ea typeface="宋体" panose="02010600030101010101" pitchFamily="2" charset="-122"/>
                    <a:cs typeface="Songti SC"/>
                    <a:sym typeface="Songti SC"/>
                  </a:rPr>
                  <a:t>给定整数q、矩阵A∈Z_q</a:t>
                </a:r>
                <a:r>
                  <a:rPr lang="en-US" sz="3200" dirty="0">
                    <a:uFillTx/>
                    <a:latin typeface="Times New Roman" panose="02020603050405020304" pitchFamily="18" charset="0"/>
                    <a:ea typeface="宋体" panose="02010600030101010101" pitchFamily="2" charset="-122"/>
                    <a:cs typeface="Songti SC"/>
                    <a:sym typeface="Songti SC"/>
                  </a:rPr>
                  <a:t>^(</a:t>
                </a:r>
                <a:r>
                  <a:rPr lang="en-US" sz="3200" dirty="0">
                    <a:uFillTx/>
                    <a:latin typeface="Times New Roman" panose="02020603050405020304" pitchFamily="18" charset="0"/>
                    <a:ea typeface="宋体" panose="02010600030101010101" pitchFamily="2" charset="-122"/>
                    <a:cs typeface="Songti SC"/>
                    <a:sym typeface="Songti SC"/>
                  </a:rPr>
                  <a:t>n×m</a:t>
                </a:r>
                <a:r>
                  <a:rPr lang="en-US" sz="3200" dirty="0">
                    <a:uFillTx/>
                    <a:latin typeface="Times New Roman" panose="02020603050405020304" pitchFamily="18" charset="0"/>
                    <a:ea typeface="宋体" panose="02010600030101010101" pitchFamily="2" charset="-122"/>
                    <a:cs typeface="Songti SC"/>
                    <a:sym typeface="Songti SC"/>
                  </a:rPr>
                  <a:t>)</a:t>
                </a:r>
                <a:r>
                  <a:rPr lang="en-US" sz="3200" dirty="0">
                    <a:uFillTx/>
                    <a:latin typeface="Times New Roman" panose="02020603050405020304" pitchFamily="18" charset="0"/>
                    <a:ea typeface="宋体" panose="02010600030101010101" pitchFamily="2" charset="-122"/>
                    <a:cs typeface="Songti SC"/>
                    <a:sym typeface="Songti SC"/>
                  </a:rPr>
                  <a:t>和实数</a:t>
                </a:r>
                <a:r>
                  <a:rPr lang="en-US" sz="3200" dirty="0">
                    <a:uFillTx/>
                    <a:latin typeface="Times New Roman" panose="02020603050405020304" pitchFamily="18" charset="0"/>
                    <a:ea typeface="宋体" panose="02010600030101010101" pitchFamily="2" charset="-122"/>
                    <a:cs typeface="Songti SC"/>
                    <a:sym typeface="Songti SC"/>
                  </a:rPr>
                  <a:t>β，寻找一个非零向量x∈</a:t>
                </a:r>
                <a14:m>
                  <m:oMath xmlns:m="http://schemas.openxmlformats.org/officeDocument/2006/math">
                    <m:sSup>
                      <m:sSupPr>
                        <m:ctrlPr>
                          <a:rPr lang="en-US" sz="3200" dirty="0">
                            <a:uFillTx/>
                            <a:latin typeface="Times New Roman" panose="02020603050405020304" pitchFamily="18" charset="0"/>
                            <a:ea typeface="宋体" panose="02010600030101010101" pitchFamily="2" charset="-122"/>
                            <a:cs typeface="Songti SC"/>
                            <a:sym typeface="Songti SC"/>
                          </a:rPr>
                        </m:ctrlPr>
                      </m:sSupPr>
                      <m:e>
                        <m:r>
                          <a:rPr lang="en-US" sz="3200" dirty="0">
                            <a:uFillTx/>
                            <a:latin typeface="Times New Roman" panose="02020603050405020304" pitchFamily="18" charset="0"/>
                            <a:ea typeface="宋体" panose="02010600030101010101" pitchFamily="2" charset="-122"/>
                            <a:cs typeface="Songti SC"/>
                            <a:sym typeface="Songti SC"/>
                          </a:rPr>
                          <m:t>Z</m:t>
                        </m:r>
                      </m:e>
                      <m:sup>
                        <m:r>
                          <a:rPr lang="en-US" sz="3200" dirty="0">
                            <a:uFillTx/>
                            <a:latin typeface="Times New Roman" panose="02020603050405020304" pitchFamily="18" charset="0"/>
                            <a:ea typeface="宋体" panose="02010600030101010101" pitchFamily="2" charset="-122"/>
                            <a:cs typeface="Songti SC"/>
                            <a:sym typeface="Songti SC"/>
                          </a:rPr>
                          <m:t>m</m:t>
                        </m:r>
                      </m:sup>
                    </m:sSup>
                    <m:r>
                      <a:rPr lang="en-US" sz="3200" dirty="0">
                        <a:uFillTx/>
                        <a:latin typeface="Times New Roman" panose="02020603050405020304" pitchFamily="18" charset="0"/>
                        <a:ea typeface="宋体" panose="02010600030101010101" pitchFamily="2" charset="-122"/>
                        <a:cs typeface="Songti SC"/>
                        <a:sym typeface="Songti SC"/>
                      </a:rPr>
                      <m:t>，</m:t>
                    </m:r>
                  </m:oMath>
                </a14:m>
                <a:r>
                  <a:rPr lang="en-US" sz="3200" dirty="0">
                    <a:uFillTx/>
                    <a:latin typeface="Times New Roman" panose="02020603050405020304" pitchFamily="18" charset="0"/>
                    <a:ea typeface="宋体" panose="02010600030101010101" pitchFamily="2" charset="-122"/>
                    <a:cs typeface="Songti SC"/>
                    <a:sym typeface="Songti SC"/>
                  </a:rPr>
                  <a:t>使得A·x≡0(</a:t>
                </a:r>
                <a:r>
                  <a:rPr lang="en-US" sz="3200" dirty="0">
                    <a:uFillTx/>
                    <a:latin typeface="Times New Roman" panose="02020603050405020304" pitchFamily="18" charset="0"/>
                    <a:ea typeface="宋体" panose="02010600030101010101" pitchFamily="2" charset="-122"/>
                    <a:cs typeface="Songti SC"/>
                    <a:sym typeface="Songti SC"/>
                  </a:rPr>
                  <a:t>modq</a:t>
                </a:r>
                <a:r>
                  <a:rPr lang="en-US" sz="3200" dirty="0">
                    <a:uFillTx/>
                    <a:latin typeface="Times New Roman" panose="02020603050405020304" pitchFamily="18" charset="0"/>
                    <a:ea typeface="宋体" panose="02010600030101010101" pitchFamily="2" charset="-122"/>
                    <a:cs typeface="Songti SC"/>
                    <a:sym typeface="Songti SC"/>
                  </a:rPr>
                  <a:t>)，且||x||≤β。</a:t>
                </a:r>
                <a:r>
                  <a:rPr lang="en-US" sz="3200" dirty="0">
                    <a:uFillTx/>
                    <a:latin typeface="Times New Roman" panose="02020603050405020304" pitchFamily="18" charset="0"/>
                    <a:ea typeface="宋体" panose="02010600030101010101" pitchFamily="2" charset="-122"/>
                    <a:cs typeface="Songti SC"/>
                    <a:sym typeface="Songti SC"/>
                  </a:rPr>
                  <a:t>由于</a:t>
                </a:r>
                <a:r>
                  <a:rPr lang="en-US" sz="3200" dirty="0">
                    <a:uFillTx/>
                    <a:latin typeface="Times New Roman" panose="02020603050405020304" pitchFamily="18" charset="0"/>
                    <a:ea typeface="宋体" panose="02010600030101010101" pitchFamily="2" charset="-122"/>
                    <a:cs typeface="Songti SC"/>
                    <a:sym typeface="Songti SC"/>
                  </a:rPr>
                  <a:t>SIS</a:t>
                </a:r>
                <a:r>
                  <a:rPr lang="en-US" sz="3200" dirty="0">
                    <a:uFillTx/>
                    <a:latin typeface="Times New Roman" panose="02020603050405020304" pitchFamily="18" charset="0"/>
                    <a:ea typeface="宋体" panose="02010600030101010101" pitchFamily="2" charset="-122"/>
                    <a:cs typeface="Songti SC"/>
                    <a:sym typeface="Songti SC"/>
                  </a:rPr>
                  <a:t>可规约到</a:t>
                </a:r>
                <a:r>
                  <a:rPr lang="en-US" sz="3200" dirty="0">
                    <a:uFillTx/>
                    <a:latin typeface="Times New Roman" panose="02020603050405020304" pitchFamily="18" charset="0"/>
                    <a:ea typeface="宋体" panose="02010600030101010101" pitchFamily="2" charset="-122"/>
                    <a:cs typeface="Songti SC"/>
                    <a:sym typeface="Songti SC"/>
                  </a:rPr>
                  <a:t>SVP</a:t>
                </a:r>
                <a:r>
                  <a:rPr lang="en-US" sz="3200" dirty="0">
                    <a:uFillTx/>
                    <a:latin typeface="Times New Roman" panose="02020603050405020304" pitchFamily="18" charset="0"/>
                    <a:ea typeface="宋体" panose="02010600030101010101" pitchFamily="2" charset="-122"/>
                    <a:cs typeface="Songti SC"/>
                    <a:sym typeface="Songti SC"/>
                  </a:rPr>
                  <a:t>，故</a:t>
                </a:r>
                <a:r>
                  <a:rPr lang="en-US" sz="3200" dirty="0">
                    <a:uFillTx/>
                    <a:latin typeface="Times New Roman" panose="02020603050405020304" pitchFamily="18" charset="0"/>
                    <a:ea typeface="宋体" panose="02010600030101010101" pitchFamily="2" charset="-122"/>
                    <a:cs typeface="Songti SC"/>
                    <a:sym typeface="Songti SC"/>
                  </a:rPr>
                  <a:t>SIS</a:t>
                </a:r>
                <a:r>
                  <a:rPr lang="en-US" sz="3200" dirty="0">
                    <a:uFillTx/>
                    <a:latin typeface="Times New Roman" panose="02020603050405020304" pitchFamily="18" charset="0"/>
                    <a:ea typeface="宋体" panose="02010600030101010101" pitchFamily="2" charset="-122"/>
                    <a:cs typeface="Songti SC"/>
                    <a:sym typeface="Songti SC"/>
                  </a:rPr>
                  <a:t>也是</a:t>
                </a:r>
                <a:r>
                  <a:rPr lang="en-US" sz="3200" dirty="0">
                    <a:uFillTx/>
                    <a:latin typeface="Times New Roman" panose="02020603050405020304" pitchFamily="18" charset="0"/>
                    <a:ea typeface="宋体" panose="02010600030101010101" pitchFamily="2" charset="-122"/>
                    <a:cs typeface="Songti SC"/>
                    <a:sym typeface="Songti SC"/>
                  </a:rPr>
                  <a:t>NP</a:t>
                </a:r>
                <a:r>
                  <a:rPr lang="en-US" sz="3200" dirty="0">
                    <a:uFillTx/>
                    <a:latin typeface="Times New Roman" panose="02020603050405020304" pitchFamily="18" charset="0"/>
                    <a:ea typeface="宋体" panose="02010600030101010101" pitchFamily="2" charset="-122"/>
                    <a:cs typeface="Songti SC"/>
                    <a:sym typeface="Songti SC"/>
                  </a:rPr>
                  <a:t>困难问题，基于</a:t>
                </a:r>
                <a:r>
                  <a:rPr lang="en-US" sz="3200" dirty="0">
                    <a:uFillTx/>
                    <a:latin typeface="Times New Roman" panose="02020603050405020304" pitchFamily="18" charset="0"/>
                    <a:ea typeface="宋体" panose="02010600030101010101" pitchFamily="2" charset="-122"/>
                    <a:cs typeface="Songti SC"/>
                    <a:sym typeface="Songti SC"/>
                  </a:rPr>
                  <a:t>SIS</a:t>
                </a:r>
                <a:r>
                  <a:rPr lang="en-US" sz="3200" dirty="0">
                    <a:uFillTx/>
                    <a:latin typeface="Times New Roman" panose="02020603050405020304" pitchFamily="18" charset="0"/>
                    <a:ea typeface="宋体" panose="02010600030101010101" pitchFamily="2" charset="-122"/>
                    <a:cs typeface="Songti SC"/>
                    <a:sym typeface="Songti SC"/>
                  </a:rPr>
                  <a:t>设计的密码算法被认为是安全的</a:t>
                </a:r>
                <a:r>
                  <a:rPr lang="en-US" sz="3200" dirty="0">
                    <a:uFillTx/>
                    <a:latin typeface="Times New Roman" panose="02020603050405020304" pitchFamily="18" charset="0"/>
                    <a:ea typeface="宋体" panose="02010600030101010101" pitchFamily="2" charset="-122"/>
                    <a:cs typeface="Songti SC"/>
                    <a:sym typeface="Songti SC"/>
                  </a:rPr>
                  <a:t>。</a:t>
                </a:r>
                <a:endParaRPr lang="en-US" sz="3200" dirty="0">
                  <a:uFillTx/>
                  <a:latin typeface="Times New Roman" panose="02020603050405020304" pitchFamily="18" charset="0"/>
                  <a:ea typeface="宋体" panose="02010600030101010101" pitchFamily="2" charset="-122"/>
                  <a:cs typeface="Songti SC"/>
                  <a:sym typeface="Songti SC"/>
                </a:endParaRPr>
              </a:p>
              <a:p>
                <a:pPr lvl="0" indent="914400" algn="just" defTabSz="914400">
                  <a:lnSpc>
                    <a:spcPct val="125000"/>
                  </a:lnSpc>
                  <a:buSzTx/>
                  <a:defRPr/>
                </a:pPr>
                <a:endParaRPr lang="en-US" sz="3200" dirty="0">
                  <a:uFillTx/>
                  <a:latin typeface="Times New Roman" panose="02020603050405020304" pitchFamily="18" charset="0"/>
                  <a:ea typeface="宋体" panose="02010600030101010101" pitchFamily="2" charset="-122"/>
                  <a:cs typeface="Songti SC"/>
                  <a:sym typeface="Songti SC"/>
                </a:endParaRPr>
              </a:p>
            </p:txBody>
          </p:sp>
        </mc:Choice>
        <mc:Fallback>
          <p:sp>
            <p:nvSpPr>
              <p:cNvPr id="8" name="AutoShape 8"/>
              <p:cNvSpPr txBox="1">
                <a:spLocks noRot="1" noChangeAspect="1" noMove="1" noResize="1" noEditPoints="1" noAdjustHandles="1" noChangeArrowheads="1" noChangeShapeType="1" noTextEdit="1"/>
              </p:cNvSpPr>
              <p:nvPr/>
            </p:nvSpPr>
            <p:spPr>
              <a:xfrm>
                <a:off x="1397595" y="2276171"/>
                <a:ext cx="15586765" cy="5684632"/>
              </a:xfrm>
              <a:prstGeom prst="rect">
                <a:avLst/>
              </a:prstGeom>
              <a:blipFill rotWithShape="1">
                <a:blip r:embed="rId3"/>
                <a:stretch>
                  <a:fillRect l="-4" t="-6" b="8"/>
                </a:stretch>
              </a:blipFill>
              <a:ln w="19050" cap="flat" cmpd="sng">
                <a:noFill/>
                <a:prstDash val="solid"/>
                <a:round/>
              </a:ln>
            </p:spPr>
            <p:txBody>
              <a:bodyPr/>
              <a:lstStyle/>
              <a:p>
                <a:r>
                  <a:rPr lang="zh-CN" altLang="en-US">
                    <a:noFill/>
                  </a:rPr>
                  <a:t> </a:t>
                </a:r>
              </a:p>
            </p:txBody>
          </p:sp>
        </mc:Fallback>
      </mc:AlternateContent>
      <p:sp>
        <p:nvSpPr>
          <p:cNvPr id="9" name="AutoShape 9"/>
          <p:cNvSpPr txBox="1"/>
          <p:nvPr/>
        </p:nvSpPr>
        <p:spPr>
          <a:xfrm>
            <a:off x="15544800" y="9410700"/>
            <a:ext cx="2133600" cy="441325"/>
          </a:xfrm>
          <a:prstGeom prst="rect">
            <a:avLst/>
          </a:prstGeom>
          <a:noFill/>
          <a:ln w="19050" cap="flat" cmpd="sng">
            <a:noFill/>
            <a:prstDash val="solid"/>
            <a:round/>
          </a:ln>
        </p:spPr>
        <p:txBody>
          <a:bodyPr vert="horz" wrap="square" lIns="91440" tIns="45720" rIns="91440" bIns="45720" rtlCol="0" anchor="ctr" anchorCtr="0"/>
          <a:lstStyle/>
          <a:p>
            <a:pPr marL="0" indent="0" algn="r" defTabSz="914400">
              <a:lnSpc>
                <a:spcPct val="100000"/>
              </a:lnSpc>
              <a:defRPr/>
            </a:pPr>
            <a:fld id="{1121CAE8-3613-4754-9B7C-A5C94AAE5591}" type="slidenum">
              <a:rPr sz="1400" b="0" i="0" u="none" strike="noStrike">
                <a:solidFill>
                  <a:srgbClr val="FFC000"/>
                </a:solidFill>
                <a:latin typeface="Calibri" panose="020F0502020204030204"/>
                <a:ea typeface="Calibri" panose="020F0502020204030204"/>
                <a:cs typeface="Calibri" panose="020F0502020204030204"/>
                <a:sym typeface="Calibri" panose="020F0502020204030204"/>
              </a:rPr>
            </a:fld>
            <a:endParaRPr lang="en-US" sz="1100"/>
          </a:p>
        </p:txBody>
      </p:sp>
      <p:sp>
        <p:nvSpPr>
          <p:cNvPr id="4" name="AutoShape 35"/>
          <p:cNvSpPr txBox="1"/>
          <p:nvPr/>
        </p:nvSpPr>
        <p:spPr>
          <a:xfrm>
            <a:off x="13694774" y="709652"/>
            <a:ext cx="3700052" cy="369332"/>
          </a:xfrm>
          <a:prstGeom prst="rect">
            <a:avLst/>
          </a:prstGeom>
          <a:noFill/>
          <a:ln w="19050" cap="flat" cmpd="sng">
            <a:noFill/>
            <a:prstDash val="solid"/>
            <a:round/>
          </a:ln>
        </p:spPr>
        <p:txBody>
          <a:bodyPr vert="horz" wrap="none" lIns="91440" tIns="45720" rIns="91440" bIns="45720" rtlCol="0" anchor="t" anchorCtr="0"/>
          <a:lstStyle/>
          <a:p>
            <a:pPr>
              <a:defRPr/>
            </a:pPr>
            <a:r>
              <a:rPr lang="zh-CN" altLang="zh-CN" sz="18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仿宋" panose="02010609060101010101" pitchFamily="49" charset="-122"/>
                <a:ea typeface="仿宋" panose="02010609060101010101" pitchFamily="49" charset="-122"/>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密码学</a:t>
            </a:r>
            <a:r>
              <a:rPr lang="en-US" sz="1800" b="1" i="0" u="none" strike="noStrike" dirty="0">
                <a:solidFill>
                  <a:srgbClr val="1F497D"/>
                </a:solidFill>
                <a:latin typeface="仿宋" panose="02010609060101010101" pitchFamily="49" charset="-122"/>
                <a:ea typeface="仿宋" panose="02010609060101010101" pitchFamily="49" charset="-122"/>
                <a:cs typeface="Zhuque Fangsong"/>
                <a:sym typeface="Zhuque Fangsong"/>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基础理论与应用</a:t>
            </a:r>
            <a:endParaRPr lang="en-US" sz="1100" dirty="0">
              <a:latin typeface="仿宋" panose="02010609060101010101" pitchFamily="49" charset="-122"/>
              <a:ea typeface="仿宋" panose="02010609060101010101" pitchFamily="49" charset="-122"/>
            </a:endParaRPr>
          </a:p>
        </p:txBody>
      </p:sp>
      <p:sp>
        <p:nvSpPr>
          <p:cNvPr id="11" name="TextBox 31"/>
          <p:cNvSpPr txBox="1"/>
          <p:nvPr/>
        </p:nvSpPr>
        <p:spPr>
          <a:xfrm>
            <a:off x="1296035" y="411480"/>
            <a:ext cx="1427480" cy="842645"/>
          </a:xfrm>
          <a:prstGeom prst="rect">
            <a:avLst/>
          </a:prstGeom>
        </p:spPr>
        <p:txBody>
          <a:bodyPr wrap="square" lIns="0" tIns="0" rIns="0" bIns="0" rtlCol="0" anchor="t">
            <a:spAutoFit/>
          </a:bodyPr>
          <a:lstStyle/>
          <a:p>
            <a:pPr lvl="0" algn="ctr">
              <a:lnSpc>
                <a:spcPts val="6575"/>
              </a:lnSpc>
              <a:buSzTx/>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Times New Roman" panose="02020603050405020304" pitchFamily="18" charset="0"/>
                <a:sym typeface="字由文艺黑" panose="00020600040101010101" charset="-122"/>
              </a:rPr>
              <a:t>10.2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Times New Roman" panose="02020603050405020304" pitchFamily="18" charset="0"/>
              <a:sym typeface="字由文艺黑" panose="00020600040101010101" charset="-122"/>
            </a:endParaRPr>
          </a:p>
        </p:txBody>
      </p:sp>
      <p:sp>
        <p:nvSpPr>
          <p:cNvPr id="12" name="TextBox 30"/>
          <p:cNvSpPr txBox="1"/>
          <p:nvPr/>
        </p:nvSpPr>
        <p:spPr>
          <a:xfrm>
            <a:off x="2558812" y="505480"/>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格上的计算困难问题</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412090" y="1028700"/>
            <a:ext cx="7800783" cy="275915"/>
          </a:xfrm>
          <a:custGeom>
            <a:avLst/>
            <a:gdLst/>
            <a:ahLst/>
            <a:cxnLst/>
            <a:rect l="l" t="t" r="r" b="b"/>
            <a:pathLst>
              <a:path w="7800783" h="275915">
                <a:moveTo>
                  <a:pt x="137960" y="0"/>
                </a:moveTo>
                <a:lnTo>
                  <a:pt x="7662827" y="0"/>
                </a:lnTo>
                <a:cubicBezTo>
                  <a:pt x="7699414" y="0"/>
                  <a:pt x="7734504" y="14534"/>
                  <a:pt x="7760377" y="40406"/>
                </a:cubicBezTo>
                <a:cubicBezTo>
                  <a:pt x="7786248" y="66279"/>
                  <a:pt x="7800783" y="101369"/>
                  <a:pt x="7800783" y="137959"/>
                </a:cubicBezTo>
                <a:lnTo>
                  <a:pt x="7800783" y="137959"/>
                </a:lnTo>
                <a:cubicBezTo>
                  <a:pt x="7800783" y="174546"/>
                  <a:pt x="7786248" y="209636"/>
                  <a:pt x="7760377" y="235509"/>
                </a:cubicBezTo>
                <a:cubicBezTo>
                  <a:pt x="7734504" y="261380"/>
                  <a:pt x="7699414" y="275915"/>
                  <a:pt x="7662827" y="275915"/>
                </a:cubicBezTo>
                <a:lnTo>
                  <a:pt x="137960" y="275915"/>
                </a:lnTo>
                <a:cubicBezTo>
                  <a:pt x="101369" y="275915"/>
                  <a:pt x="66279" y="261380"/>
                  <a:pt x="40406" y="235509"/>
                </a:cubicBezTo>
                <a:cubicBezTo>
                  <a:pt x="14534" y="209636"/>
                  <a:pt x="0" y="174546"/>
                  <a:pt x="0" y="137959"/>
                </a:cubicBezTo>
                <a:lnTo>
                  <a:pt x="0" y="137959"/>
                </a:lnTo>
                <a:cubicBezTo>
                  <a:pt x="0" y="101369"/>
                  <a:pt x="14534" y="66279"/>
                  <a:pt x="40406" y="40406"/>
                </a:cubicBezTo>
                <a:cubicBezTo>
                  <a:pt x="66279" y="14534"/>
                  <a:pt x="101369" y="0"/>
                  <a:pt x="137960" y="0"/>
                </a:cubicBezTo>
                <a:close/>
              </a:path>
            </a:pathLst>
          </a:custGeom>
          <a:gradFill rotWithShape="1">
            <a:gsLst>
              <a:gs pos="0">
                <a:srgbClr val="DDEEFF">
                  <a:alpha val="100000"/>
                </a:srgbClr>
              </a:gs>
              <a:gs pos="100000">
                <a:srgbClr val="FFFFFF">
                  <a:alpha val="0"/>
                </a:srgbClr>
              </a:gs>
            </a:gsLst>
            <a:lin ang="0"/>
          </a:gradFill>
          <a:ln w="25400" cap="flat" cmpd="sng">
            <a:noFill/>
            <a:prstDash val="solid"/>
            <a:round/>
          </a:ln>
        </p:spPr>
        <p:txBody>
          <a:bodyPr vert="horz" wrap="square" lIns="91440" tIns="45720" rIns="91440" bIns="45720" rtlCol="0" anchor="t" anchorCtr="0"/>
          <a:lstStyle/>
          <a:p>
            <a:pPr algn="l">
              <a:defRPr/>
            </a:pPr>
          </a:p>
        </p:txBody>
      </p:sp>
      <p:pic>
        <p:nvPicPr>
          <p:cNvPr id="5" name="Picture 5"/>
          <p:cNvPicPr>
            <a:picLocks noChangeAspect="1"/>
          </p:cNvPicPr>
          <p:nvPr/>
        </p:nvPicPr>
        <p:blipFill>
          <a:blip r:embed="rId1">
            <a:alphaModFix amt="80000"/>
          </a:blip>
          <a:srcRect/>
          <a:stretch>
            <a:fillRect/>
          </a:stretch>
        </p:blipFill>
        <p:spPr>
          <a:xfrm>
            <a:off x="762000" y="494030"/>
            <a:ext cx="1069975" cy="656590"/>
          </a:xfrm>
          <a:prstGeom prst="rect">
            <a:avLst/>
          </a:prstGeom>
          <a:noFill/>
          <a:ln w="25400" cap="flat" cmpd="sng">
            <a:noFill/>
            <a:prstDash val="solid"/>
            <a:round/>
          </a:ln>
          <a:effectLst>
            <a:outerShdw blurRad="50800" dist="38100" dir="2700000" algn="tl">
              <a:srgbClr val="000000">
                <a:alpha val="40000"/>
              </a:srgbClr>
            </a:outerShdw>
            <a:reflection blurRad="6350" stA="50000" endA="300" endPos="55000" dir="5400000" sy="-100000" algn="bl" rotWithShape="0"/>
          </a:effectLst>
        </p:spPr>
      </p:pic>
      <p:pic>
        <p:nvPicPr>
          <p:cNvPr id="7" name="Picture 7"/>
          <p:cNvPicPr>
            <a:picLocks noChangeAspect="1"/>
          </p:cNvPicPr>
          <p:nvPr/>
        </p:nvPicPr>
        <p:blipFill>
          <a:blip r:embed="rId2"/>
          <a:srcRect/>
          <a:stretch>
            <a:fillRect/>
          </a:stretch>
        </p:blipFill>
        <p:spPr>
          <a:xfrm>
            <a:off x="13772537" y="1102753"/>
            <a:ext cx="2771429" cy="47619"/>
          </a:xfrm>
          <a:prstGeom prst="rect">
            <a:avLst/>
          </a:prstGeom>
          <a:noFill/>
          <a:ln w="25400" cap="flat" cmpd="sng">
            <a:noFill/>
            <a:prstDash val="solid"/>
            <a:round/>
          </a:ln>
        </p:spPr>
      </p:pic>
      <mc:AlternateContent xmlns:mc="http://schemas.openxmlformats.org/markup-compatibility/2006">
        <mc:Choice xmlns:a14="http://schemas.microsoft.com/office/drawing/2010/main" Requires="a14">
          <p:sp>
            <p:nvSpPr>
              <p:cNvPr id="8" name="AutoShape 8"/>
              <p:cNvSpPr txBox="1"/>
              <p:nvPr/>
            </p:nvSpPr>
            <p:spPr>
              <a:xfrm>
                <a:off x="1343216" y="2410281"/>
                <a:ext cx="15586765" cy="5466438"/>
              </a:xfrm>
              <a:prstGeom prst="rect">
                <a:avLst/>
              </a:prstGeom>
              <a:noFill/>
              <a:ln w="19050" cap="flat" cmpd="sng">
                <a:noFill/>
                <a:prstDash val="solid"/>
                <a:round/>
              </a:ln>
            </p:spPr>
            <p:txBody>
              <a:bodyPr vert="horz" wrap="square" lIns="0" tIns="0" rIns="0" bIns="0" rtlCol="0" anchor="t" anchorCtr="0">
                <a:noAutofit/>
              </a:bodyPr>
              <a:lstStyle/>
              <a:p>
                <a:pPr lvl="0" indent="914400" algn="just" defTabSz="914400">
                  <a:lnSpc>
                    <a:spcPct val="125000"/>
                  </a:lnSpc>
                  <a:buSzTx/>
                  <a:defRPr/>
                </a:pPr>
                <a:r>
                  <a:rPr lang="en-US" sz="3200" dirty="0">
                    <a:uFillTx/>
                    <a:latin typeface="Times New Roman" panose="02020603050405020304" pitchFamily="18" charset="0"/>
                    <a:ea typeface="宋体" panose="02010600030101010101" pitchFamily="2" charset="-122"/>
                    <a:cs typeface="Songti SC"/>
                    <a:sym typeface="Zhuque Fangsong"/>
                  </a:rPr>
                  <a:t>定义10.9</a:t>
                </a:r>
                <a:r>
                  <a:rPr lang="en-US" sz="3200" dirty="0">
                    <a:uFillTx/>
                    <a:latin typeface="Times New Roman" panose="02020603050405020304" pitchFamily="18" charset="0"/>
                    <a:ea typeface="宋体" panose="02010600030101010101" pitchFamily="2" charset="-122"/>
                    <a:cs typeface="Songti SC"/>
                    <a:sym typeface="+mn-ea"/>
                  </a:rPr>
                  <a:t>（</a:t>
                </a:r>
                <a14:m>
                  <m:oMath xmlns:m="http://schemas.openxmlformats.org/officeDocument/2006/math">
                    <m:r>
                      <a:rPr lang="en-US" sz="3200" b="1" dirty="0">
                        <a:uFillTx/>
                        <a:latin typeface="Times New Roman" panose="02020603050405020304" pitchFamily="18" charset="0"/>
                        <a:ea typeface="宋体" panose="02010600030101010101" pitchFamily="2" charset="-122"/>
                        <a:cs typeface="Songti SC"/>
                        <a:sym typeface="+mn-ea"/>
                      </a:rPr>
                      <m:t>𝛄</m:t>
                    </m:r>
                    <m:r>
                      <a:rPr lang="en-US" sz="3200" b="1" dirty="0">
                        <a:uFillTx/>
                        <a:latin typeface="Times New Roman" panose="02020603050405020304" pitchFamily="18" charset="0"/>
                        <a:ea typeface="宋体" panose="02010600030101010101" pitchFamily="2" charset="-122"/>
                        <a:cs typeface="Songti SC"/>
                        <a:sym typeface="+mn-ea"/>
                      </a:rPr>
                      <m:t>−</m:t>
                    </m:r>
                    <m:r>
                      <a:rPr lang="en-US" sz="3200" b="1" dirty="0">
                        <a:uFillTx/>
                        <a:latin typeface="Times New Roman" panose="02020603050405020304" pitchFamily="18" charset="0"/>
                        <a:ea typeface="宋体" panose="02010600030101010101" pitchFamily="2" charset="-122"/>
                        <a:cs typeface="Songti SC"/>
                        <a:sym typeface="+mn-ea"/>
                      </a:rPr>
                      <m:t>𝐒𝐕𝐏</m:t>
                    </m:r>
                  </m:oMath>
                </a14:m>
                <a:r>
                  <a:rPr lang="en-US" sz="3200" b="1" dirty="0">
                    <a:uFillTx/>
                    <a:latin typeface="Times New Roman" panose="02020603050405020304" pitchFamily="18" charset="0"/>
                    <a:ea typeface="宋体" panose="02010600030101010101" pitchFamily="2" charset="-122"/>
                    <a:cs typeface="Songti SC"/>
                    <a:sym typeface="+mn-ea"/>
                  </a:rPr>
                  <a:t>问题</a:t>
                </a:r>
                <a:r>
                  <a:rPr lang="en-US" sz="3200" dirty="0">
                    <a:uFillTx/>
                    <a:latin typeface="Times New Roman" panose="02020603050405020304" pitchFamily="18" charset="0"/>
                    <a:ea typeface="宋体" panose="02010600030101010101" pitchFamily="2" charset="-122"/>
                    <a:cs typeface="Songti SC"/>
                    <a:sym typeface="+mn-ea"/>
                  </a:rPr>
                  <a:t>）</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mn-ea"/>
                      </a:rPr>
                      <m:t>𝐿</m:t>
                    </m:r>
                  </m:oMath>
                </a14:m>
                <a:r>
                  <a:rPr lang="en-US" sz="3200" dirty="0">
                    <a:uFillTx/>
                    <a:latin typeface="Times New Roman" panose="02020603050405020304" pitchFamily="18" charset="0"/>
                    <a:ea typeface="宋体" panose="02010600030101010101" pitchFamily="2" charset="-122"/>
                    <a:cs typeface="Songti SC"/>
                    <a:sym typeface="+mn-ea"/>
                  </a:rPr>
                  <a:t>是</a:t>
                </a:r>
                <a14:m>
                  <m:oMath xmlns:m="http://schemas.openxmlformats.org/officeDocument/2006/math">
                    <m:sSup>
                      <m:sSupPr>
                        <m:ctrlPr>
                          <a:rPr lang="en-US" sz="3200" dirty="0">
                            <a:uFillTx/>
                            <a:latin typeface="Times New Roman" panose="02020603050405020304" pitchFamily="18" charset="0"/>
                            <a:ea typeface="宋体" panose="02010600030101010101" pitchFamily="2" charset="-122"/>
                            <a:cs typeface="Songti SC"/>
                            <a:sym typeface="+mn-ea"/>
                          </a:rPr>
                        </m:ctrlPr>
                      </m:sSupPr>
                      <m:e>
                        <m:r>
                          <a:rPr lang="en-US" sz="3200" dirty="0">
                            <a:uFillTx/>
                            <a:latin typeface="Times New Roman" panose="02020603050405020304" pitchFamily="18" charset="0"/>
                            <a:ea typeface="宋体" panose="02010600030101010101" pitchFamily="2" charset="-122"/>
                            <a:cs typeface="Songti SC"/>
                            <a:sym typeface="+mn-ea"/>
                          </a:rPr>
                          <m:t>𝑖</m:t>
                        </m:r>
                      </m:e>
                      <m:sup>
                        <m:r>
                          <a:rPr lang="en-US" sz="3200" dirty="0">
                            <a:uFillTx/>
                            <a:latin typeface="Times New Roman" panose="02020603050405020304" pitchFamily="18" charset="0"/>
                            <a:ea typeface="宋体" panose="02010600030101010101" pitchFamily="2" charset="-122"/>
                            <a:cs typeface="Songti SC"/>
                            <a:sym typeface="+mn-ea"/>
                          </a:rPr>
                          <m:t>𝑚</m:t>
                        </m:r>
                      </m:sup>
                    </m:sSup>
                  </m:oMath>
                </a14:m>
                <a:r>
                  <a:rPr lang="en-US" sz="3200" dirty="0">
                    <a:uFillTx/>
                    <a:latin typeface="Times New Roman" panose="02020603050405020304" pitchFamily="18" charset="0"/>
                    <a:ea typeface="宋体" panose="02010600030101010101" pitchFamily="2" charset="-122"/>
                    <a:cs typeface="Songti SC"/>
                    <a:sym typeface="+mn-ea"/>
                  </a:rPr>
                  <a:t>中的格，对任意的</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mn-ea"/>
                      </a:rPr>
                      <m:t>𝛾</m:t>
                    </m:r>
                  </m:oMath>
                </a14:m>
                <a:r>
                  <a:rPr lang="en-US" sz="3200" dirty="0">
                    <a:uFillTx/>
                    <a:latin typeface="Times New Roman" panose="02020603050405020304" pitchFamily="18" charset="0"/>
                    <a:ea typeface="宋体" panose="02010600030101010101" pitchFamily="2" charset="-122"/>
                    <a:cs typeface="Songti SC"/>
                    <a:sym typeface="+mn-ea"/>
                  </a:rPr>
                  <a:t>&gt;0，求解格中的一个向量V，使得对所有</a:t>
                </a:r>
                <a14:m>
                  <m:oMath xmlns:m="http://schemas.openxmlformats.org/officeDocument/2006/math">
                    <m:r>
                      <m:rPr>
                        <m:lit/>
                      </m:rPr>
                      <a:rPr lang="en-US" sz="3200" dirty="0">
                        <a:uFillTx/>
                        <a:latin typeface="Times New Roman" panose="02020603050405020304" pitchFamily="18" charset="0"/>
                        <a:ea typeface="宋体" panose="02010600030101010101" pitchFamily="2" charset="-122"/>
                        <a:cs typeface="Songti SC"/>
                        <a:sym typeface="+mn-ea"/>
                      </a:rPr>
                      <m:t>|</m:t>
                    </m:r>
                    <m:r>
                      <m:rPr>
                        <m:lit/>
                      </m:rP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𝑉</m:t>
                    </m:r>
                    <m:r>
                      <a:rPr lang="en-US" sz="3200" dirty="0">
                        <a:uFillTx/>
                        <a:latin typeface="Times New Roman" panose="02020603050405020304" pitchFamily="18" charset="0"/>
                        <a:ea typeface="宋体" panose="02010600030101010101" pitchFamily="2" charset="-122"/>
                        <a:cs typeface="Songti SC"/>
                        <a:sym typeface="+mn-ea"/>
                      </a:rPr>
                      <m:t>|</m:t>
                    </m:r>
                    <m:r>
                      <m:rPr>
                        <m:lit/>
                      </m:rP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𝛾</m:t>
                    </m:r>
                    <m:r>
                      <m:rPr>
                        <m:lit/>
                      </m:rPr>
                      <a:rPr lang="en-US" sz="3200" dirty="0">
                        <a:uFillTx/>
                        <a:latin typeface="Times New Roman" panose="02020603050405020304" pitchFamily="18" charset="0"/>
                        <a:ea typeface="宋体" panose="02010600030101010101" pitchFamily="2" charset="-122"/>
                        <a:cs typeface="Songti SC"/>
                        <a:sym typeface="+mn-ea"/>
                      </a:rPr>
                      <m:t>|</m:t>
                    </m:r>
                    <m:r>
                      <m:rPr>
                        <m:lit/>
                      </m:rP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𝑊</m:t>
                    </m:r>
                    <m:r>
                      <m:rPr>
                        <m:lit/>
                      </m:rPr>
                      <a:rPr lang="en-US" sz="3200" dirty="0">
                        <a:uFillTx/>
                        <a:latin typeface="Times New Roman" panose="02020603050405020304" pitchFamily="18" charset="0"/>
                        <a:ea typeface="宋体" panose="02010600030101010101" pitchFamily="2" charset="-122"/>
                        <a:cs typeface="Songti SC"/>
                        <a:sym typeface="+mn-ea"/>
                      </a:rPr>
                      <m:t>|</m:t>
                    </m:r>
                    <m:r>
                      <m:rPr>
                        <m:lit/>
                      </m:rPr>
                      <a:rPr lang="en-US" sz="3200" dirty="0">
                        <a:uFillTx/>
                        <a:latin typeface="Times New Roman" panose="02020603050405020304" pitchFamily="18" charset="0"/>
                        <a:ea typeface="宋体" panose="02010600030101010101" pitchFamily="2" charset="-122"/>
                        <a:cs typeface="Songti SC"/>
                        <a:sym typeface="+mn-ea"/>
                      </a:rPr>
                      <m:t>|</m:t>
                    </m:r>
                  </m:oMath>
                </a14:m>
                <a:r>
                  <a:rPr lang="en-US" sz="3200" dirty="0">
                    <a:uFillTx/>
                    <a:latin typeface="Times New Roman" panose="02020603050405020304" pitchFamily="18" charset="0"/>
                    <a:ea typeface="宋体" panose="02010600030101010101" pitchFamily="2" charset="-122"/>
                    <a:cs typeface="Songti SC"/>
                    <a:sym typeface="+mn-ea"/>
                  </a:rPr>
                  <a:t>成立，该问题称为</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mn-ea"/>
                      </a:rPr>
                      <m:t>𝛾</m:t>
                    </m:r>
                  </m:oMath>
                </a14:m>
                <a:r>
                  <a:rPr lang="en-US" sz="3200" dirty="0">
                    <a:uFillTx/>
                    <a:latin typeface="Times New Roman" panose="02020603050405020304" pitchFamily="18" charset="0"/>
                    <a:ea typeface="宋体" panose="02010600030101010101" pitchFamily="2" charset="-122"/>
                    <a:cs typeface="Songti SC"/>
                    <a:sym typeface="+mn-ea"/>
                  </a:rPr>
                  <a:t>阶最短向量问题。</a:t>
                </a:r>
                <a:endParaRPr lang="en-US" sz="3200" dirty="0">
                  <a:uFillTx/>
                  <a:latin typeface="Times New Roman" panose="02020603050405020304" pitchFamily="18" charset="0"/>
                  <a:ea typeface="宋体" panose="02010600030101010101" pitchFamily="2" charset="-122"/>
                  <a:cs typeface="Songti SC"/>
                  <a:sym typeface="+mn-ea"/>
                </a:endParaRPr>
              </a:p>
              <a:p>
                <a:pPr lvl="0" indent="914400" algn="just" defTabSz="914400">
                  <a:lnSpc>
                    <a:spcPct val="125000"/>
                  </a:lnSpc>
                  <a:buSzTx/>
                  <a:defRPr/>
                </a:pPr>
                <a:r>
                  <a:rPr lang="en-US" sz="3200" dirty="0">
                    <a:uFillTx/>
                    <a:latin typeface="Times New Roman" panose="02020603050405020304" pitchFamily="18" charset="0"/>
                    <a:ea typeface="宋体" panose="02010600030101010101" pitchFamily="2" charset="-122"/>
                    <a:cs typeface="Songti SC"/>
                    <a:sym typeface="Zhuque Fangsong"/>
                  </a:rPr>
                  <a:t>定义10.10</a:t>
                </a:r>
                <a:r>
                  <a:rPr lang="en-US" sz="3200" dirty="0">
                    <a:uFillTx/>
                    <a:latin typeface="Times New Roman" panose="02020603050405020304" pitchFamily="18" charset="0"/>
                    <a:ea typeface="宋体" panose="02010600030101010101" pitchFamily="2" charset="-122"/>
                    <a:cs typeface="Songti SC"/>
                    <a:sym typeface="+mn-ea"/>
                  </a:rPr>
                  <a:t>（</a:t>
                </a:r>
                <a14:m>
                  <m:oMath xmlns:m="http://schemas.openxmlformats.org/officeDocument/2006/math">
                    <m:r>
                      <a:rPr lang="en-US" sz="3200" b="1" dirty="0">
                        <a:uFillTx/>
                        <a:latin typeface="Times New Roman" panose="02020603050405020304" pitchFamily="18" charset="0"/>
                        <a:ea typeface="宋体" panose="02010600030101010101" pitchFamily="2" charset="-122"/>
                        <a:cs typeface="Songti SC"/>
                        <a:sym typeface="+mn-ea"/>
                      </a:rPr>
                      <m:t>𝛄</m:t>
                    </m:r>
                    <m:r>
                      <a:rPr lang="en-US" sz="3200" b="1" dirty="0">
                        <a:uFillTx/>
                        <a:latin typeface="Times New Roman" panose="02020603050405020304" pitchFamily="18" charset="0"/>
                        <a:ea typeface="宋体" panose="02010600030101010101" pitchFamily="2" charset="-122"/>
                        <a:cs typeface="Songti SC"/>
                        <a:sym typeface="+mn-ea"/>
                      </a:rPr>
                      <m:t>−</m:t>
                    </m:r>
                    <m:r>
                      <a:rPr lang="en-US" sz="3200" b="1" dirty="0">
                        <a:uFillTx/>
                        <a:latin typeface="Times New Roman" panose="02020603050405020304" pitchFamily="18" charset="0"/>
                        <a:ea typeface="宋体" panose="02010600030101010101" pitchFamily="2" charset="-122"/>
                        <a:cs typeface="Songti SC"/>
                        <a:sym typeface="+mn-ea"/>
                      </a:rPr>
                      <m:t>𝐂</m:t>
                    </m:r>
                    <m:r>
                      <a:rPr lang="en-US" sz="3200" b="1" dirty="0">
                        <a:uFillTx/>
                        <a:latin typeface="Times New Roman" panose="02020603050405020304" pitchFamily="18" charset="0"/>
                        <a:ea typeface="宋体" panose="02010600030101010101" pitchFamily="2" charset="-122"/>
                        <a:cs typeface="Songti SC"/>
                        <a:sym typeface="+mn-ea"/>
                      </a:rPr>
                      <m:t>𝐕𝐏</m:t>
                    </m:r>
                  </m:oMath>
                </a14:m>
                <a:r>
                  <a:rPr lang="en-US" sz="3200" b="1" dirty="0">
                    <a:uFillTx/>
                    <a:latin typeface="Times New Roman" panose="02020603050405020304" pitchFamily="18" charset="0"/>
                    <a:ea typeface="宋体" panose="02010600030101010101" pitchFamily="2" charset="-122"/>
                    <a:cs typeface="Songti SC"/>
                    <a:sym typeface="+mn-ea"/>
                  </a:rPr>
                  <a:t>问题</a:t>
                </a:r>
                <a:r>
                  <a:rPr lang="en-US" sz="3200" dirty="0">
                    <a:uFillTx/>
                    <a:latin typeface="Times New Roman" panose="02020603050405020304" pitchFamily="18" charset="0"/>
                    <a:ea typeface="宋体" panose="02010600030101010101" pitchFamily="2" charset="-122"/>
                    <a:cs typeface="Songti SC"/>
                    <a:sym typeface="+mn-ea"/>
                  </a:rPr>
                  <a:t>）</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mn-ea"/>
                      </a:rPr>
                      <m:t>𝐿</m:t>
                    </m:r>
                  </m:oMath>
                </a14:m>
                <a:r>
                  <a:rPr lang="en-US" sz="3200" dirty="0">
                    <a:uFillTx/>
                    <a:latin typeface="Times New Roman" panose="02020603050405020304" pitchFamily="18" charset="0"/>
                    <a:ea typeface="宋体" panose="02010600030101010101" pitchFamily="2" charset="-122"/>
                    <a:cs typeface="Songti SC"/>
                    <a:sym typeface="+mn-ea"/>
                  </a:rPr>
                  <a:t>是</a:t>
                </a:r>
                <a14:m>
                  <m:oMath xmlns:m="http://schemas.openxmlformats.org/officeDocument/2006/math">
                    <m:sSup>
                      <m:sSupPr>
                        <m:ctrlPr>
                          <a:rPr lang="en-US" sz="3200" dirty="0">
                            <a:uFillTx/>
                            <a:latin typeface="Times New Roman" panose="02020603050405020304" pitchFamily="18" charset="0"/>
                            <a:ea typeface="宋体" panose="02010600030101010101" pitchFamily="2" charset="-122"/>
                            <a:cs typeface="Songti SC"/>
                            <a:sym typeface="+mn-ea"/>
                          </a:rPr>
                        </m:ctrlPr>
                      </m:sSupPr>
                      <m:e>
                        <m:r>
                          <a:rPr lang="en-US" sz="3200" dirty="0">
                            <a:uFillTx/>
                            <a:latin typeface="Times New Roman" panose="02020603050405020304" pitchFamily="18" charset="0"/>
                            <a:ea typeface="宋体" panose="02010600030101010101" pitchFamily="2" charset="-122"/>
                            <a:cs typeface="Songti SC"/>
                            <a:sym typeface="+mn-ea"/>
                          </a:rPr>
                          <m:t>𝑖</m:t>
                        </m:r>
                      </m:e>
                      <m:sup>
                        <m:r>
                          <a:rPr lang="en-US" sz="3200" dirty="0">
                            <a:uFillTx/>
                            <a:latin typeface="Times New Roman" panose="02020603050405020304" pitchFamily="18" charset="0"/>
                            <a:ea typeface="宋体" panose="02010600030101010101" pitchFamily="2" charset="-122"/>
                            <a:cs typeface="Songti SC"/>
                            <a:sym typeface="+mn-ea"/>
                          </a:rPr>
                          <m:t>𝑚</m:t>
                        </m:r>
                      </m:sup>
                    </m:sSup>
                  </m:oMath>
                </a14:m>
                <a:r>
                  <a:rPr lang="en-US" sz="3200" dirty="0">
                    <a:uFillTx/>
                    <a:latin typeface="Times New Roman" panose="02020603050405020304" pitchFamily="18" charset="0"/>
                    <a:ea typeface="宋体" panose="02010600030101010101" pitchFamily="2" charset="-122"/>
                    <a:cs typeface="Songti SC"/>
                    <a:sym typeface="+mn-ea"/>
                  </a:rPr>
                  <a:t>中的格，对任意的</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mn-ea"/>
                      </a:rPr>
                      <m:t>𝑋</m:t>
                    </m:r>
                    <m:r>
                      <a:rPr lang="en-US" sz="3200" dirty="0">
                        <a:uFillTx/>
                        <a:latin typeface="Times New Roman" panose="02020603050405020304" pitchFamily="18" charset="0"/>
                        <a:ea typeface="宋体" panose="02010600030101010101" pitchFamily="2" charset="-122"/>
                        <a:cs typeface="Songti SC"/>
                        <a:sym typeface="+mn-ea"/>
                      </a:rPr>
                      <m:t>∈</m:t>
                    </m:r>
                    <m:sSup>
                      <m:sSupPr>
                        <m:ctrlPr>
                          <a:rPr lang="en-US" sz="3200" dirty="0">
                            <a:uFillTx/>
                            <a:latin typeface="Times New Roman" panose="02020603050405020304" pitchFamily="18" charset="0"/>
                            <a:ea typeface="宋体" panose="02010600030101010101" pitchFamily="2" charset="-122"/>
                            <a:cs typeface="Songti SC"/>
                            <a:sym typeface="+mn-ea"/>
                          </a:rPr>
                        </m:ctrlPr>
                      </m:sSupPr>
                      <m:e>
                        <m:r>
                          <a:rPr lang="en-US" sz="3200" dirty="0">
                            <a:uFillTx/>
                            <a:latin typeface="Times New Roman" panose="02020603050405020304" pitchFamily="18" charset="0"/>
                            <a:ea typeface="宋体" panose="02010600030101010101" pitchFamily="2" charset="-122"/>
                            <a:cs typeface="Songti SC"/>
                            <a:sym typeface="+mn-ea"/>
                          </a:rPr>
                          <m:t>𝑖</m:t>
                        </m:r>
                      </m:e>
                      <m:sup>
                        <m:r>
                          <a:rPr lang="en-US" sz="3200" dirty="0">
                            <a:uFillTx/>
                            <a:latin typeface="Times New Roman" panose="02020603050405020304" pitchFamily="18" charset="0"/>
                            <a:ea typeface="宋体" panose="02010600030101010101" pitchFamily="2" charset="-122"/>
                            <a:cs typeface="Songti SC"/>
                            <a:sym typeface="+mn-ea"/>
                          </a:rPr>
                          <m:t>𝑚</m:t>
                        </m:r>
                      </m:sup>
                    </m:sSup>
                  </m:oMath>
                </a14:m>
                <a:r>
                  <a:rPr lang="en-US" sz="3200" dirty="0">
                    <a:uFillTx/>
                    <a:latin typeface="Times New Roman" panose="02020603050405020304" pitchFamily="18" charset="0"/>
                    <a:ea typeface="宋体" panose="02010600030101010101" pitchFamily="2" charset="-122"/>
                    <a:cs typeface="Songti SC"/>
                    <a:sym typeface="+mn-ea"/>
                  </a:rPr>
                  <a:t>，</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mn-ea"/>
                      </a:rPr>
                      <m:t>𝛾</m:t>
                    </m:r>
                  </m:oMath>
                </a14:m>
                <a:r>
                  <a:rPr lang="en-US" sz="3200" dirty="0">
                    <a:uFillTx/>
                    <a:latin typeface="Times New Roman" panose="02020603050405020304" pitchFamily="18" charset="0"/>
                    <a:ea typeface="宋体" panose="02010600030101010101" pitchFamily="2" charset="-122"/>
                    <a:cs typeface="Songti SC"/>
                    <a:sym typeface="+mn-ea"/>
                  </a:rPr>
                  <a:t>&gt;0，求解格中的一个向量</a:t>
                </a:r>
                <a:r>
                  <a:rPr lang="en-US" sz="3200" dirty="0">
                    <a:uFillTx/>
                    <a:latin typeface="Times New Roman" panose="02020603050405020304" pitchFamily="18" charset="0"/>
                    <a:ea typeface="宋体" panose="02010600030101010101" pitchFamily="2" charset="-122"/>
                    <a:cs typeface="Songti SC"/>
                    <a:sym typeface="+mn-ea"/>
                  </a:rPr>
                  <a:t>V</a:t>
                </a:r>
                <a:r>
                  <a:rPr lang="en-US" sz="3200" dirty="0">
                    <a:uFillTx/>
                    <a:latin typeface="Times New Roman" panose="02020603050405020304" pitchFamily="18" charset="0"/>
                    <a:ea typeface="宋体" panose="02010600030101010101" pitchFamily="2" charset="-122"/>
                    <a:cs typeface="Songti SC"/>
                    <a:sym typeface="+mn-ea"/>
                  </a:rPr>
                  <a:t>，使得对所有</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mn-ea"/>
                      </a:rPr>
                      <m:t>𝑊</m:t>
                    </m:r>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𝐿</m:t>
                    </m:r>
                  </m:oMath>
                </a14:m>
                <a:r>
                  <a:rPr lang="en-US" sz="3200" dirty="0">
                    <a:uFillTx/>
                    <a:latin typeface="Times New Roman" panose="02020603050405020304" pitchFamily="18" charset="0"/>
                    <a:ea typeface="宋体" panose="02010600030101010101" pitchFamily="2" charset="-122"/>
                    <a:cs typeface="Songti SC"/>
                    <a:sym typeface="+mn-ea"/>
                  </a:rPr>
                  <a:t>，</a:t>
                </a:r>
                <a14:m>
                  <m:oMath xmlns:m="http://schemas.openxmlformats.org/officeDocument/2006/math">
                    <m:r>
                      <m:rPr>
                        <m:lit/>
                      </m:rPr>
                      <a:rPr lang="en-US" sz="3200" dirty="0">
                        <a:uFillTx/>
                        <a:latin typeface="Times New Roman" panose="02020603050405020304" pitchFamily="18" charset="0"/>
                        <a:ea typeface="宋体" panose="02010600030101010101" pitchFamily="2" charset="-122"/>
                        <a:cs typeface="Songti SC"/>
                        <a:sym typeface="+mn-ea"/>
                      </a:rPr>
                      <m:t>|</m:t>
                    </m:r>
                    <m:r>
                      <m:rPr>
                        <m:lit/>
                      </m:rPr>
                      <a:rPr lang="en-US" sz="3200" dirty="0">
                        <a:uFillTx/>
                        <a:latin typeface="Times New Roman" panose="02020603050405020304" pitchFamily="18" charset="0"/>
                        <a:ea typeface="宋体" panose="02010600030101010101" pitchFamily="2" charset="-122"/>
                        <a:cs typeface="Songti SC"/>
                        <a:sym typeface="+mn-ea"/>
                      </a:rPr>
                      <m:t>|</m:t>
                    </m:r>
                    <m:r>
                      <m:rPr>
                        <m:lit/>
                      </m:rPr>
                      <a:rPr lang="en-US" sz="3200" dirty="0">
                        <a:uFillTx/>
                        <a:latin typeface="Times New Roman" panose="02020603050405020304" pitchFamily="18" charset="0"/>
                        <a:ea typeface="宋体" panose="02010600030101010101" pitchFamily="2" charset="-122"/>
                        <a:cs typeface="Songti SC"/>
                        <a:sym typeface="+mn-ea"/>
                      </a:rPr>
                      <m:t>𝑋</m:t>
                    </m:r>
                    <m:r>
                      <m:rPr>
                        <m:lit/>
                      </m:rP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𝑉</m:t>
                    </m:r>
                    <m:r>
                      <a:rPr lang="en-US" sz="3200" dirty="0">
                        <a:uFillTx/>
                        <a:latin typeface="Times New Roman" panose="02020603050405020304" pitchFamily="18" charset="0"/>
                        <a:ea typeface="宋体" panose="02010600030101010101" pitchFamily="2" charset="-122"/>
                        <a:cs typeface="Songti SC"/>
                        <a:sym typeface="+mn-ea"/>
                      </a:rPr>
                      <m:t>|</m:t>
                    </m:r>
                    <m:r>
                      <m:rPr>
                        <m:lit/>
                      </m:rP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𝛾</m:t>
                    </m:r>
                    <m:r>
                      <m:rPr>
                        <m:lit/>
                      </m:rPr>
                      <a:rPr lang="en-US" sz="3200" dirty="0">
                        <a:uFillTx/>
                        <a:latin typeface="Times New Roman" panose="02020603050405020304" pitchFamily="18" charset="0"/>
                        <a:ea typeface="宋体" panose="02010600030101010101" pitchFamily="2" charset="-122"/>
                        <a:cs typeface="Songti SC"/>
                        <a:sym typeface="+mn-ea"/>
                      </a:rPr>
                      <m:t>|</m:t>
                    </m:r>
                    <m:r>
                      <m:rPr>
                        <m:lit/>
                      </m:rPr>
                      <a:rPr lang="en-US" sz="3200" dirty="0">
                        <a:uFillTx/>
                        <a:latin typeface="Times New Roman" panose="02020603050405020304" pitchFamily="18" charset="0"/>
                        <a:ea typeface="宋体" panose="02010600030101010101" pitchFamily="2" charset="-122"/>
                        <a:cs typeface="Songti SC"/>
                        <a:sym typeface="+mn-ea"/>
                      </a:rPr>
                      <m:t>|</m:t>
                    </m:r>
                    <m:r>
                      <m:rPr>
                        <m:lit/>
                      </m:rPr>
                      <a:rPr lang="en-US" sz="3200" dirty="0">
                        <a:uFillTx/>
                        <a:latin typeface="Times New Roman" panose="02020603050405020304" pitchFamily="18" charset="0"/>
                        <a:ea typeface="宋体" panose="02010600030101010101" pitchFamily="2" charset="-122"/>
                        <a:cs typeface="Songti SC"/>
                        <a:sym typeface="+mn-ea"/>
                      </a:rPr>
                      <m:t>𝑋</m:t>
                    </m:r>
                    <m:r>
                      <m:rPr>
                        <m:lit/>
                      </m:rP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𝑊</m:t>
                    </m:r>
                    <m:r>
                      <m:rPr>
                        <m:lit/>
                      </m:rPr>
                      <a:rPr lang="en-US" sz="3200" dirty="0">
                        <a:uFillTx/>
                        <a:latin typeface="Times New Roman" panose="02020603050405020304" pitchFamily="18" charset="0"/>
                        <a:ea typeface="宋体" panose="02010600030101010101" pitchFamily="2" charset="-122"/>
                        <a:cs typeface="Songti SC"/>
                        <a:sym typeface="+mn-ea"/>
                      </a:rPr>
                      <m:t>|</m:t>
                    </m:r>
                    <m:r>
                      <m:rPr>
                        <m:lit/>
                      </m:rPr>
                      <a:rPr lang="en-US" sz="3200" dirty="0">
                        <a:uFillTx/>
                        <a:latin typeface="Times New Roman" panose="02020603050405020304" pitchFamily="18" charset="0"/>
                        <a:ea typeface="宋体" panose="02010600030101010101" pitchFamily="2" charset="-122"/>
                        <a:cs typeface="Songti SC"/>
                        <a:sym typeface="+mn-ea"/>
                      </a:rPr>
                      <m:t>|</m:t>
                    </m:r>
                  </m:oMath>
                </a14:m>
                <a:r>
                  <a:rPr lang="en-US" sz="3200" dirty="0">
                    <a:uFillTx/>
                    <a:latin typeface="Times New Roman" panose="02020603050405020304" pitchFamily="18" charset="0"/>
                    <a:ea typeface="宋体" panose="02010600030101010101" pitchFamily="2" charset="-122"/>
                    <a:cs typeface="Songti SC"/>
                    <a:sym typeface="+mn-ea"/>
                  </a:rPr>
                  <a:t>成立，该问题称为</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mn-ea"/>
                      </a:rPr>
                      <m:t>𝛾</m:t>
                    </m:r>
                  </m:oMath>
                </a14:m>
                <a:r>
                  <a:rPr lang="en-US" sz="3200" dirty="0">
                    <a:uFillTx/>
                    <a:latin typeface="Times New Roman" panose="02020603050405020304" pitchFamily="18" charset="0"/>
                    <a:ea typeface="宋体" panose="02010600030101010101" pitchFamily="2" charset="-122"/>
                    <a:cs typeface="Songti SC"/>
                    <a:sym typeface="+mn-ea"/>
                  </a:rPr>
                  <a:t>阶最近向量问题。</a:t>
                </a:r>
                <a:endParaRPr lang="en-US" sz="3200" dirty="0">
                  <a:uFillTx/>
                  <a:latin typeface="Times New Roman" panose="02020603050405020304" pitchFamily="18" charset="0"/>
                  <a:ea typeface="宋体" panose="02010600030101010101" pitchFamily="2" charset="-122"/>
                  <a:cs typeface="Songti SC"/>
                  <a:sym typeface="+mn-ea"/>
                </a:endParaRPr>
              </a:p>
              <a:p>
                <a:pPr lvl="0" indent="914400" algn="just" defTabSz="914400">
                  <a:lnSpc>
                    <a:spcPct val="125000"/>
                  </a:lnSpc>
                  <a:buSzTx/>
                  <a:defRPr/>
                </a:pPr>
                <a:r>
                  <a:rPr lang="en-US" sz="3200" dirty="0">
                    <a:uFillTx/>
                    <a:latin typeface="Times New Roman" panose="02020603050405020304" pitchFamily="18" charset="0"/>
                    <a:ea typeface="宋体" panose="02010600030101010101" pitchFamily="2" charset="-122"/>
                    <a:cs typeface="Songti SC"/>
                    <a:sym typeface="Zhuque Fangsong"/>
                  </a:rPr>
                  <a:t>定义10.11</a:t>
                </a:r>
                <a:r>
                  <a:rPr lang="en-US" sz="3200" dirty="0">
                    <a:uFillTx/>
                    <a:latin typeface="Times New Roman" panose="02020603050405020304" pitchFamily="18" charset="0"/>
                    <a:ea typeface="宋体" panose="02010600030101010101" pitchFamily="2" charset="-122"/>
                    <a:cs typeface="Songti SC"/>
                    <a:sym typeface="+mn-ea"/>
                  </a:rPr>
                  <a:t>（</a:t>
                </a:r>
                <a14:m>
                  <m:oMath xmlns:m="http://schemas.openxmlformats.org/officeDocument/2006/math">
                    <m:r>
                      <a:rPr lang="en-US" sz="3200" b="1" dirty="0">
                        <a:uFillTx/>
                        <a:latin typeface="Times New Roman" panose="02020603050405020304" pitchFamily="18" charset="0"/>
                        <a:ea typeface="宋体" panose="02010600030101010101" pitchFamily="2" charset="-122"/>
                        <a:cs typeface="Songti SC"/>
                        <a:sym typeface="+mn-ea"/>
                      </a:rPr>
                      <m:t>𝛍</m:t>
                    </m:r>
                    <m:r>
                      <a:rPr lang="en-US" sz="3200" b="1" dirty="0">
                        <a:uFillTx/>
                        <a:latin typeface="Times New Roman" panose="02020603050405020304" pitchFamily="18" charset="0"/>
                        <a:ea typeface="宋体" panose="02010600030101010101" pitchFamily="2" charset="-122"/>
                        <a:cs typeface="Songti SC"/>
                        <a:sym typeface="+mn-ea"/>
                      </a:rPr>
                      <m:t>−</m:t>
                    </m:r>
                    <m:r>
                      <a:rPr lang="en-US" sz="3200" b="1" dirty="0">
                        <a:uFillTx/>
                        <a:latin typeface="Times New Roman" panose="02020603050405020304" pitchFamily="18" charset="0"/>
                        <a:ea typeface="宋体" panose="02010600030101010101" pitchFamily="2" charset="-122"/>
                        <a:cs typeface="Songti SC"/>
                        <a:sym typeface="+mn-ea"/>
                      </a:rPr>
                      <m:t>𝐒𝐕𝐏</m:t>
                    </m:r>
                  </m:oMath>
                </a14:m>
                <a:r>
                  <a:rPr lang="en-US" sz="3200" b="1" dirty="0">
                    <a:uFillTx/>
                    <a:latin typeface="Times New Roman" panose="02020603050405020304" pitchFamily="18" charset="0"/>
                    <a:ea typeface="宋体" panose="02010600030101010101" pitchFamily="2" charset="-122"/>
                    <a:cs typeface="Songti SC"/>
                    <a:sym typeface="+mn-ea"/>
                  </a:rPr>
                  <a:t>问题</a:t>
                </a:r>
                <a:r>
                  <a:rPr lang="en-US" sz="3200" dirty="0">
                    <a:uFillTx/>
                    <a:latin typeface="Times New Roman" panose="02020603050405020304" pitchFamily="18" charset="0"/>
                    <a:ea typeface="宋体" panose="02010600030101010101" pitchFamily="2" charset="-122"/>
                    <a:cs typeface="Songti SC"/>
                    <a:sym typeface="+mn-ea"/>
                  </a:rPr>
                  <a:t>）</a:t>
                </a:r>
                <a:r>
                  <a:rPr lang="en-US" sz="3200" dirty="0">
                    <a:uFillTx/>
                    <a:latin typeface="Times New Roman" panose="02020603050405020304" pitchFamily="18" charset="0"/>
                    <a:ea typeface="宋体" panose="02010600030101010101" pitchFamily="2" charset="-122"/>
                    <a:cs typeface="Songti SC"/>
                    <a:sym typeface="+mn-ea"/>
                  </a:rPr>
                  <a:t>格L中只有唯一最短向量</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mn-ea"/>
                      </a:rPr>
                      <m:t>𝑣</m:t>
                    </m:r>
                  </m:oMath>
                </a14:m>
                <a:r>
                  <a:rPr lang="en-US" sz="3200" dirty="0">
                    <a:uFillTx/>
                    <a:latin typeface="Times New Roman" panose="02020603050405020304" pitchFamily="18" charset="0"/>
                    <a:ea typeface="宋体" panose="02010600030101010101" pitchFamily="2" charset="-122"/>
                    <a:cs typeface="Songti SC"/>
                    <a:sym typeface="+mn-ea"/>
                  </a:rPr>
                  <a:t>，并且其他长度不超过</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mn-ea"/>
                      </a:rPr>
                      <m:t>𝑣</m:t>
                    </m:r>
                  </m:oMath>
                </a14:m>
                <a:r>
                  <a:rPr lang="en-US" sz="3200" dirty="0">
                    <a:uFillTx/>
                    <a:latin typeface="Times New Roman" panose="02020603050405020304" pitchFamily="18" charset="0"/>
                    <a:ea typeface="宋体" panose="02010600030101010101" pitchFamily="2" charset="-122"/>
                    <a:cs typeface="Songti SC"/>
                    <a:sym typeface="+mn-ea"/>
                  </a:rPr>
                  <a:t>长度</a:t>
                </a:r>
                <a14:m>
                  <m:oMath xmlns:m="http://schemas.openxmlformats.org/officeDocument/2006/math">
                    <m:sSup>
                      <m:sSupPr>
                        <m:ctrlPr>
                          <a:rPr lang="en-US" sz="3200" dirty="0">
                            <a:uFillTx/>
                            <a:latin typeface="Times New Roman" panose="02020603050405020304" pitchFamily="18" charset="0"/>
                            <a:ea typeface="宋体" panose="02010600030101010101" pitchFamily="2" charset="-122"/>
                            <a:cs typeface="Songti SC"/>
                            <a:sym typeface="+mn-ea"/>
                          </a:rPr>
                        </m:ctrlPr>
                      </m:sSupPr>
                      <m:e>
                        <m:r>
                          <a:rPr lang="en-US" sz="3200" dirty="0">
                            <a:uFillTx/>
                            <a:latin typeface="Times New Roman" panose="02020603050405020304" pitchFamily="18" charset="0"/>
                            <a:ea typeface="宋体" panose="02010600030101010101" pitchFamily="2" charset="-122"/>
                            <a:cs typeface="Songti SC"/>
                            <a:sym typeface="+mn-ea"/>
                          </a:rPr>
                          <m:t>𝑛</m:t>
                        </m:r>
                      </m:e>
                      <m:sup>
                        <m:r>
                          <a:rPr lang="en-US" sz="3200" dirty="0">
                            <a:uFillTx/>
                            <a:latin typeface="Times New Roman" panose="02020603050405020304" pitchFamily="18" charset="0"/>
                            <a:ea typeface="宋体" panose="02010600030101010101" pitchFamily="2" charset="-122"/>
                            <a:cs typeface="Songti SC"/>
                            <a:sym typeface="+mn-ea"/>
                          </a:rPr>
                          <m:t>𝑐</m:t>
                        </m:r>
                      </m:sup>
                    </m:sSup>
                  </m:oMath>
                </a14:m>
                <a:r>
                  <a:rPr lang="en-US" sz="3200" dirty="0">
                    <a:uFillTx/>
                    <a:latin typeface="Times New Roman" panose="02020603050405020304" pitchFamily="18" charset="0"/>
                    <a:ea typeface="宋体" panose="02010600030101010101" pitchFamily="2" charset="-122"/>
                    <a:cs typeface="Songti SC"/>
                    <a:sym typeface="+mn-ea"/>
                  </a:rPr>
                  <a:t>倍的向量都与</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mn-ea"/>
                      </a:rPr>
                      <m:t>𝑣</m:t>
                    </m:r>
                  </m:oMath>
                </a14:m>
                <a:r>
                  <a:rPr lang="en-US" sz="3200" dirty="0">
                    <a:uFillTx/>
                    <a:latin typeface="Times New Roman" panose="02020603050405020304" pitchFamily="18" charset="0"/>
                    <a:ea typeface="宋体" panose="02010600030101010101" pitchFamily="2" charset="-122"/>
                    <a:cs typeface="Songti SC"/>
                    <a:sym typeface="+mn-ea"/>
                  </a:rPr>
                  <a:t>平行，则称L中的</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mn-ea"/>
                      </a:rPr>
                      <m:t>𝑆𝑉𝑃</m:t>
                    </m:r>
                  </m:oMath>
                </a14:m>
                <a:r>
                  <a:rPr lang="en-US" sz="3200" dirty="0">
                    <a:uFillTx/>
                    <a:latin typeface="Times New Roman" panose="02020603050405020304" pitchFamily="18" charset="0"/>
                    <a:ea typeface="宋体" panose="02010600030101010101" pitchFamily="2" charset="-122"/>
                    <a:cs typeface="Songti SC"/>
                    <a:sym typeface="+mn-ea"/>
                  </a:rPr>
                  <a:t>问题为</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mn-ea"/>
                      </a:rPr>
                      <m:t>𝛾</m:t>
                    </m:r>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𝑆𝑉𝑃</m:t>
                    </m:r>
                  </m:oMath>
                </a14:m>
                <a:r>
                  <a:rPr lang="en-US" sz="3200" dirty="0">
                    <a:uFillTx/>
                    <a:latin typeface="Times New Roman" panose="02020603050405020304" pitchFamily="18" charset="0"/>
                    <a:ea typeface="宋体" panose="02010600030101010101" pitchFamily="2" charset="-122"/>
                    <a:cs typeface="Songti SC"/>
                    <a:sym typeface="+mn-ea"/>
                  </a:rPr>
                  <a:t>问题。</a:t>
                </a:r>
                <a:endParaRPr lang="en-US" sz="3200" dirty="0">
                  <a:uFillTx/>
                  <a:latin typeface="Times New Roman" panose="02020603050405020304" pitchFamily="18" charset="0"/>
                  <a:ea typeface="宋体" panose="02010600030101010101" pitchFamily="2" charset="-122"/>
                  <a:cs typeface="Songti SC"/>
                  <a:sym typeface="+mn-ea"/>
                </a:endParaRPr>
              </a:p>
              <a:p>
                <a:pPr lvl="0" indent="914400" algn="just" defTabSz="914400">
                  <a:lnSpc>
                    <a:spcPct val="125000"/>
                  </a:lnSpc>
                  <a:buSzTx/>
                  <a:defRPr/>
                </a:pPr>
                <a:endParaRPr lang="en-US" sz="3200" dirty="0">
                  <a:uFillTx/>
                  <a:latin typeface="Times New Roman" panose="02020603050405020304" pitchFamily="18" charset="0"/>
                  <a:ea typeface="宋体" panose="02010600030101010101" pitchFamily="2" charset="-122"/>
                  <a:cs typeface="Songti SC"/>
                  <a:sym typeface="+mn-ea"/>
                </a:endParaRPr>
              </a:p>
            </p:txBody>
          </p:sp>
        </mc:Choice>
        <mc:Fallback>
          <p:sp>
            <p:nvSpPr>
              <p:cNvPr id="8" name="AutoShape 8"/>
              <p:cNvSpPr txBox="1">
                <a:spLocks noRot="1" noChangeAspect="1" noMove="1" noResize="1" noEditPoints="1" noAdjustHandles="1" noChangeArrowheads="1" noChangeShapeType="1" noTextEdit="1"/>
              </p:cNvSpPr>
              <p:nvPr/>
            </p:nvSpPr>
            <p:spPr>
              <a:xfrm>
                <a:off x="1343216" y="2410281"/>
                <a:ext cx="15586765" cy="5466438"/>
              </a:xfrm>
              <a:prstGeom prst="rect">
                <a:avLst/>
              </a:prstGeom>
              <a:blipFill rotWithShape="1">
                <a:blip r:embed="rId3"/>
                <a:stretch>
                  <a:fillRect l="-1" t="-8" r="2" b="3"/>
                </a:stretch>
              </a:blipFill>
              <a:ln w="19050" cap="flat" cmpd="sng">
                <a:noFill/>
                <a:prstDash val="solid"/>
                <a:round/>
              </a:ln>
            </p:spPr>
            <p:txBody>
              <a:bodyPr/>
              <a:lstStyle/>
              <a:p>
                <a:r>
                  <a:rPr lang="zh-CN" altLang="en-US">
                    <a:noFill/>
                  </a:rPr>
                  <a:t> </a:t>
                </a:r>
              </a:p>
            </p:txBody>
          </p:sp>
        </mc:Fallback>
      </mc:AlternateContent>
      <p:sp>
        <p:nvSpPr>
          <p:cNvPr id="9" name="AutoShape 9"/>
          <p:cNvSpPr txBox="1"/>
          <p:nvPr/>
        </p:nvSpPr>
        <p:spPr>
          <a:xfrm>
            <a:off x="15544800" y="9410700"/>
            <a:ext cx="2133600" cy="441325"/>
          </a:xfrm>
          <a:prstGeom prst="rect">
            <a:avLst/>
          </a:prstGeom>
          <a:noFill/>
          <a:ln w="19050" cap="flat" cmpd="sng">
            <a:noFill/>
            <a:prstDash val="solid"/>
            <a:round/>
          </a:ln>
        </p:spPr>
        <p:txBody>
          <a:bodyPr vert="horz" wrap="square" lIns="91440" tIns="45720" rIns="91440" bIns="45720" rtlCol="0" anchor="ctr" anchorCtr="0"/>
          <a:lstStyle/>
          <a:p>
            <a:pPr marL="0" indent="0" algn="r" defTabSz="914400">
              <a:lnSpc>
                <a:spcPct val="100000"/>
              </a:lnSpc>
              <a:defRPr/>
            </a:pPr>
            <a:fld id="{1121CAE8-3613-4754-9B7C-A5C94AAE5591}" type="slidenum">
              <a:rPr sz="1400" b="0" i="0" u="none" strike="noStrike">
                <a:solidFill>
                  <a:srgbClr val="FFC000"/>
                </a:solidFill>
                <a:latin typeface="Calibri" panose="020F0502020204030204"/>
                <a:ea typeface="Calibri" panose="020F0502020204030204"/>
                <a:cs typeface="Calibri" panose="020F0502020204030204"/>
                <a:sym typeface="Calibri" panose="020F0502020204030204"/>
              </a:rPr>
            </a:fld>
            <a:endParaRPr lang="en-US" sz="1100"/>
          </a:p>
        </p:txBody>
      </p:sp>
      <p:sp>
        <p:nvSpPr>
          <p:cNvPr id="4" name="AutoShape 35"/>
          <p:cNvSpPr txBox="1"/>
          <p:nvPr/>
        </p:nvSpPr>
        <p:spPr>
          <a:xfrm>
            <a:off x="13694774" y="709652"/>
            <a:ext cx="3700052" cy="369332"/>
          </a:xfrm>
          <a:prstGeom prst="rect">
            <a:avLst/>
          </a:prstGeom>
          <a:noFill/>
          <a:ln w="19050" cap="flat" cmpd="sng">
            <a:noFill/>
            <a:prstDash val="solid"/>
            <a:round/>
          </a:ln>
        </p:spPr>
        <p:txBody>
          <a:bodyPr vert="horz" wrap="none" lIns="91440" tIns="45720" rIns="91440" bIns="45720" rtlCol="0" anchor="t" anchorCtr="0"/>
          <a:lstStyle/>
          <a:p>
            <a:pPr>
              <a:defRPr/>
            </a:pPr>
            <a:r>
              <a:rPr lang="zh-CN" altLang="zh-CN" sz="18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仿宋" panose="02010609060101010101" pitchFamily="49" charset="-122"/>
                <a:ea typeface="仿宋" panose="02010609060101010101" pitchFamily="49" charset="-122"/>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密码学</a:t>
            </a:r>
            <a:r>
              <a:rPr lang="en-US" sz="1800" b="1" i="0" u="none" strike="noStrike" dirty="0">
                <a:solidFill>
                  <a:srgbClr val="1F497D"/>
                </a:solidFill>
                <a:latin typeface="仿宋" panose="02010609060101010101" pitchFamily="49" charset="-122"/>
                <a:ea typeface="仿宋" panose="02010609060101010101" pitchFamily="49" charset="-122"/>
                <a:cs typeface="Zhuque Fangsong"/>
                <a:sym typeface="Zhuque Fangsong"/>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基础理论与应用</a:t>
            </a:r>
            <a:endParaRPr lang="en-US" sz="1100" dirty="0">
              <a:latin typeface="仿宋" panose="02010609060101010101" pitchFamily="49" charset="-122"/>
              <a:ea typeface="仿宋" panose="02010609060101010101" pitchFamily="49" charset="-122"/>
            </a:endParaRPr>
          </a:p>
        </p:txBody>
      </p:sp>
      <p:sp>
        <p:nvSpPr>
          <p:cNvPr id="6" name="TextBox 31"/>
          <p:cNvSpPr txBox="1"/>
          <p:nvPr/>
        </p:nvSpPr>
        <p:spPr>
          <a:xfrm>
            <a:off x="1180465" y="411480"/>
            <a:ext cx="1406525" cy="842645"/>
          </a:xfrm>
          <a:prstGeom prst="rect">
            <a:avLst/>
          </a:prstGeom>
        </p:spPr>
        <p:txBody>
          <a:bodyPr wrap="square" lIns="0" tIns="0" rIns="0" bIns="0" rtlCol="0" anchor="t">
            <a:spAutoFit/>
          </a:bodyPr>
          <a:lstStyle/>
          <a:p>
            <a:pPr lvl="0" algn="ctr">
              <a:lnSpc>
                <a:spcPts val="6575"/>
              </a:lnSpc>
              <a:buSzTx/>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Times New Roman" panose="02020603050405020304" pitchFamily="18" charset="0"/>
                <a:sym typeface="字由文艺黑" panose="00020600040101010101" charset="-122"/>
              </a:rPr>
              <a:t>10.2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Times New Roman" panose="02020603050405020304" pitchFamily="18" charset="0"/>
              <a:sym typeface="字由文艺黑" panose="00020600040101010101" charset="-122"/>
            </a:endParaRPr>
          </a:p>
        </p:txBody>
      </p:sp>
      <p:sp>
        <p:nvSpPr>
          <p:cNvPr id="11" name="TextBox 30"/>
          <p:cNvSpPr txBox="1"/>
          <p:nvPr/>
        </p:nvSpPr>
        <p:spPr>
          <a:xfrm>
            <a:off x="2586752" y="505480"/>
            <a:ext cx="9458717" cy="625171"/>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格上的计算困难问题</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780296" y="360435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3" name="AutoShape 3"/>
          <p:cNvSpPr txBox="1"/>
          <p:nvPr/>
        </p:nvSpPr>
        <p:spPr>
          <a:xfrm>
            <a:off x="796975" y="3621029"/>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4" name="Freeform 4"/>
          <p:cNvSpPr/>
          <p:nvPr/>
        </p:nvSpPr>
        <p:spPr>
          <a:xfrm>
            <a:off x="780296" y="4024558"/>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5" name="AutoShape 5"/>
          <p:cNvSpPr txBox="1"/>
          <p:nvPr/>
        </p:nvSpPr>
        <p:spPr>
          <a:xfrm>
            <a:off x="796975" y="4041237"/>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6" name="Freeform 6"/>
          <p:cNvSpPr/>
          <p:nvPr/>
        </p:nvSpPr>
        <p:spPr>
          <a:xfrm>
            <a:off x="780296" y="4444768"/>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7" name="AutoShape 7"/>
          <p:cNvSpPr txBox="1"/>
          <p:nvPr/>
        </p:nvSpPr>
        <p:spPr>
          <a:xfrm>
            <a:off x="796975" y="4461447"/>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8" name="Freeform 8"/>
          <p:cNvSpPr/>
          <p:nvPr/>
        </p:nvSpPr>
        <p:spPr>
          <a:xfrm>
            <a:off x="780296" y="4864976"/>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9" name="AutoShape 9"/>
          <p:cNvSpPr txBox="1"/>
          <p:nvPr/>
        </p:nvSpPr>
        <p:spPr>
          <a:xfrm>
            <a:off x="796975" y="4881655"/>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10" name="Freeform 10"/>
          <p:cNvSpPr/>
          <p:nvPr/>
        </p:nvSpPr>
        <p:spPr>
          <a:xfrm>
            <a:off x="17329795" y="360435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11" name="AutoShape 11"/>
          <p:cNvSpPr txBox="1"/>
          <p:nvPr/>
        </p:nvSpPr>
        <p:spPr>
          <a:xfrm>
            <a:off x="17346474" y="3621029"/>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12" name="Freeform 12"/>
          <p:cNvSpPr/>
          <p:nvPr/>
        </p:nvSpPr>
        <p:spPr>
          <a:xfrm>
            <a:off x="17329795" y="4024558"/>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13" name="AutoShape 13"/>
          <p:cNvSpPr txBox="1"/>
          <p:nvPr/>
        </p:nvSpPr>
        <p:spPr>
          <a:xfrm>
            <a:off x="17346474" y="4041237"/>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14" name="Freeform 14"/>
          <p:cNvSpPr/>
          <p:nvPr/>
        </p:nvSpPr>
        <p:spPr>
          <a:xfrm>
            <a:off x="17329795" y="4444768"/>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15" name="AutoShape 15"/>
          <p:cNvSpPr txBox="1"/>
          <p:nvPr/>
        </p:nvSpPr>
        <p:spPr>
          <a:xfrm>
            <a:off x="17346474" y="4461447"/>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16" name="Freeform 16"/>
          <p:cNvSpPr/>
          <p:nvPr/>
        </p:nvSpPr>
        <p:spPr>
          <a:xfrm>
            <a:off x="17329795" y="4864976"/>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17" name="AutoShape 17"/>
          <p:cNvSpPr txBox="1"/>
          <p:nvPr/>
        </p:nvSpPr>
        <p:spPr>
          <a:xfrm>
            <a:off x="17346474" y="4881655"/>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18" name="Freeform 18"/>
          <p:cNvSpPr/>
          <p:nvPr/>
        </p:nvSpPr>
        <p:spPr>
          <a:xfrm rot="10800000">
            <a:off x="5340277" y="802276"/>
            <a:ext cx="7607444" cy="7607444"/>
          </a:xfrm>
          <a:custGeom>
            <a:avLst/>
            <a:gdLst/>
            <a:ahLst/>
            <a:cxnLst/>
            <a:rect l="l" t="t" r="r" b="b"/>
            <a:pathLst>
              <a:path w="7607444" h="7607444">
                <a:moveTo>
                  <a:pt x="3803721" y="0"/>
                </a:moveTo>
                <a:cubicBezTo>
                  <a:pt x="1702980" y="0"/>
                  <a:pt x="0" y="1702980"/>
                  <a:pt x="0" y="3803721"/>
                </a:cubicBezTo>
                <a:cubicBezTo>
                  <a:pt x="0" y="5904464"/>
                  <a:pt x="1702980" y="7607444"/>
                  <a:pt x="3803721" y="7607444"/>
                </a:cubicBezTo>
                <a:cubicBezTo>
                  <a:pt x="5904464" y="7607444"/>
                  <a:pt x="7607444" y="5904464"/>
                  <a:pt x="7607444" y="3803721"/>
                </a:cubicBezTo>
                <a:cubicBezTo>
                  <a:pt x="7607444" y="1702980"/>
                  <a:pt x="5904464" y="0"/>
                  <a:pt x="3803721" y="0"/>
                </a:cubicBezTo>
                <a:close/>
              </a:path>
            </a:pathLst>
          </a:custGeom>
          <a:gradFill rotWithShape="1">
            <a:gsLst>
              <a:gs pos="0">
                <a:srgbClr val="FFFFFF">
                  <a:alpha val="0"/>
                </a:srgbClr>
              </a:gs>
              <a:gs pos="100000">
                <a:srgbClr val="DDEEFF">
                  <a:alpha val="100000"/>
                </a:srgbClr>
              </a:gs>
            </a:gsLst>
            <a:lin ang="5400000"/>
          </a:gradFill>
          <a:ln w="25400" cap="flat" cmpd="sng">
            <a:noFill/>
            <a:prstDash val="solid"/>
            <a:round/>
          </a:ln>
        </p:spPr>
        <p:txBody>
          <a:bodyPr vert="horz" wrap="square" lIns="91440" tIns="45720" rIns="91440" bIns="45720" rtlCol="0" anchor="t" anchorCtr="0"/>
          <a:lstStyle/>
          <a:p>
            <a:pPr algn="l">
              <a:defRPr/>
            </a:pPr>
          </a:p>
        </p:txBody>
      </p:sp>
      <p:sp>
        <p:nvSpPr>
          <p:cNvPr id="19" name="AutoShape 19"/>
          <p:cNvSpPr txBox="1"/>
          <p:nvPr/>
        </p:nvSpPr>
        <p:spPr>
          <a:xfrm rot="10800000">
            <a:off x="6053475" y="1515474"/>
            <a:ext cx="6181047" cy="6181047"/>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20" name="AutoShape 20"/>
          <p:cNvSpPr txBox="1"/>
          <p:nvPr/>
        </p:nvSpPr>
        <p:spPr>
          <a:xfrm>
            <a:off x="7781241" y="2834725"/>
            <a:ext cx="2725514" cy="2190115"/>
          </a:xfrm>
          <a:prstGeom prst="rect">
            <a:avLst/>
          </a:prstGeom>
          <a:noFill/>
          <a:ln w="19050" cap="flat" cmpd="sng">
            <a:noFill/>
            <a:prstDash val="solid"/>
            <a:round/>
          </a:ln>
        </p:spPr>
        <p:txBody>
          <a:bodyPr vert="horz" wrap="square" lIns="0" tIns="0" rIns="0" bIns="0" rtlCol="0" anchor="t" anchorCtr="0"/>
          <a:lstStyle/>
          <a:p>
            <a:pPr marL="0" indent="0" algn="ctr" defTabSz="914400">
              <a:lnSpc>
                <a:spcPts val="17080"/>
              </a:lnSpc>
              <a:defRPr/>
            </a:pPr>
            <a:r>
              <a:rPr lang="en-US" sz="12200" b="0" i="0" u="none" strike="noStrike" dirty="0">
                <a:solidFill>
                  <a:srgbClr val="004AAD"/>
                </a:solidFill>
                <a:latin typeface="Times New Roman" panose="02020603050405020304"/>
                <a:ea typeface="Times New Roman" panose="02020603050405020304"/>
                <a:cs typeface="Times New Roman" panose="02020603050405020304"/>
                <a:sym typeface="Times New Roman" panose="02020603050405020304"/>
              </a:rPr>
              <a:t>10.3</a:t>
            </a:r>
            <a:endParaRPr lang="en-US" sz="1100" dirty="0"/>
          </a:p>
        </p:txBody>
      </p:sp>
      <p:sp>
        <p:nvSpPr>
          <p:cNvPr id="21" name="AutoShape 21"/>
          <p:cNvSpPr txBox="1"/>
          <p:nvPr/>
        </p:nvSpPr>
        <p:spPr>
          <a:xfrm>
            <a:off x="3428998" y="5143500"/>
            <a:ext cx="11429999" cy="2872105"/>
          </a:xfrm>
          <a:prstGeom prst="rect">
            <a:avLst/>
          </a:prstGeom>
          <a:noFill/>
          <a:ln w="19050" cap="flat" cmpd="sng">
            <a:noFill/>
            <a:prstDash val="solid"/>
            <a:round/>
          </a:ln>
        </p:spPr>
        <p:txBody>
          <a:bodyPr vert="horz" wrap="square" lIns="0" tIns="0" rIns="0" bIns="0" rtlCol="0" anchor="t" anchorCtr="0"/>
          <a:lstStyle/>
          <a:p>
            <a:pPr marL="0" indent="0" algn="ctr" defTabSz="914400">
              <a:lnSpc>
                <a:spcPts val="11200"/>
              </a:lnSpc>
              <a:defRPr/>
            </a:pPr>
            <a:r>
              <a:rPr lang="en-US" sz="9600" b="1" i="0" u="none" strike="noStrike" dirty="0">
                <a:solidFill>
                  <a:srgbClr val="004AAD"/>
                </a:solidFill>
                <a:latin typeface="仿宋" panose="02010609060101010101" pitchFamily="49" charset="-122"/>
                <a:ea typeface="仿宋" panose="02010609060101010101" pitchFamily="49" charset="-122"/>
                <a:cs typeface="Times New Roman" panose="02020603050405020304" pitchFamily="18" charset="0"/>
                <a:sym typeface="Zhuque Fangsong"/>
              </a:rPr>
              <a:t>NTRU</a:t>
            </a:r>
            <a:r>
              <a:rPr lang="en-US" sz="9600" b="1" i="0" u="none" strike="noStrike" dirty="0">
                <a:solidFill>
                  <a:srgbClr val="004AAD"/>
                </a:solidFill>
                <a:latin typeface="仿宋" panose="02010609060101010101" pitchFamily="49" charset="-122"/>
                <a:ea typeface="仿宋" panose="02010609060101010101" pitchFamily="49" charset="-122"/>
                <a:cs typeface="Zhuque Fangsong"/>
                <a:sym typeface="Zhuque Fangsong"/>
              </a:rPr>
              <a:t>密码体制</a:t>
            </a:r>
            <a:endParaRPr lang="en-US" sz="9600" dirty="0">
              <a:latin typeface="仿宋" panose="02010609060101010101" pitchFamily="49" charset="-122"/>
              <a:ea typeface="仿宋" panose="02010609060101010101" pitchFamily="49" charset="-122"/>
            </a:endParaRPr>
          </a:p>
          <a:p>
            <a:pPr algn="ctr" defTabSz="914400">
              <a:lnSpc>
                <a:spcPts val="11200"/>
              </a:lnSpc>
            </a:pPr>
            <a:endParaRPr lang="en-US" sz="1100" dirty="0"/>
          </a:p>
        </p:txBody>
      </p:sp>
      <p:sp>
        <p:nvSpPr>
          <p:cNvPr id="22" name="Freeform 22"/>
          <p:cNvSpPr/>
          <p:nvPr/>
        </p:nvSpPr>
        <p:spPr>
          <a:xfrm>
            <a:off x="-1028699" y="9030575"/>
            <a:ext cx="20887940" cy="1097222"/>
          </a:xfrm>
          <a:custGeom>
            <a:avLst/>
            <a:gdLst/>
            <a:ahLst/>
            <a:cxnLst/>
            <a:rect l="l" t="t" r="r" b="b"/>
            <a:pathLst>
              <a:path w="20887940" h="1097222">
                <a:moveTo>
                  <a:pt x="71773" y="0"/>
                </a:moveTo>
                <a:lnTo>
                  <a:pt x="20816167" y="0"/>
                </a:lnTo>
                <a:cubicBezTo>
                  <a:pt x="20835201" y="0"/>
                  <a:pt x="20853457" y="7563"/>
                  <a:pt x="20866917" y="21020"/>
                </a:cubicBezTo>
                <a:cubicBezTo>
                  <a:pt x="20880376" y="34479"/>
                  <a:pt x="20887940" y="52735"/>
                  <a:pt x="20887940" y="71773"/>
                </a:cubicBezTo>
                <a:lnTo>
                  <a:pt x="20887940" y="1025454"/>
                </a:lnTo>
                <a:cubicBezTo>
                  <a:pt x="20887940" y="1065089"/>
                  <a:pt x="20855807" y="1097222"/>
                  <a:pt x="20816167" y="1097222"/>
                </a:cubicBezTo>
                <a:lnTo>
                  <a:pt x="71773" y="1097222"/>
                </a:lnTo>
                <a:cubicBezTo>
                  <a:pt x="32134" y="1097222"/>
                  <a:pt x="0" y="1065089"/>
                  <a:pt x="0" y="1025454"/>
                </a:cubicBezTo>
                <a:lnTo>
                  <a:pt x="0" y="71773"/>
                </a:lnTo>
                <a:cubicBezTo>
                  <a:pt x="0" y="32134"/>
                  <a:pt x="32134" y="0"/>
                  <a:pt x="71773" y="0"/>
                </a:cubicBezTo>
                <a:close/>
              </a:path>
            </a:pathLst>
          </a:custGeom>
          <a:gradFill rotWithShape="1">
            <a:gsLst>
              <a:gs pos="0">
                <a:srgbClr val="FFAD5C">
                  <a:alpha val="100000"/>
                </a:srgbClr>
              </a:gs>
              <a:gs pos="100000">
                <a:srgbClr val="FFE1C4">
                  <a:alpha val="100000"/>
                </a:srgbClr>
              </a:gs>
            </a:gsLst>
            <a:lin ang="0"/>
          </a:gradFill>
          <a:ln w="25400" cap="flat" cmpd="sng">
            <a:noFill/>
            <a:prstDash val="solid"/>
            <a:round/>
          </a:ln>
        </p:spPr>
        <p:txBody>
          <a:bodyPr vert="horz" wrap="square" lIns="91440" tIns="45720" rIns="91440" bIns="45720" rtlCol="0" anchor="t" anchorCtr="0"/>
          <a:lstStyle/>
          <a:p>
            <a:pPr algn="l">
              <a:defRPr/>
            </a:pPr>
          </a:p>
        </p:txBody>
      </p:sp>
      <p:sp>
        <p:nvSpPr>
          <p:cNvPr id="23" name="AutoShape 23"/>
          <p:cNvSpPr txBox="1"/>
          <p:nvPr/>
        </p:nvSpPr>
        <p:spPr>
          <a:xfrm>
            <a:off x="-1028699" y="9030575"/>
            <a:ext cx="20887940" cy="1097222"/>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24" name="Freeform 24"/>
          <p:cNvSpPr/>
          <p:nvPr/>
        </p:nvSpPr>
        <p:spPr>
          <a:xfrm>
            <a:off x="-1299970" y="9183427"/>
            <a:ext cx="20887940" cy="1241762"/>
          </a:xfrm>
          <a:custGeom>
            <a:avLst/>
            <a:gdLst/>
            <a:ahLst/>
            <a:cxnLst/>
            <a:rect l="l" t="t" r="r" b="b"/>
            <a:pathLst>
              <a:path w="20887940" h="1241762">
                <a:moveTo>
                  <a:pt x="71773" y="0"/>
                </a:moveTo>
                <a:lnTo>
                  <a:pt x="20816167" y="0"/>
                </a:lnTo>
                <a:cubicBezTo>
                  <a:pt x="20835201" y="0"/>
                  <a:pt x="20853457" y="7563"/>
                  <a:pt x="20866917" y="21020"/>
                </a:cubicBezTo>
                <a:cubicBezTo>
                  <a:pt x="20880376" y="34479"/>
                  <a:pt x="20887940" y="52734"/>
                  <a:pt x="20887940" y="71773"/>
                </a:cubicBezTo>
                <a:lnTo>
                  <a:pt x="20887940" y="1169989"/>
                </a:lnTo>
                <a:cubicBezTo>
                  <a:pt x="20887940" y="1209628"/>
                  <a:pt x="20855807" y="1241762"/>
                  <a:pt x="20816167" y="1241762"/>
                </a:cubicBezTo>
                <a:lnTo>
                  <a:pt x="71773" y="1241762"/>
                </a:lnTo>
                <a:cubicBezTo>
                  <a:pt x="32134" y="1241762"/>
                  <a:pt x="0" y="1209628"/>
                  <a:pt x="0" y="1169989"/>
                </a:cubicBezTo>
                <a:lnTo>
                  <a:pt x="0" y="71773"/>
                </a:lnTo>
                <a:cubicBezTo>
                  <a:pt x="0" y="32134"/>
                  <a:pt x="32134" y="0"/>
                  <a:pt x="71773" y="0"/>
                </a:cubicBezTo>
                <a:close/>
              </a:path>
            </a:pathLst>
          </a:custGeom>
          <a:solidFill>
            <a:srgbClr val="013E7C">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25" name="AutoShape 25"/>
          <p:cNvSpPr txBox="1"/>
          <p:nvPr/>
        </p:nvSpPr>
        <p:spPr>
          <a:xfrm>
            <a:off x="-1299970" y="9183427"/>
            <a:ext cx="20887940" cy="124176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26" name="AutoShape 26"/>
          <p:cNvSpPr txBox="1"/>
          <p:nvPr/>
        </p:nvSpPr>
        <p:spPr>
          <a:xfrm>
            <a:off x="15374104" y="9522714"/>
            <a:ext cx="2133600" cy="441325"/>
          </a:xfrm>
          <a:prstGeom prst="rect">
            <a:avLst/>
          </a:prstGeom>
          <a:noFill/>
          <a:ln w="19050" cap="flat" cmpd="sng">
            <a:noFill/>
            <a:prstDash val="solid"/>
            <a:round/>
          </a:ln>
        </p:spPr>
        <p:txBody>
          <a:bodyPr vert="horz" wrap="square" lIns="91440" tIns="45720" rIns="91440" bIns="45720" rtlCol="0" anchor="ctr" anchorCtr="0"/>
          <a:lstStyle/>
          <a:p>
            <a:pPr marL="0" indent="0" algn="r" defTabSz="914400">
              <a:lnSpc>
                <a:spcPct val="100000"/>
              </a:lnSpc>
              <a:defRPr/>
            </a:pPr>
            <a:fld id="{10FF5B32-99C3-4837-BA73-1C6565AC7D11}" type="slidenum">
              <a:rPr sz="1400" b="0" i="0" u="none" strike="noStrike">
                <a:solidFill>
                  <a:srgbClr val="FFC000"/>
                </a:solidFill>
                <a:latin typeface="Calibri" panose="020F0502020204030204"/>
                <a:ea typeface="Calibri" panose="020F0502020204030204"/>
                <a:cs typeface="Calibri" panose="020F0502020204030204"/>
                <a:sym typeface="Calibri" panose="020F0502020204030204"/>
              </a:rPr>
            </a:fld>
            <a:endParaRPr lang="en-US" sz="1100"/>
          </a:p>
        </p:txBody>
      </p:sp>
      <p:pic>
        <p:nvPicPr>
          <p:cNvPr id="28" name="Picture 28"/>
          <p:cNvPicPr>
            <a:picLocks noChangeAspect="1"/>
          </p:cNvPicPr>
          <p:nvPr/>
        </p:nvPicPr>
        <p:blipFill>
          <a:blip r:embed="rId1"/>
          <a:srcRect/>
          <a:stretch>
            <a:fillRect/>
          </a:stretch>
        </p:blipFill>
        <p:spPr>
          <a:xfrm>
            <a:off x="1090952" y="932573"/>
            <a:ext cx="2771429" cy="47619"/>
          </a:xfrm>
          <a:prstGeom prst="rect">
            <a:avLst/>
          </a:prstGeom>
          <a:noFill/>
          <a:ln w="25400" cap="flat" cmpd="sng">
            <a:noFill/>
            <a:prstDash val="solid"/>
            <a:round/>
          </a:ln>
        </p:spPr>
      </p:pic>
      <p:sp>
        <p:nvSpPr>
          <p:cNvPr id="29" name="AutoShape 35"/>
          <p:cNvSpPr txBox="1"/>
          <p:nvPr/>
        </p:nvSpPr>
        <p:spPr>
          <a:xfrm>
            <a:off x="780296" y="442873"/>
            <a:ext cx="3700052" cy="369332"/>
          </a:xfrm>
          <a:prstGeom prst="rect">
            <a:avLst/>
          </a:prstGeom>
          <a:noFill/>
          <a:ln w="19050" cap="flat" cmpd="sng">
            <a:noFill/>
            <a:prstDash val="solid"/>
            <a:round/>
          </a:ln>
        </p:spPr>
        <p:txBody>
          <a:bodyPr vert="horz" wrap="none" lIns="91440" tIns="45720" rIns="91440" bIns="45720" rtlCol="0" anchor="t" anchorCtr="0"/>
          <a:lstStyle/>
          <a:p>
            <a:pPr>
              <a:defRPr/>
            </a:pPr>
            <a:r>
              <a:rPr lang="zh-CN" altLang="zh-CN" sz="18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仿宋" panose="02010609060101010101" pitchFamily="49" charset="-122"/>
                <a:ea typeface="仿宋" panose="02010609060101010101" pitchFamily="49" charset="-122"/>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密码学</a:t>
            </a:r>
            <a:r>
              <a:rPr lang="en-US" sz="1800" b="1" i="0" u="none" strike="noStrike" dirty="0">
                <a:solidFill>
                  <a:srgbClr val="1F497D"/>
                </a:solidFill>
                <a:latin typeface="仿宋" panose="02010609060101010101" pitchFamily="49" charset="-122"/>
                <a:ea typeface="仿宋" panose="02010609060101010101" pitchFamily="49" charset="-122"/>
                <a:cs typeface="Zhuque Fangsong"/>
                <a:sym typeface="Zhuque Fangsong"/>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基础理论与应用</a:t>
            </a:r>
            <a:endParaRPr lang="en-US" sz="1100" dirty="0">
              <a:latin typeface="仿宋" panose="02010609060101010101" pitchFamily="49" charset="-122"/>
              <a:ea typeface="仿宋" panose="02010609060101010101" pitchFamily="49"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412090" y="1028700"/>
            <a:ext cx="7800783" cy="275915"/>
          </a:xfrm>
          <a:custGeom>
            <a:avLst/>
            <a:gdLst/>
            <a:ahLst/>
            <a:cxnLst/>
            <a:rect l="l" t="t" r="r" b="b"/>
            <a:pathLst>
              <a:path w="7800783" h="275915">
                <a:moveTo>
                  <a:pt x="137960" y="0"/>
                </a:moveTo>
                <a:lnTo>
                  <a:pt x="7662827" y="0"/>
                </a:lnTo>
                <a:cubicBezTo>
                  <a:pt x="7699414" y="0"/>
                  <a:pt x="7734504" y="14534"/>
                  <a:pt x="7760377" y="40406"/>
                </a:cubicBezTo>
                <a:cubicBezTo>
                  <a:pt x="7786248" y="66279"/>
                  <a:pt x="7800783" y="101369"/>
                  <a:pt x="7800783" y="137959"/>
                </a:cubicBezTo>
                <a:lnTo>
                  <a:pt x="7800783" y="137959"/>
                </a:lnTo>
                <a:cubicBezTo>
                  <a:pt x="7800783" y="174546"/>
                  <a:pt x="7786248" y="209636"/>
                  <a:pt x="7760377" y="235509"/>
                </a:cubicBezTo>
                <a:cubicBezTo>
                  <a:pt x="7734504" y="261380"/>
                  <a:pt x="7699414" y="275915"/>
                  <a:pt x="7662827" y="275915"/>
                </a:cubicBezTo>
                <a:lnTo>
                  <a:pt x="137960" y="275915"/>
                </a:lnTo>
                <a:cubicBezTo>
                  <a:pt x="101369" y="275915"/>
                  <a:pt x="66279" y="261380"/>
                  <a:pt x="40406" y="235509"/>
                </a:cubicBezTo>
                <a:cubicBezTo>
                  <a:pt x="14534" y="209636"/>
                  <a:pt x="0" y="174546"/>
                  <a:pt x="0" y="137959"/>
                </a:cubicBezTo>
                <a:lnTo>
                  <a:pt x="0" y="137959"/>
                </a:lnTo>
                <a:cubicBezTo>
                  <a:pt x="0" y="101369"/>
                  <a:pt x="14534" y="66279"/>
                  <a:pt x="40406" y="40406"/>
                </a:cubicBezTo>
                <a:cubicBezTo>
                  <a:pt x="66279" y="14534"/>
                  <a:pt x="101369" y="0"/>
                  <a:pt x="137960" y="0"/>
                </a:cubicBezTo>
                <a:close/>
              </a:path>
            </a:pathLst>
          </a:custGeom>
          <a:gradFill rotWithShape="1">
            <a:gsLst>
              <a:gs pos="0">
                <a:srgbClr val="DDEEFF">
                  <a:alpha val="100000"/>
                </a:srgbClr>
              </a:gs>
              <a:gs pos="100000">
                <a:srgbClr val="FFFFFF">
                  <a:alpha val="0"/>
                </a:srgbClr>
              </a:gs>
            </a:gsLst>
            <a:lin ang="0"/>
          </a:gradFill>
          <a:ln w="25400" cap="flat" cmpd="sng">
            <a:noFill/>
            <a:prstDash val="solid"/>
            <a:round/>
          </a:ln>
        </p:spPr>
        <p:txBody>
          <a:bodyPr vert="horz" wrap="square" lIns="91440" tIns="45720" rIns="91440" bIns="45720" rtlCol="0" anchor="t" anchorCtr="0"/>
          <a:lstStyle/>
          <a:p>
            <a:pPr algn="l">
              <a:defRPr/>
            </a:pPr>
          </a:p>
        </p:txBody>
      </p:sp>
      <p:pic>
        <p:nvPicPr>
          <p:cNvPr id="5" name="Picture 5"/>
          <p:cNvPicPr>
            <a:picLocks noChangeAspect="1"/>
          </p:cNvPicPr>
          <p:nvPr/>
        </p:nvPicPr>
        <p:blipFill>
          <a:blip r:embed="rId1">
            <a:alphaModFix amt="80000"/>
          </a:blip>
          <a:srcRect/>
          <a:stretch>
            <a:fillRect/>
          </a:stretch>
        </p:blipFill>
        <p:spPr>
          <a:xfrm>
            <a:off x="762000" y="494030"/>
            <a:ext cx="1069975" cy="656590"/>
          </a:xfrm>
          <a:prstGeom prst="rect">
            <a:avLst/>
          </a:prstGeom>
          <a:noFill/>
          <a:ln w="25400" cap="flat" cmpd="sng">
            <a:noFill/>
            <a:prstDash val="solid"/>
            <a:round/>
          </a:ln>
          <a:effectLst>
            <a:outerShdw blurRad="50800" dist="38100" dir="2700000" algn="tl">
              <a:srgbClr val="000000">
                <a:alpha val="40000"/>
              </a:srgbClr>
            </a:outerShdw>
            <a:reflection blurRad="6350" stA="50000" endA="300" endPos="55000" dir="5400000" sy="-100000" algn="bl" rotWithShape="0"/>
          </a:effectLst>
        </p:spPr>
      </p:pic>
      <p:pic>
        <p:nvPicPr>
          <p:cNvPr id="7" name="Picture 7"/>
          <p:cNvPicPr>
            <a:picLocks noChangeAspect="1"/>
          </p:cNvPicPr>
          <p:nvPr/>
        </p:nvPicPr>
        <p:blipFill>
          <a:blip r:embed="rId2"/>
          <a:srcRect/>
          <a:stretch>
            <a:fillRect/>
          </a:stretch>
        </p:blipFill>
        <p:spPr>
          <a:xfrm>
            <a:off x="13772537" y="1102753"/>
            <a:ext cx="2771429" cy="47619"/>
          </a:xfrm>
          <a:prstGeom prst="rect">
            <a:avLst/>
          </a:prstGeom>
          <a:noFill/>
          <a:ln w="25400" cap="flat" cmpd="sng">
            <a:noFill/>
            <a:prstDash val="solid"/>
            <a:round/>
          </a:ln>
        </p:spPr>
      </p:pic>
      <p:sp>
        <p:nvSpPr>
          <p:cNvPr id="8" name="AutoShape 8"/>
          <p:cNvSpPr txBox="1"/>
          <p:nvPr/>
        </p:nvSpPr>
        <p:spPr>
          <a:xfrm>
            <a:off x="1617472" y="2297747"/>
            <a:ext cx="15516746" cy="6985000"/>
          </a:xfrm>
          <a:prstGeom prst="rect">
            <a:avLst/>
          </a:prstGeom>
          <a:noFill/>
          <a:ln w="19050" cap="flat" cmpd="sng">
            <a:noFill/>
            <a:prstDash val="solid"/>
            <a:round/>
          </a:ln>
        </p:spPr>
        <p:txBody>
          <a:bodyPr vert="horz" wrap="square" lIns="0" tIns="0" rIns="0" bIns="0" rtlCol="0" anchor="t" anchorCtr="0">
            <a:noAutofit/>
          </a:bodyPr>
          <a:lstStyle/>
          <a:p>
            <a:pPr lvl="0" indent="914400" algn="just" defTabSz="914400">
              <a:lnSpc>
                <a:spcPct val="125000"/>
              </a:lnSpc>
              <a:buSzTx/>
              <a:defRPr/>
            </a:pPr>
            <a:r>
              <a:rPr lang="en-US" sz="3200" dirty="0">
                <a:uFillTx/>
                <a:latin typeface="Times New Roman" panose="02020603050405020304" pitchFamily="18" charset="0"/>
                <a:ea typeface="宋体" panose="02010600030101010101" pitchFamily="2" charset="-122"/>
                <a:cs typeface="Songti SC"/>
                <a:sym typeface="Songti SC"/>
              </a:rPr>
              <a:t>NTRU</a:t>
            </a:r>
            <a:r>
              <a:rPr lang="en-US" sz="3200" dirty="0">
                <a:uFillTx/>
                <a:latin typeface="Times New Roman" panose="02020603050405020304" pitchFamily="18" charset="0"/>
                <a:ea typeface="宋体" panose="02010600030101010101" pitchFamily="2" charset="-122"/>
                <a:cs typeface="Songti SC"/>
                <a:sym typeface="Songti SC"/>
              </a:rPr>
              <a:t>密码体制由</a:t>
            </a:r>
            <a:r>
              <a:rPr lang="en-US" sz="3200" dirty="0">
                <a:uFillTx/>
                <a:latin typeface="Times New Roman" panose="02020603050405020304" pitchFamily="18" charset="0"/>
                <a:ea typeface="宋体" panose="02010600030101010101" pitchFamily="2" charset="-122"/>
                <a:cs typeface="Songti SC"/>
                <a:sym typeface="Songti SC"/>
              </a:rPr>
              <a:t>Hoffstein</a:t>
            </a:r>
            <a:r>
              <a:rPr lang="en-US" sz="3200" dirty="0">
                <a:uFillTx/>
                <a:latin typeface="Times New Roman" panose="02020603050405020304" pitchFamily="18" charset="0"/>
                <a:ea typeface="宋体" panose="02010600030101010101" pitchFamily="2" charset="-122"/>
                <a:cs typeface="Songti SC"/>
                <a:sym typeface="Songti SC"/>
              </a:rPr>
              <a:t>、</a:t>
            </a:r>
            <a:r>
              <a:rPr lang="en-US" sz="3200" dirty="0">
                <a:uFillTx/>
                <a:latin typeface="Times New Roman" panose="02020603050405020304" pitchFamily="18" charset="0"/>
                <a:ea typeface="宋体" panose="02010600030101010101" pitchFamily="2" charset="-122"/>
                <a:cs typeface="Songti SC"/>
                <a:sym typeface="Songti SC"/>
              </a:rPr>
              <a:t>Pipher</a:t>
            </a:r>
            <a:r>
              <a:rPr lang="en-US" sz="3200" dirty="0">
                <a:uFillTx/>
                <a:latin typeface="Times New Roman" panose="02020603050405020304" pitchFamily="18" charset="0"/>
                <a:ea typeface="宋体" panose="02010600030101010101" pitchFamily="2" charset="-122"/>
                <a:cs typeface="Songti SC"/>
                <a:sym typeface="Songti SC"/>
              </a:rPr>
              <a:t>和</a:t>
            </a:r>
            <a:r>
              <a:rPr lang="en-US" sz="3200" dirty="0">
                <a:uFillTx/>
                <a:latin typeface="Times New Roman" panose="02020603050405020304" pitchFamily="18" charset="0"/>
                <a:ea typeface="宋体" panose="02010600030101010101" pitchFamily="2" charset="-122"/>
                <a:cs typeface="Songti SC"/>
                <a:sym typeface="Songti SC"/>
              </a:rPr>
              <a:t>Silverman</a:t>
            </a:r>
            <a:r>
              <a:rPr lang="en-US" sz="3200" dirty="0">
                <a:uFillTx/>
                <a:latin typeface="Times New Roman" panose="02020603050405020304" pitchFamily="18" charset="0"/>
                <a:ea typeface="宋体" panose="02010600030101010101" pitchFamily="2" charset="-122"/>
                <a:cs typeface="Songti SC"/>
                <a:sym typeface="Songti SC"/>
              </a:rPr>
              <a:t>于1996年提出，是一种基于格的公钥密码体制。</a:t>
            </a:r>
            <a:r>
              <a:rPr lang="en-US" sz="3200" dirty="0">
                <a:uFillTx/>
                <a:latin typeface="Times New Roman" panose="02020603050405020304" pitchFamily="18" charset="0"/>
                <a:ea typeface="宋体" panose="02010600030101010101" pitchFamily="2" charset="-122"/>
                <a:cs typeface="Songti SC"/>
                <a:sym typeface="+mn-ea"/>
              </a:rPr>
              <a:t>相对于基于离散对数的</a:t>
            </a:r>
            <a:r>
              <a:rPr lang="en-US" sz="3200" dirty="0">
                <a:uFillTx/>
                <a:latin typeface="Times New Roman" panose="02020603050405020304" pitchFamily="18" charset="0"/>
                <a:ea typeface="宋体" panose="02010600030101010101" pitchFamily="2" charset="-122"/>
                <a:cs typeface="Songti SC"/>
                <a:sym typeface="+mn-ea"/>
              </a:rPr>
              <a:t>ElGamal</a:t>
            </a:r>
            <a:r>
              <a:rPr lang="en-US" sz="3200" dirty="0">
                <a:uFillTx/>
                <a:latin typeface="Times New Roman" panose="02020603050405020304" pitchFamily="18" charset="0"/>
                <a:ea typeface="宋体" panose="02010600030101010101" pitchFamily="2" charset="-122"/>
                <a:cs typeface="Songti SC"/>
                <a:sym typeface="+mn-ea"/>
              </a:rPr>
              <a:t>和基于大数分解的</a:t>
            </a:r>
            <a:r>
              <a:rPr lang="en-US" sz="3200" dirty="0">
                <a:uFillTx/>
                <a:latin typeface="Times New Roman" panose="02020603050405020304" pitchFamily="18" charset="0"/>
                <a:ea typeface="宋体" panose="02010600030101010101" pitchFamily="2" charset="-122"/>
                <a:cs typeface="Songti SC"/>
                <a:sym typeface="+mn-ea"/>
              </a:rPr>
              <a:t>RSA</a:t>
            </a:r>
            <a:r>
              <a:rPr lang="en-US" sz="3200" dirty="0">
                <a:uFillTx/>
                <a:latin typeface="Times New Roman" panose="02020603050405020304" pitchFamily="18" charset="0"/>
                <a:ea typeface="宋体" panose="02010600030101010101" pitchFamily="2" charset="-122"/>
                <a:cs typeface="Songti SC"/>
                <a:sym typeface="+mn-ea"/>
              </a:rPr>
              <a:t>等公钥密码体制而言，</a:t>
            </a:r>
            <a:r>
              <a:rPr lang="en-US" sz="3200" dirty="0">
                <a:uFillTx/>
                <a:latin typeface="Times New Roman" panose="02020603050405020304" pitchFamily="18" charset="0"/>
                <a:ea typeface="宋体" panose="02010600030101010101" pitchFamily="2" charset="-122"/>
                <a:cs typeface="Songti SC"/>
                <a:sym typeface="+mn-ea"/>
              </a:rPr>
              <a:t>NTRU</a:t>
            </a:r>
            <a:r>
              <a:rPr lang="en-US" sz="3200" dirty="0">
                <a:uFillTx/>
                <a:latin typeface="Times New Roman" panose="02020603050405020304" pitchFamily="18" charset="0"/>
                <a:ea typeface="宋体" panose="02010600030101010101" pitchFamily="2" charset="-122"/>
                <a:cs typeface="Songti SC"/>
                <a:sym typeface="+mn-ea"/>
              </a:rPr>
              <a:t>密码体制的安全性建立在一个大维数格中寻找最短向量的数学难题</a:t>
            </a:r>
            <a:r>
              <a:rPr lang="en-US" sz="3200" dirty="0">
                <a:uFillTx/>
                <a:latin typeface="Times New Roman" panose="02020603050405020304" pitchFamily="18" charset="0"/>
                <a:ea typeface="宋体" panose="02010600030101010101" pitchFamily="2" charset="-122"/>
                <a:cs typeface="Songti SC"/>
                <a:sym typeface="+mn-ea"/>
              </a:rPr>
              <a:t>SVP</a:t>
            </a:r>
            <a:r>
              <a:rPr lang="en-US" sz="3200" dirty="0">
                <a:uFillTx/>
                <a:latin typeface="Times New Roman" panose="02020603050405020304" pitchFamily="18" charset="0"/>
                <a:ea typeface="宋体" panose="02010600030101010101" pitchFamily="2" charset="-122"/>
                <a:cs typeface="Songti SC"/>
                <a:sym typeface="+mn-ea"/>
              </a:rPr>
              <a:t>，可以抵抗量子计算机攻击。</a:t>
            </a:r>
            <a:r>
              <a:rPr lang="en-US" sz="3200" dirty="0">
                <a:uFillTx/>
                <a:latin typeface="Times New Roman" panose="02020603050405020304" pitchFamily="18" charset="0"/>
                <a:ea typeface="宋体" panose="02010600030101010101" pitchFamily="2" charset="-122"/>
                <a:cs typeface="Songti SC"/>
                <a:sym typeface="+mn-ea"/>
              </a:rPr>
              <a:t>NTRU</a:t>
            </a:r>
            <a:r>
              <a:rPr lang="en-US" sz="3200" dirty="0">
                <a:uFillTx/>
                <a:latin typeface="Times New Roman" panose="02020603050405020304" pitchFamily="18" charset="0"/>
                <a:ea typeface="宋体" panose="02010600030101010101" pitchFamily="2" charset="-122"/>
                <a:cs typeface="Songti SC"/>
                <a:sym typeface="+mn-ea"/>
              </a:rPr>
              <a:t>密码体制自从被提出后就备受关注，目前已正式成为</a:t>
            </a:r>
            <a:r>
              <a:rPr lang="en-US" sz="3200" dirty="0">
                <a:uFillTx/>
                <a:latin typeface="Times New Roman" panose="02020603050405020304" pitchFamily="18" charset="0"/>
                <a:ea typeface="宋体" panose="02010600030101010101" pitchFamily="2" charset="-122"/>
                <a:cs typeface="Songti SC"/>
                <a:sym typeface="+mn-ea"/>
              </a:rPr>
              <a:t>IEEEP1363</a:t>
            </a:r>
            <a:r>
              <a:rPr lang="en-US" sz="3200" dirty="0">
                <a:uFillTx/>
                <a:latin typeface="Times New Roman" panose="02020603050405020304" pitchFamily="18" charset="0"/>
                <a:ea typeface="宋体" panose="02010600030101010101" pitchFamily="2" charset="-122"/>
                <a:cs typeface="Songti SC"/>
                <a:sym typeface="+mn-ea"/>
              </a:rPr>
              <a:t>标准及美国金融服务行业标准。</a:t>
            </a:r>
            <a:endParaRPr lang="en-US" sz="3200" dirty="0">
              <a:uFillTx/>
              <a:latin typeface="Times New Roman" panose="02020603050405020304" pitchFamily="18" charset="0"/>
              <a:ea typeface="宋体" panose="02010600030101010101" pitchFamily="2" charset="-122"/>
              <a:cs typeface="Songti SC"/>
              <a:sym typeface="+mn-ea"/>
            </a:endParaRPr>
          </a:p>
        </p:txBody>
      </p:sp>
      <p:sp>
        <p:nvSpPr>
          <p:cNvPr id="9" name="AutoShape 9"/>
          <p:cNvSpPr txBox="1"/>
          <p:nvPr/>
        </p:nvSpPr>
        <p:spPr>
          <a:xfrm>
            <a:off x="15544800" y="9410700"/>
            <a:ext cx="2133600" cy="441325"/>
          </a:xfrm>
          <a:prstGeom prst="rect">
            <a:avLst/>
          </a:prstGeom>
          <a:noFill/>
          <a:ln w="19050" cap="flat" cmpd="sng">
            <a:noFill/>
            <a:prstDash val="solid"/>
            <a:round/>
          </a:ln>
        </p:spPr>
        <p:txBody>
          <a:bodyPr vert="horz" wrap="square" lIns="91440" tIns="45720" rIns="91440" bIns="45720" rtlCol="0" anchor="ctr" anchorCtr="0"/>
          <a:lstStyle/>
          <a:p>
            <a:pPr marL="0" indent="0" algn="r" defTabSz="914400">
              <a:lnSpc>
                <a:spcPct val="100000"/>
              </a:lnSpc>
              <a:defRPr/>
            </a:pPr>
            <a:fld id="{894CF6B4-623E-4209-BB19-C40AB28D13DB}" type="slidenum">
              <a:rPr sz="1400" b="0" i="0" u="none" strike="noStrike">
                <a:solidFill>
                  <a:srgbClr val="FFC000"/>
                </a:solidFill>
                <a:latin typeface="Calibri" panose="020F0502020204030204"/>
                <a:ea typeface="Calibri" panose="020F0502020204030204"/>
                <a:cs typeface="Calibri" panose="020F0502020204030204"/>
                <a:sym typeface="Calibri" panose="020F0502020204030204"/>
              </a:rPr>
            </a:fld>
            <a:endParaRPr lang="en-US" sz="1100"/>
          </a:p>
        </p:txBody>
      </p:sp>
      <p:sp>
        <p:nvSpPr>
          <p:cNvPr id="10" name="AutoShape 35"/>
          <p:cNvSpPr txBox="1"/>
          <p:nvPr/>
        </p:nvSpPr>
        <p:spPr>
          <a:xfrm>
            <a:off x="13694774" y="709652"/>
            <a:ext cx="3700052" cy="369332"/>
          </a:xfrm>
          <a:prstGeom prst="rect">
            <a:avLst/>
          </a:prstGeom>
          <a:noFill/>
          <a:ln w="19050" cap="flat" cmpd="sng">
            <a:noFill/>
            <a:prstDash val="solid"/>
            <a:round/>
          </a:ln>
        </p:spPr>
        <p:txBody>
          <a:bodyPr vert="horz" wrap="none" lIns="91440" tIns="45720" rIns="91440" bIns="45720" rtlCol="0" anchor="t" anchorCtr="0"/>
          <a:lstStyle/>
          <a:p>
            <a:pPr>
              <a:defRPr/>
            </a:pPr>
            <a:r>
              <a:rPr lang="zh-CN" altLang="zh-CN" sz="18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仿宋" panose="02010609060101010101" pitchFamily="49" charset="-122"/>
                <a:ea typeface="仿宋" panose="02010609060101010101" pitchFamily="49" charset="-122"/>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密码学</a:t>
            </a:r>
            <a:r>
              <a:rPr lang="en-US" sz="1800" b="1" i="0" u="none" strike="noStrike" dirty="0">
                <a:solidFill>
                  <a:srgbClr val="1F497D"/>
                </a:solidFill>
                <a:latin typeface="仿宋" panose="02010609060101010101" pitchFamily="49" charset="-122"/>
                <a:ea typeface="仿宋" panose="02010609060101010101" pitchFamily="49" charset="-122"/>
                <a:cs typeface="Zhuque Fangsong"/>
                <a:sym typeface="Zhuque Fangsong"/>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基础理论与应用</a:t>
            </a:r>
            <a:endParaRPr lang="en-US" sz="1100" dirty="0">
              <a:latin typeface="仿宋" panose="02010609060101010101" pitchFamily="49" charset="-122"/>
              <a:ea typeface="仿宋" panose="02010609060101010101" pitchFamily="49" charset="-122"/>
            </a:endParaRPr>
          </a:p>
        </p:txBody>
      </p:sp>
      <p:sp>
        <p:nvSpPr>
          <p:cNvPr id="11" name="TextBox 30"/>
          <p:cNvSpPr txBox="1"/>
          <p:nvPr/>
        </p:nvSpPr>
        <p:spPr>
          <a:xfrm>
            <a:off x="2663597" y="481729"/>
            <a:ext cx="9458717" cy="652615"/>
          </a:xfrm>
          <a:prstGeom prst="rect">
            <a:avLst/>
          </a:prstGeom>
        </p:spPr>
        <p:txBody>
          <a:bodyPr lIns="0" tIns="0" rIns="0" bIns="0" rtlCol="0" anchor="t">
            <a:spAutoFit/>
          </a:bodyPr>
          <a:lstStyle/>
          <a:p>
            <a:pPr algn="l">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NTRU</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密码体制</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4" name="TextBox 31"/>
          <p:cNvSpPr txBox="1"/>
          <p:nvPr/>
        </p:nvSpPr>
        <p:spPr>
          <a:xfrm>
            <a:off x="1118195" y="411284"/>
            <a:ext cx="1674789" cy="842645"/>
          </a:xfrm>
          <a:prstGeom prst="rect">
            <a:avLst/>
          </a:prstGeom>
        </p:spPr>
        <p:txBody>
          <a:bodyPr wrap="square" lIns="0" tIns="0" rIns="0" bIns="0" rtlCol="0" anchor="t">
            <a:spAutoFit/>
          </a:bodyPr>
          <a:lstStyle/>
          <a:p>
            <a:pPr lvl="0" algn="ctr">
              <a:lnSpc>
                <a:spcPts val="6575"/>
              </a:lnSpc>
              <a:buSzTx/>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Times New Roman" panose="02020603050405020304" pitchFamily="18" charset="0"/>
                <a:sym typeface="字由文艺黑" panose="00020600040101010101" charset="-122"/>
              </a:rPr>
              <a:t>10.3</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Times New Roman" panose="02020603050405020304" pitchFamily="18" charset="0"/>
              <a:sym typeface="字由文艺黑" panose="00020600040101010101"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412090" y="1028700"/>
            <a:ext cx="7800783" cy="275915"/>
          </a:xfrm>
          <a:custGeom>
            <a:avLst/>
            <a:gdLst/>
            <a:ahLst/>
            <a:cxnLst/>
            <a:rect l="l" t="t" r="r" b="b"/>
            <a:pathLst>
              <a:path w="7800783" h="275915">
                <a:moveTo>
                  <a:pt x="137960" y="0"/>
                </a:moveTo>
                <a:lnTo>
                  <a:pt x="7662827" y="0"/>
                </a:lnTo>
                <a:cubicBezTo>
                  <a:pt x="7699414" y="0"/>
                  <a:pt x="7734504" y="14534"/>
                  <a:pt x="7760377" y="40406"/>
                </a:cubicBezTo>
                <a:cubicBezTo>
                  <a:pt x="7786248" y="66279"/>
                  <a:pt x="7800783" y="101369"/>
                  <a:pt x="7800783" y="137959"/>
                </a:cubicBezTo>
                <a:lnTo>
                  <a:pt x="7800783" y="137959"/>
                </a:lnTo>
                <a:cubicBezTo>
                  <a:pt x="7800783" y="174546"/>
                  <a:pt x="7786248" y="209636"/>
                  <a:pt x="7760377" y="235509"/>
                </a:cubicBezTo>
                <a:cubicBezTo>
                  <a:pt x="7734504" y="261380"/>
                  <a:pt x="7699414" y="275915"/>
                  <a:pt x="7662827" y="275915"/>
                </a:cubicBezTo>
                <a:lnTo>
                  <a:pt x="137960" y="275915"/>
                </a:lnTo>
                <a:cubicBezTo>
                  <a:pt x="101369" y="275915"/>
                  <a:pt x="66279" y="261380"/>
                  <a:pt x="40406" y="235509"/>
                </a:cubicBezTo>
                <a:cubicBezTo>
                  <a:pt x="14534" y="209636"/>
                  <a:pt x="0" y="174546"/>
                  <a:pt x="0" y="137959"/>
                </a:cubicBezTo>
                <a:lnTo>
                  <a:pt x="0" y="137959"/>
                </a:lnTo>
                <a:cubicBezTo>
                  <a:pt x="0" y="101369"/>
                  <a:pt x="14534" y="66279"/>
                  <a:pt x="40406" y="40406"/>
                </a:cubicBezTo>
                <a:cubicBezTo>
                  <a:pt x="66279" y="14534"/>
                  <a:pt x="101369" y="0"/>
                  <a:pt x="137960" y="0"/>
                </a:cubicBezTo>
                <a:close/>
              </a:path>
            </a:pathLst>
          </a:custGeom>
          <a:gradFill rotWithShape="1">
            <a:gsLst>
              <a:gs pos="0">
                <a:srgbClr val="DDEEFF">
                  <a:alpha val="100000"/>
                </a:srgbClr>
              </a:gs>
              <a:gs pos="100000">
                <a:srgbClr val="FFFFFF">
                  <a:alpha val="0"/>
                </a:srgbClr>
              </a:gs>
            </a:gsLst>
            <a:lin ang="0"/>
          </a:gradFill>
          <a:ln w="25400" cap="flat" cmpd="sng">
            <a:noFill/>
            <a:prstDash val="solid"/>
            <a:round/>
          </a:ln>
        </p:spPr>
        <p:txBody>
          <a:bodyPr vert="horz" wrap="square" lIns="91440" tIns="45720" rIns="91440" bIns="45720" rtlCol="0" anchor="t" anchorCtr="0"/>
          <a:lstStyle/>
          <a:p>
            <a:pPr algn="l">
              <a:defRPr/>
            </a:pPr>
          </a:p>
        </p:txBody>
      </p:sp>
      <p:pic>
        <p:nvPicPr>
          <p:cNvPr id="5" name="Picture 5"/>
          <p:cNvPicPr>
            <a:picLocks noChangeAspect="1"/>
          </p:cNvPicPr>
          <p:nvPr/>
        </p:nvPicPr>
        <p:blipFill>
          <a:blip r:embed="rId1">
            <a:alphaModFix amt="80000"/>
          </a:blip>
          <a:srcRect/>
          <a:stretch>
            <a:fillRect/>
          </a:stretch>
        </p:blipFill>
        <p:spPr>
          <a:xfrm>
            <a:off x="762000" y="494030"/>
            <a:ext cx="1069975" cy="656590"/>
          </a:xfrm>
          <a:prstGeom prst="rect">
            <a:avLst/>
          </a:prstGeom>
          <a:noFill/>
          <a:ln w="25400" cap="flat" cmpd="sng">
            <a:noFill/>
            <a:prstDash val="solid"/>
            <a:round/>
          </a:ln>
          <a:effectLst>
            <a:outerShdw blurRad="50800" dist="38100" dir="2700000" algn="tl">
              <a:srgbClr val="000000">
                <a:alpha val="40000"/>
              </a:srgbClr>
            </a:outerShdw>
            <a:reflection blurRad="6350" stA="50000" endA="300" endPos="55000" dir="5400000" sy="-100000" algn="bl" rotWithShape="0"/>
          </a:effectLst>
        </p:spPr>
      </p:pic>
      <p:pic>
        <p:nvPicPr>
          <p:cNvPr id="7" name="Picture 7"/>
          <p:cNvPicPr>
            <a:picLocks noChangeAspect="1"/>
          </p:cNvPicPr>
          <p:nvPr/>
        </p:nvPicPr>
        <p:blipFill>
          <a:blip r:embed="rId2"/>
          <a:srcRect/>
          <a:stretch>
            <a:fillRect/>
          </a:stretch>
        </p:blipFill>
        <p:spPr>
          <a:xfrm>
            <a:off x="13772537" y="1102753"/>
            <a:ext cx="2771429" cy="47619"/>
          </a:xfrm>
          <a:prstGeom prst="rect">
            <a:avLst/>
          </a:prstGeom>
          <a:noFill/>
          <a:ln w="25400" cap="flat" cmpd="sng">
            <a:noFill/>
            <a:prstDash val="solid"/>
            <a:round/>
          </a:ln>
        </p:spPr>
      </p:pic>
      <mc:AlternateContent xmlns:mc="http://schemas.openxmlformats.org/markup-compatibility/2006">
        <mc:Choice xmlns:a14="http://schemas.microsoft.com/office/drawing/2010/main" Requires="a14">
          <p:sp>
            <p:nvSpPr>
              <p:cNvPr id="8" name="AutoShape 8"/>
              <p:cNvSpPr txBox="1"/>
              <p:nvPr/>
            </p:nvSpPr>
            <p:spPr>
              <a:xfrm>
                <a:off x="1296987" y="1450028"/>
                <a:ext cx="15516746" cy="8425688"/>
              </a:xfrm>
              <a:prstGeom prst="rect">
                <a:avLst/>
              </a:prstGeom>
              <a:noFill/>
              <a:ln w="19050" cap="flat" cmpd="sng">
                <a:noFill/>
                <a:prstDash val="solid"/>
                <a:round/>
              </a:ln>
            </p:spPr>
            <p:txBody>
              <a:bodyPr vert="horz" wrap="square" lIns="0" tIns="0" rIns="0" bIns="0" rtlCol="0" anchor="t" anchorCtr="0">
                <a:noAutofit/>
              </a:bodyPr>
              <a:lstStyle/>
              <a:p>
                <a:pPr lvl="0" indent="914400" algn="just" defTabSz="914400">
                  <a:lnSpc>
                    <a:spcPct val="125000"/>
                  </a:lnSpc>
                  <a:buSzTx/>
                  <a:defRPr/>
                </a:pPr>
                <a:r>
                  <a:rPr lang="en-US" sz="3200" dirty="0">
                    <a:uFillTx/>
                    <a:latin typeface="Times New Roman" panose="02020603050405020304" pitchFamily="18" charset="0"/>
                    <a:ea typeface="宋体" panose="02010600030101010101" pitchFamily="2" charset="-122"/>
                    <a:cs typeface="Songti SC"/>
                    <a:sym typeface="Zhuque Fangsong"/>
                  </a:rPr>
                  <a:t>密钥生成：</a:t>
                </a:r>
                <a:r>
                  <a:rPr lang="en-US" sz="3200" dirty="0">
                    <a:uFillTx/>
                    <a:latin typeface="Times New Roman" panose="02020603050405020304" pitchFamily="18" charset="0"/>
                    <a:ea typeface="宋体" panose="02010600030101010101" pitchFamily="2" charset="-122"/>
                    <a:cs typeface="Songti SC"/>
                    <a:sym typeface="Zhuque Fangsong"/>
                  </a:rPr>
                  <a:t>首先，随机选取两个</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Zhuque Fangsong"/>
                      </a:rPr>
                      <m:t>多项式</m:t>
                    </m:r>
                    <m:r>
                      <a:rPr lang="en-US" sz="3200" dirty="0">
                        <a:uFillTx/>
                        <a:latin typeface="Times New Roman" panose="02020603050405020304" pitchFamily="18" charset="0"/>
                        <a:ea typeface="宋体" panose="02010600030101010101" pitchFamily="2" charset="-122"/>
                        <a:cs typeface="Songti SC"/>
                        <a:sym typeface="Zhuque Fangsong"/>
                      </a:rPr>
                      <m:t>𝑓</m:t>
                    </m:r>
                    <m:r>
                      <a:rPr lang="en-US" sz="3200" dirty="0">
                        <a:uFillTx/>
                        <a:latin typeface="Times New Roman" panose="02020603050405020304" pitchFamily="18" charset="0"/>
                        <a:ea typeface="宋体" panose="02010600030101010101" pitchFamily="2" charset="-122"/>
                        <a:cs typeface="Songti SC"/>
                        <a:sym typeface="Zhuque Fangsong"/>
                      </a:rPr>
                      <m:t>∈</m:t>
                    </m:r>
                    <m:r>
                      <a:rPr lang="en-US" sz="3200" dirty="0">
                        <a:uFillTx/>
                        <a:latin typeface="Times New Roman" panose="02020603050405020304" pitchFamily="18" charset="0"/>
                        <a:ea typeface="宋体" panose="02010600030101010101" pitchFamily="2" charset="-122"/>
                        <a:cs typeface="Songti SC"/>
                        <a:sym typeface="Zhuque Fangsong"/>
                      </a:rPr>
                      <m:t>𝐿</m:t>
                    </m:r>
                    <m:d>
                      <m:dPr>
                        <m:ctrlPr>
                          <a:rPr lang="en-US" sz="3200" dirty="0">
                            <a:uFillTx/>
                            <a:latin typeface="Times New Roman" panose="02020603050405020304" pitchFamily="18" charset="0"/>
                            <a:ea typeface="宋体" panose="02010600030101010101" pitchFamily="2" charset="-122"/>
                            <a:cs typeface="Songti SC"/>
                            <a:sym typeface="Zhuque Fangsong"/>
                          </a:rPr>
                        </m:ctrlPr>
                      </m:dPr>
                      <m:e>
                        <m:sSub>
                          <m:sSubPr>
                            <m:ctrlPr>
                              <a:rPr lang="en-US" sz="3200" dirty="0">
                                <a:uFillTx/>
                                <a:latin typeface="Times New Roman" panose="02020603050405020304" pitchFamily="18" charset="0"/>
                                <a:ea typeface="宋体" panose="02010600030101010101" pitchFamily="2" charset="-122"/>
                                <a:cs typeface="Songti SC"/>
                                <a:sym typeface="Zhuque Fangsong"/>
                              </a:rPr>
                            </m:ctrlPr>
                          </m:sSubPr>
                          <m:e>
                            <m:r>
                              <a:rPr lang="en-US" sz="3200" dirty="0">
                                <a:uFillTx/>
                                <a:latin typeface="Times New Roman" panose="02020603050405020304" pitchFamily="18" charset="0"/>
                                <a:ea typeface="宋体" panose="02010600030101010101" pitchFamily="2" charset="-122"/>
                                <a:cs typeface="Songti SC"/>
                                <a:sym typeface="Zhuque Fangsong"/>
                              </a:rPr>
                              <m:t>𝑑</m:t>
                            </m:r>
                          </m:e>
                          <m:sub>
                            <m:r>
                              <a:rPr lang="en-US" sz="3200" dirty="0">
                                <a:uFillTx/>
                                <a:latin typeface="Times New Roman" panose="02020603050405020304" pitchFamily="18" charset="0"/>
                                <a:ea typeface="宋体" panose="02010600030101010101" pitchFamily="2" charset="-122"/>
                                <a:cs typeface="Songti SC"/>
                                <a:sym typeface="Zhuque Fangsong"/>
                              </a:rPr>
                              <m:t>𝑓</m:t>
                            </m:r>
                          </m:sub>
                        </m:sSub>
                        <m:r>
                          <a:rPr lang="en-US" sz="3200" dirty="0">
                            <a:uFillTx/>
                            <a:latin typeface="Times New Roman" panose="02020603050405020304" pitchFamily="18" charset="0"/>
                            <a:ea typeface="宋体" panose="02010600030101010101" pitchFamily="2" charset="-122"/>
                            <a:cs typeface="Songti SC"/>
                            <a:sym typeface="Zhuque Fangsong"/>
                          </a:rPr>
                          <m:t>+</m:t>
                        </m:r>
                        <m:r>
                          <a:rPr lang="en-US" sz="3200" dirty="0">
                            <a:uFillTx/>
                            <a:latin typeface="Times New Roman" panose="02020603050405020304" pitchFamily="18" charset="0"/>
                            <a:ea typeface="宋体" panose="02010600030101010101" pitchFamily="2" charset="-122"/>
                            <a:cs typeface="Songti SC"/>
                            <a:sym typeface="Zhuque Fangsong"/>
                          </a:rPr>
                          <m:t>1</m:t>
                        </m:r>
                        <m:r>
                          <a:rPr lang="en-US" sz="3200" dirty="0">
                            <a:uFillTx/>
                            <a:latin typeface="Times New Roman" panose="02020603050405020304" pitchFamily="18" charset="0"/>
                            <a:ea typeface="宋体" panose="02010600030101010101" pitchFamily="2" charset="-122"/>
                            <a:cs typeface="Songti SC"/>
                            <a:sym typeface="Zhuque Fangsong"/>
                          </a:rPr>
                          <m:t>,</m:t>
                        </m:r>
                        <m:sSub>
                          <m:sSubPr>
                            <m:ctrlPr>
                              <a:rPr lang="en-US" sz="3200" dirty="0">
                                <a:uFillTx/>
                                <a:latin typeface="Times New Roman" panose="02020603050405020304" pitchFamily="18" charset="0"/>
                                <a:ea typeface="宋体" panose="02010600030101010101" pitchFamily="2" charset="-122"/>
                                <a:cs typeface="Songti SC"/>
                                <a:sym typeface="Zhuque Fangsong"/>
                              </a:rPr>
                            </m:ctrlPr>
                          </m:sSubPr>
                          <m:e>
                            <m:r>
                              <a:rPr lang="en-US" sz="3200" dirty="0">
                                <a:uFillTx/>
                                <a:latin typeface="Times New Roman" panose="02020603050405020304" pitchFamily="18" charset="0"/>
                                <a:ea typeface="宋体" panose="02010600030101010101" pitchFamily="2" charset="-122"/>
                                <a:cs typeface="Songti SC"/>
                                <a:sym typeface="Zhuque Fangsong"/>
                              </a:rPr>
                              <m:t>𝑑</m:t>
                            </m:r>
                          </m:e>
                          <m:sub>
                            <m:r>
                              <a:rPr lang="en-US" sz="3200" dirty="0">
                                <a:uFillTx/>
                                <a:latin typeface="Times New Roman" panose="02020603050405020304" pitchFamily="18" charset="0"/>
                                <a:ea typeface="宋体" panose="02010600030101010101" pitchFamily="2" charset="-122"/>
                                <a:cs typeface="Songti SC"/>
                                <a:sym typeface="Zhuque Fangsong"/>
                              </a:rPr>
                              <m:t>𝑓</m:t>
                            </m:r>
                          </m:sub>
                        </m:sSub>
                      </m:e>
                    </m:d>
                  </m:oMath>
                </a14:m>
                <a:r>
                  <a:rPr lang="en-US" sz="3200" dirty="0">
                    <a:uFillTx/>
                    <a:latin typeface="Times New Roman" panose="02020603050405020304" pitchFamily="18" charset="0"/>
                    <a:ea typeface="宋体" panose="02010600030101010101" pitchFamily="2" charset="-122"/>
                    <a:cs typeface="Songti SC"/>
                    <a:sym typeface="Zhuque Fangsong"/>
                  </a:rPr>
                  <a:t>和</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Zhuque Fangsong"/>
                      </a:rPr>
                      <m:t>𝑔</m:t>
                    </m:r>
                    <m:r>
                      <a:rPr lang="en-US" sz="3200" dirty="0">
                        <a:uFillTx/>
                        <a:latin typeface="Times New Roman" panose="02020603050405020304" pitchFamily="18" charset="0"/>
                        <a:ea typeface="宋体" panose="02010600030101010101" pitchFamily="2" charset="-122"/>
                        <a:cs typeface="Songti SC"/>
                        <a:sym typeface="Zhuque Fangsong"/>
                      </a:rPr>
                      <m:t>∈</m:t>
                    </m:r>
                    <m:r>
                      <a:rPr lang="en-US" sz="3200" dirty="0">
                        <a:uFillTx/>
                        <a:latin typeface="Times New Roman" panose="02020603050405020304" pitchFamily="18" charset="0"/>
                        <a:ea typeface="宋体" panose="02010600030101010101" pitchFamily="2" charset="-122"/>
                        <a:cs typeface="Songti SC"/>
                        <a:sym typeface="Zhuque Fangsong"/>
                      </a:rPr>
                      <m:t>𝐿</m:t>
                    </m:r>
                    <m:d>
                      <m:dPr>
                        <m:ctrlPr>
                          <a:rPr lang="en-US" sz="3200" dirty="0">
                            <a:uFillTx/>
                            <a:latin typeface="Times New Roman" panose="02020603050405020304" pitchFamily="18" charset="0"/>
                            <a:ea typeface="宋体" panose="02010600030101010101" pitchFamily="2" charset="-122"/>
                            <a:cs typeface="Songti SC"/>
                            <a:sym typeface="Zhuque Fangsong"/>
                          </a:rPr>
                        </m:ctrlPr>
                      </m:dPr>
                      <m:e>
                        <m:sSub>
                          <m:sSubPr>
                            <m:ctrlPr>
                              <a:rPr lang="en-US" sz="3200" dirty="0">
                                <a:uFillTx/>
                                <a:latin typeface="Times New Roman" panose="02020603050405020304" pitchFamily="18" charset="0"/>
                                <a:ea typeface="宋体" panose="02010600030101010101" pitchFamily="2" charset="-122"/>
                                <a:cs typeface="Songti SC"/>
                                <a:sym typeface="Zhuque Fangsong"/>
                              </a:rPr>
                            </m:ctrlPr>
                          </m:sSubPr>
                          <m:e>
                            <m:r>
                              <a:rPr lang="en-US" sz="3200" dirty="0">
                                <a:uFillTx/>
                                <a:latin typeface="Times New Roman" panose="02020603050405020304" pitchFamily="18" charset="0"/>
                                <a:ea typeface="宋体" panose="02010600030101010101" pitchFamily="2" charset="-122"/>
                                <a:cs typeface="Songti SC"/>
                                <a:sym typeface="Zhuque Fangsong"/>
                              </a:rPr>
                              <m:t>𝑑</m:t>
                            </m:r>
                          </m:e>
                          <m:sub>
                            <m:r>
                              <a:rPr lang="en-US" sz="3200" dirty="0">
                                <a:uFillTx/>
                                <a:latin typeface="Times New Roman" panose="02020603050405020304" pitchFamily="18" charset="0"/>
                                <a:ea typeface="宋体" panose="02010600030101010101" pitchFamily="2" charset="-122"/>
                                <a:cs typeface="Songti SC"/>
                                <a:sym typeface="Zhuque Fangsong"/>
                              </a:rPr>
                              <m:t>𝑔</m:t>
                            </m:r>
                          </m:sub>
                        </m:sSub>
                        <m:r>
                          <a:rPr lang="en-US" sz="3200" dirty="0">
                            <a:uFillTx/>
                            <a:latin typeface="Times New Roman" panose="02020603050405020304" pitchFamily="18" charset="0"/>
                            <a:ea typeface="宋体" panose="02010600030101010101" pitchFamily="2" charset="-122"/>
                            <a:cs typeface="Songti SC"/>
                            <a:sym typeface="Zhuque Fangsong"/>
                          </a:rPr>
                          <m:t>,</m:t>
                        </m:r>
                        <m:sSub>
                          <m:sSubPr>
                            <m:ctrlPr>
                              <a:rPr lang="en-US" sz="3200" dirty="0">
                                <a:uFillTx/>
                                <a:latin typeface="Times New Roman" panose="02020603050405020304" pitchFamily="18" charset="0"/>
                                <a:ea typeface="宋体" panose="02010600030101010101" pitchFamily="2" charset="-122"/>
                                <a:cs typeface="Songti SC"/>
                                <a:sym typeface="Zhuque Fangsong"/>
                              </a:rPr>
                            </m:ctrlPr>
                          </m:sSubPr>
                          <m:e>
                            <m:r>
                              <a:rPr lang="en-US" sz="3200" dirty="0">
                                <a:uFillTx/>
                                <a:latin typeface="Times New Roman" panose="02020603050405020304" pitchFamily="18" charset="0"/>
                                <a:ea typeface="宋体" panose="02010600030101010101" pitchFamily="2" charset="-122"/>
                                <a:cs typeface="Songti SC"/>
                                <a:sym typeface="Zhuque Fangsong"/>
                              </a:rPr>
                              <m:t>𝑑</m:t>
                            </m:r>
                          </m:e>
                          <m:sub>
                            <m:r>
                              <a:rPr lang="en-US" sz="3200" dirty="0">
                                <a:uFillTx/>
                                <a:latin typeface="Times New Roman" panose="02020603050405020304" pitchFamily="18" charset="0"/>
                                <a:ea typeface="宋体" panose="02010600030101010101" pitchFamily="2" charset="-122"/>
                                <a:cs typeface="Songti SC"/>
                                <a:sym typeface="Zhuque Fangsong"/>
                              </a:rPr>
                              <m:t>𝑔</m:t>
                            </m:r>
                          </m:sub>
                        </m:sSub>
                      </m:e>
                    </m:d>
                  </m:oMath>
                </a14:m>
                <a:r>
                  <a:rPr lang="en-US" sz="3200" dirty="0">
                    <a:uFillTx/>
                    <a:latin typeface="Times New Roman" panose="02020603050405020304" pitchFamily="18" charset="0"/>
                    <a:ea typeface="宋体" panose="02010600030101010101" pitchFamily="2" charset="-122"/>
                    <a:cs typeface="Songti SC"/>
                    <a:sym typeface="Zhuque Fangsong"/>
                  </a:rPr>
                  <a:t>，</a:t>
                </a:r>
                <a:r>
                  <a:rPr lang="en-US" sz="3200" dirty="0">
                    <a:uFillTx/>
                    <a:latin typeface="Times New Roman" panose="02020603050405020304" pitchFamily="18" charset="0"/>
                    <a:ea typeface="宋体" panose="02010600030101010101" pitchFamily="2" charset="-122"/>
                    <a:cs typeface="Songti SC"/>
                    <a:sym typeface="Zhuque Fangsong"/>
                  </a:rPr>
                  <a:t>其中</a:t>
                </a:r>
                <a14:m>
                  <m:oMath xmlns:m="http://schemas.openxmlformats.org/officeDocument/2006/math">
                    <m:sSub>
                      <m:sSubPr>
                        <m:ctrlPr>
                          <a:rPr lang="en-US" sz="3200" dirty="0">
                            <a:uFillTx/>
                            <a:latin typeface="Times New Roman" panose="02020603050405020304" pitchFamily="18" charset="0"/>
                            <a:ea typeface="宋体" panose="02010600030101010101" pitchFamily="2" charset="-122"/>
                            <a:cs typeface="Songti SC"/>
                            <a:sym typeface="Zhuque Fangsong"/>
                          </a:rPr>
                        </m:ctrlPr>
                      </m:sSubPr>
                      <m:e>
                        <m:r>
                          <a:rPr lang="en-US" sz="3200" dirty="0">
                            <a:uFillTx/>
                            <a:latin typeface="Times New Roman" panose="02020603050405020304" pitchFamily="18" charset="0"/>
                            <a:ea typeface="宋体" panose="02010600030101010101" pitchFamily="2" charset="-122"/>
                            <a:cs typeface="Songti SC"/>
                            <a:sym typeface="Zhuque Fangsong"/>
                          </a:rPr>
                          <m:t>𝑑</m:t>
                        </m:r>
                      </m:e>
                      <m:sub>
                        <m:r>
                          <a:rPr lang="en-US" sz="3200" dirty="0">
                            <a:uFillTx/>
                            <a:latin typeface="Times New Roman" panose="02020603050405020304" pitchFamily="18" charset="0"/>
                            <a:ea typeface="宋体" panose="02010600030101010101" pitchFamily="2" charset="-122"/>
                            <a:cs typeface="Songti SC"/>
                            <a:sym typeface="Zhuque Fangsong"/>
                          </a:rPr>
                          <m:t>𝑓</m:t>
                        </m:r>
                      </m:sub>
                    </m:sSub>
                    <m:r>
                      <a:rPr lang="en-US" sz="3200" dirty="0">
                        <a:uFillTx/>
                        <a:latin typeface="Times New Roman" panose="02020603050405020304" pitchFamily="18" charset="0"/>
                        <a:ea typeface="宋体" panose="02010600030101010101" pitchFamily="2" charset="-122"/>
                        <a:cs typeface="Songti SC"/>
                        <a:sym typeface="Zhuque Fangsong"/>
                      </a:rPr>
                      <m:t>,</m:t>
                    </m:r>
                    <m:sSub>
                      <m:sSubPr>
                        <m:ctrlPr>
                          <a:rPr lang="en-US" sz="3200" dirty="0">
                            <a:uFillTx/>
                            <a:latin typeface="Times New Roman" panose="02020603050405020304" pitchFamily="18" charset="0"/>
                            <a:ea typeface="宋体" panose="02010600030101010101" pitchFamily="2" charset="-122"/>
                            <a:cs typeface="Songti SC"/>
                            <a:sym typeface="Zhuque Fangsong"/>
                          </a:rPr>
                        </m:ctrlPr>
                      </m:sSubPr>
                      <m:e>
                        <m:r>
                          <a:rPr lang="en-US" sz="3200" dirty="0">
                            <a:uFillTx/>
                            <a:latin typeface="Times New Roman" panose="02020603050405020304" pitchFamily="18" charset="0"/>
                            <a:ea typeface="宋体" panose="02010600030101010101" pitchFamily="2" charset="-122"/>
                            <a:cs typeface="Songti SC"/>
                            <a:sym typeface="Zhuque Fangsong"/>
                          </a:rPr>
                          <m:t>𝑑</m:t>
                        </m:r>
                      </m:e>
                      <m:sub>
                        <m:r>
                          <a:rPr lang="en-US" sz="3200" dirty="0">
                            <a:uFillTx/>
                            <a:latin typeface="Times New Roman" panose="02020603050405020304" pitchFamily="18" charset="0"/>
                            <a:ea typeface="宋体" panose="02010600030101010101" pitchFamily="2" charset="-122"/>
                            <a:cs typeface="Songti SC"/>
                            <a:sym typeface="Zhuque Fangsong"/>
                          </a:rPr>
                          <m:t>𝑔</m:t>
                        </m:r>
                      </m:sub>
                    </m:sSub>
                    <m:r>
                      <a:rPr lang="en-US" sz="3200" dirty="0">
                        <a:uFillTx/>
                        <a:latin typeface="Times New Roman" panose="02020603050405020304" pitchFamily="18" charset="0"/>
                        <a:ea typeface="宋体" panose="02010600030101010101" pitchFamily="2" charset="-122"/>
                        <a:cs typeface="Songti SC"/>
                        <a:sym typeface="Zhuque Fangsong"/>
                      </a:rPr>
                      <m:t>∈</m:t>
                    </m:r>
                    <m:r>
                      <a:rPr lang="en-US" sz="3200" dirty="0">
                        <a:uFillTx/>
                        <a:latin typeface="Times New Roman" panose="02020603050405020304" pitchFamily="18" charset="0"/>
                        <a:ea typeface="宋体" panose="02010600030101010101" pitchFamily="2" charset="-122"/>
                        <a:cs typeface="Songti SC"/>
                        <a:sym typeface="Zhuque Fangsong"/>
                      </a:rPr>
                      <m:t>𝑍</m:t>
                    </m:r>
                  </m:oMath>
                </a14:m>
                <a:r>
                  <a:rPr lang="en-US" sz="3200" dirty="0">
                    <a:uFillTx/>
                    <a:latin typeface="Times New Roman" panose="02020603050405020304" pitchFamily="18" charset="0"/>
                    <a:ea typeface="宋体" panose="02010600030101010101" pitchFamily="2" charset="-122"/>
                    <a:cs typeface="Songti SC"/>
                    <a:sym typeface="Zhuque Fangsong"/>
                  </a:rPr>
                  <a:t>且需要保证</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Zhuque Fangsong"/>
                      </a:rPr>
                      <m:t>𝑓</m:t>
                    </m:r>
                  </m:oMath>
                </a14:m>
                <a:r>
                  <a:rPr lang="en-US" sz="3200" dirty="0">
                    <a:uFillTx/>
                    <a:latin typeface="Times New Roman" panose="02020603050405020304" pitchFamily="18" charset="0"/>
                    <a:ea typeface="宋体" panose="02010600030101010101" pitchFamily="2" charset="-122"/>
                    <a:cs typeface="Songti SC"/>
                    <a:sym typeface="Zhuque Fangsong"/>
                  </a:rPr>
                  <a:t>存在逆元</a:t>
                </a:r>
                <a14:m>
                  <m:oMath xmlns:m="http://schemas.openxmlformats.org/officeDocument/2006/math">
                    <m:sSub>
                      <m:sSubPr>
                        <m:ctrlPr>
                          <a:rPr lang="en-US" sz="3200" dirty="0">
                            <a:uFillTx/>
                            <a:latin typeface="Times New Roman" panose="02020603050405020304" pitchFamily="18" charset="0"/>
                            <a:ea typeface="宋体" panose="02010600030101010101" pitchFamily="2" charset="-122"/>
                            <a:cs typeface="Songti SC"/>
                            <a:sym typeface="Zhuque Fangsong"/>
                          </a:rPr>
                        </m:ctrlPr>
                      </m:sSubPr>
                      <m:e>
                        <m:r>
                          <a:rPr lang="en-US" sz="3200" dirty="0">
                            <a:uFillTx/>
                            <a:latin typeface="Times New Roman" panose="02020603050405020304" pitchFamily="18" charset="0"/>
                            <a:ea typeface="宋体" panose="02010600030101010101" pitchFamily="2" charset="-122"/>
                            <a:cs typeface="Songti SC"/>
                            <a:sym typeface="Zhuque Fangsong"/>
                          </a:rPr>
                          <m:t>𝑓</m:t>
                        </m:r>
                      </m:e>
                      <m:sub>
                        <m:r>
                          <a:rPr lang="en-US" sz="3200" dirty="0">
                            <a:uFillTx/>
                            <a:latin typeface="Times New Roman" panose="02020603050405020304" pitchFamily="18" charset="0"/>
                            <a:ea typeface="宋体" panose="02010600030101010101" pitchFamily="2" charset="-122"/>
                            <a:cs typeface="Songti SC"/>
                            <a:sym typeface="Zhuque Fangsong"/>
                          </a:rPr>
                          <m:t>𝑝</m:t>
                        </m:r>
                      </m:sub>
                    </m:sSub>
                  </m:oMath>
                </a14:m>
                <a:r>
                  <a:rPr lang="en-US" sz="3200" dirty="0">
                    <a:uFillTx/>
                    <a:latin typeface="Times New Roman" panose="02020603050405020304" pitchFamily="18" charset="0"/>
                    <a:ea typeface="宋体" panose="02010600030101010101" pitchFamily="2" charset="-122"/>
                    <a:cs typeface="Songti SC"/>
                    <a:sym typeface="Zhuque Fangsong"/>
                  </a:rPr>
                  <a:t>和</a:t>
                </a:r>
                <a14:m>
                  <m:oMath xmlns:m="http://schemas.openxmlformats.org/officeDocument/2006/math">
                    <m:sSub>
                      <m:sSubPr>
                        <m:ctrlPr>
                          <a:rPr lang="en-US" sz="3200" dirty="0">
                            <a:uFillTx/>
                            <a:latin typeface="Times New Roman" panose="02020603050405020304" pitchFamily="18" charset="0"/>
                            <a:ea typeface="宋体" panose="02010600030101010101" pitchFamily="2" charset="-122"/>
                            <a:cs typeface="Songti SC"/>
                            <a:sym typeface="Zhuque Fangsong"/>
                          </a:rPr>
                        </m:ctrlPr>
                      </m:sSubPr>
                      <m:e>
                        <m:r>
                          <a:rPr lang="en-US" sz="3200" dirty="0">
                            <a:uFillTx/>
                            <a:latin typeface="Times New Roman" panose="02020603050405020304" pitchFamily="18" charset="0"/>
                            <a:ea typeface="宋体" panose="02010600030101010101" pitchFamily="2" charset="-122"/>
                            <a:cs typeface="Songti SC"/>
                            <a:sym typeface="Zhuque Fangsong"/>
                          </a:rPr>
                          <m:t>𝑓</m:t>
                        </m:r>
                      </m:e>
                      <m:sub>
                        <m:r>
                          <a:rPr lang="en-US" sz="3200" dirty="0">
                            <a:uFillTx/>
                            <a:latin typeface="Times New Roman" panose="02020603050405020304" pitchFamily="18" charset="0"/>
                            <a:ea typeface="宋体" panose="02010600030101010101" pitchFamily="2" charset="-122"/>
                            <a:cs typeface="Songti SC"/>
                            <a:sym typeface="Zhuque Fangsong"/>
                          </a:rPr>
                          <m:t>𝑞</m:t>
                        </m:r>
                      </m:sub>
                    </m:sSub>
                  </m:oMath>
                </a14:m>
                <a:r>
                  <a:rPr lang="en-US" sz="3200" dirty="0">
                    <a:uFillTx/>
                    <a:latin typeface="Times New Roman" panose="02020603050405020304" pitchFamily="18" charset="0"/>
                    <a:ea typeface="宋体" panose="02010600030101010101" pitchFamily="2" charset="-122"/>
                    <a:cs typeface="Songti SC"/>
                    <a:sym typeface="Zhuque Fangsong"/>
                  </a:rPr>
                  <a:t>，</a:t>
                </a:r>
                <a:r>
                  <a:rPr lang="en-US" sz="3200" dirty="0">
                    <a:uFillTx/>
                    <a:latin typeface="Times New Roman" panose="02020603050405020304" pitchFamily="18" charset="0"/>
                    <a:ea typeface="宋体" panose="02010600030101010101" pitchFamily="2" charset="-122"/>
                    <a:cs typeface="Songti SC"/>
                    <a:sym typeface="Zhuque Fangsong"/>
                  </a:rPr>
                  <a:t>使得</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Zhuque Fangsong"/>
                      </a:rPr>
                      <m:t>𝑓</m:t>
                    </m:r>
                    <m:r>
                      <a:rPr lang="en-US" sz="3200" dirty="0">
                        <a:uFillTx/>
                        <a:latin typeface="Times New Roman" panose="02020603050405020304" pitchFamily="18" charset="0"/>
                        <a:ea typeface="宋体" panose="02010600030101010101" pitchFamily="2" charset="-122"/>
                        <a:cs typeface="Songti SC"/>
                        <a:sym typeface="Zhuque Fangsong"/>
                      </a:rPr>
                      <m:t>⊗</m:t>
                    </m:r>
                    <m:sSub>
                      <m:sSubPr>
                        <m:ctrlPr>
                          <a:rPr lang="en-US" sz="3200" dirty="0">
                            <a:uFillTx/>
                            <a:latin typeface="Times New Roman" panose="02020603050405020304" pitchFamily="18" charset="0"/>
                            <a:ea typeface="宋体" panose="02010600030101010101" pitchFamily="2" charset="-122"/>
                            <a:cs typeface="Songti SC"/>
                            <a:sym typeface="Zhuque Fangsong"/>
                          </a:rPr>
                        </m:ctrlPr>
                      </m:sSubPr>
                      <m:e>
                        <m:r>
                          <a:rPr lang="en-US" sz="3200" dirty="0">
                            <a:uFillTx/>
                            <a:latin typeface="Times New Roman" panose="02020603050405020304" pitchFamily="18" charset="0"/>
                            <a:ea typeface="宋体" panose="02010600030101010101" pitchFamily="2" charset="-122"/>
                            <a:cs typeface="Songti SC"/>
                            <a:sym typeface="Zhuque Fangsong"/>
                          </a:rPr>
                          <m:t>𝑓</m:t>
                        </m:r>
                      </m:e>
                      <m:sub>
                        <m:r>
                          <a:rPr lang="en-US" sz="3200" dirty="0">
                            <a:uFillTx/>
                            <a:latin typeface="Times New Roman" panose="02020603050405020304" pitchFamily="18" charset="0"/>
                            <a:ea typeface="宋体" panose="02010600030101010101" pitchFamily="2" charset="-122"/>
                            <a:cs typeface="Songti SC"/>
                            <a:sym typeface="Zhuque Fangsong"/>
                          </a:rPr>
                          <m:t>𝑝</m:t>
                        </m:r>
                      </m:sub>
                    </m:sSub>
                    <m:r>
                      <a:rPr lang="en-US" sz="3200" dirty="0">
                        <a:uFillTx/>
                        <a:latin typeface="Times New Roman" panose="02020603050405020304" pitchFamily="18" charset="0"/>
                        <a:ea typeface="宋体" panose="02010600030101010101" pitchFamily="2" charset="-122"/>
                        <a:cs typeface="Songti SC"/>
                        <a:sym typeface="Zhuque Fangsong"/>
                      </a:rPr>
                      <m:t>=</m:t>
                    </m:r>
                    <m:r>
                      <a:rPr lang="en-US" sz="3200" dirty="0">
                        <a:uFillTx/>
                        <a:latin typeface="Times New Roman" panose="02020603050405020304" pitchFamily="18" charset="0"/>
                        <a:ea typeface="宋体" panose="02010600030101010101" pitchFamily="2" charset="-122"/>
                        <a:cs typeface="Songti SC"/>
                        <a:sym typeface="Zhuque Fangsong"/>
                      </a:rPr>
                      <m:t>1</m:t>
                    </m:r>
                    <m:r>
                      <a:rPr lang="en-US" sz="3200" dirty="0">
                        <a:uFillTx/>
                        <a:latin typeface="Times New Roman" panose="02020603050405020304" pitchFamily="18" charset="0"/>
                        <a:ea typeface="宋体" panose="02010600030101010101" pitchFamily="2" charset="-122"/>
                        <a:cs typeface="Songti SC"/>
                        <a:sym typeface="Zhuque Fangsong"/>
                      </a:rPr>
                      <m:t>（</m:t>
                    </m:r>
                    <m:r>
                      <a:rPr lang="en-US" sz="3200" dirty="0">
                        <a:uFillTx/>
                        <a:latin typeface="Times New Roman" panose="02020603050405020304" pitchFamily="18" charset="0"/>
                        <a:ea typeface="宋体" panose="02010600030101010101" pitchFamily="2" charset="-122"/>
                        <a:cs typeface="Songti SC"/>
                        <a:sym typeface="Zhuque Fangsong"/>
                      </a:rPr>
                      <m:t>mod</m:t>
                    </m:r>
                    <m:r>
                      <a:rPr lang="en-US" sz="3200" dirty="0">
                        <a:uFillTx/>
                        <a:latin typeface="Times New Roman" panose="02020603050405020304" pitchFamily="18" charset="0"/>
                        <a:ea typeface="宋体" panose="02010600030101010101" pitchFamily="2" charset="-122"/>
                        <a:cs typeface="Songti SC"/>
                        <a:sym typeface="Zhuque Fangsong"/>
                      </a:rPr>
                      <m:t>𝑝</m:t>
                    </m:r>
                    <m:r>
                      <a:rPr lang="en-US" sz="3200" dirty="0">
                        <a:uFillTx/>
                        <a:latin typeface="Times New Roman" panose="02020603050405020304" pitchFamily="18" charset="0"/>
                        <a:ea typeface="宋体" panose="02010600030101010101" pitchFamily="2" charset="-122"/>
                        <a:cs typeface="Songti SC"/>
                        <a:sym typeface="Zhuque Fangsong"/>
                      </a:rPr>
                      <m:t>）</m:t>
                    </m:r>
                    <m:r>
                      <a:rPr lang="en-US" sz="3200" dirty="0">
                        <a:uFillTx/>
                        <a:latin typeface="Times New Roman" panose="02020603050405020304" pitchFamily="18" charset="0"/>
                        <a:ea typeface="宋体" panose="02010600030101010101" pitchFamily="2" charset="-122"/>
                        <a:cs typeface="Songti SC"/>
                        <a:sym typeface="Zhuque Fangsong"/>
                      </a:rPr>
                      <m:t>，</m:t>
                    </m:r>
                    <m:r>
                      <a:rPr lang="en-US" sz="3200" dirty="0">
                        <a:uFillTx/>
                        <a:latin typeface="Times New Roman" panose="02020603050405020304" pitchFamily="18" charset="0"/>
                        <a:ea typeface="宋体" panose="02010600030101010101" pitchFamily="2" charset="-122"/>
                        <a:cs typeface="Songti SC"/>
                        <a:sym typeface="Zhuque Fangsong"/>
                      </a:rPr>
                      <m:t>𝑓</m:t>
                    </m:r>
                    <m:r>
                      <a:rPr lang="en-US" sz="3200" dirty="0">
                        <a:uFillTx/>
                        <a:latin typeface="Times New Roman" panose="02020603050405020304" pitchFamily="18" charset="0"/>
                        <a:ea typeface="宋体" panose="02010600030101010101" pitchFamily="2" charset="-122"/>
                        <a:cs typeface="Songti SC"/>
                        <a:sym typeface="Zhuque Fangsong"/>
                      </a:rPr>
                      <m:t>⊗</m:t>
                    </m:r>
                    <m:sSub>
                      <m:sSubPr>
                        <m:ctrlPr>
                          <a:rPr lang="en-US" sz="3200" dirty="0">
                            <a:uFillTx/>
                            <a:latin typeface="Times New Roman" panose="02020603050405020304" pitchFamily="18" charset="0"/>
                            <a:ea typeface="宋体" panose="02010600030101010101" pitchFamily="2" charset="-122"/>
                            <a:cs typeface="Songti SC"/>
                            <a:sym typeface="Zhuque Fangsong"/>
                          </a:rPr>
                        </m:ctrlPr>
                      </m:sSubPr>
                      <m:e>
                        <m:r>
                          <a:rPr lang="en-US" sz="3200" dirty="0">
                            <a:uFillTx/>
                            <a:latin typeface="Times New Roman" panose="02020603050405020304" pitchFamily="18" charset="0"/>
                            <a:ea typeface="宋体" panose="02010600030101010101" pitchFamily="2" charset="-122"/>
                            <a:cs typeface="Songti SC"/>
                            <a:sym typeface="Zhuque Fangsong"/>
                          </a:rPr>
                          <m:t>𝑓</m:t>
                        </m:r>
                      </m:e>
                      <m:sub>
                        <m:r>
                          <a:rPr lang="en-US" sz="3200" dirty="0">
                            <a:uFillTx/>
                            <a:latin typeface="Times New Roman" panose="02020603050405020304" pitchFamily="18" charset="0"/>
                            <a:ea typeface="宋体" panose="02010600030101010101" pitchFamily="2" charset="-122"/>
                            <a:cs typeface="Songti SC"/>
                            <a:sym typeface="Zhuque Fangsong"/>
                          </a:rPr>
                          <m:t>𝑞</m:t>
                        </m:r>
                      </m:sub>
                    </m:sSub>
                    <m:r>
                      <a:rPr lang="en-US" sz="3200" dirty="0">
                        <a:uFillTx/>
                        <a:latin typeface="Times New Roman" panose="02020603050405020304" pitchFamily="18" charset="0"/>
                        <a:ea typeface="宋体" panose="02010600030101010101" pitchFamily="2" charset="-122"/>
                        <a:cs typeface="Songti SC"/>
                        <a:sym typeface="Zhuque Fangsong"/>
                      </a:rPr>
                      <m:t>=</m:t>
                    </m:r>
                    <m:r>
                      <a:rPr lang="en-US" sz="3200" dirty="0">
                        <a:uFillTx/>
                        <a:latin typeface="Times New Roman" panose="02020603050405020304" pitchFamily="18" charset="0"/>
                        <a:ea typeface="宋体" panose="02010600030101010101" pitchFamily="2" charset="-122"/>
                        <a:cs typeface="Songti SC"/>
                        <a:sym typeface="Zhuque Fangsong"/>
                      </a:rPr>
                      <m:t>1</m:t>
                    </m:r>
                    <m:r>
                      <a:rPr lang="en-US" sz="3200" dirty="0">
                        <a:uFillTx/>
                        <a:latin typeface="Times New Roman" panose="02020603050405020304" pitchFamily="18" charset="0"/>
                        <a:ea typeface="宋体" panose="02010600030101010101" pitchFamily="2" charset="-122"/>
                        <a:cs typeface="Songti SC"/>
                        <a:sym typeface="Zhuque Fangsong"/>
                      </a:rPr>
                      <m:t>（</m:t>
                    </m:r>
                    <m:r>
                      <a:rPr lang="en-US" sz="3200" dirty="0">
                        <a:uFillTx/>
                        <a:latin typeface="Times New Roman" panose="02020603050405020304" pitchFamily="18" charset="0"/>
                        <a:ea typeface="宋体" panose="02010600030101010101" pitchFamily="2" charset="-122"/>
                        <a:cs typeface="Songti SC"/>
                        <a:sym typeface="Zhuque Fangsong"/>
                      </a:rPr>
                      <m:t>mod</m:t>
                    </m:r>
                    <m:r>
                      <a:rPr lang="en-US" sz="3200" dirty="0">
                        <a:uFillTx/>
                        <a:latin typeface="Times New Roman" panose="02020603050405020304" pitchFamily="18" charset="0"/>
                        <a:ea typeface="宋体" panose="02010600030101010101" pitchFamily="2" charset="-122"/>
                        <a:cs typeface="Songti SC"/>
                        <a:sym typeface="Zhuque Fangsong"/>
                      </a:rPr>
                      <m:t>𝑞</m:t>
                    </m:r>
                    <m:r>
                      <a:rPr lang="en-US" sz="3200" dirty="0">
                        <a:uFillTx/>
                        <a:latin typeface="Times New Roman" panose="02020603050405020304" pitchFamily="18" charset="0"/>
                        <a:ea typeface="宋体" panose="02010600030101010101" pitchFamily="2" charset="-122"/>
                        <a:cs typeface="Songti SC"/>
                        <a:sym typeface="Zhuque Fangsong"/>
                      </a:rPr>
                      <m:t>）</m:t>
                    </m:r>
                    <m:r>
                      <a:rPr lang="en-US" sz="3200" dirty="0">
                        <a:uFillTx/>
                        <a:latin typeface="Times New Roman" panose="02020603050405020304" pitchFamily="18" charset="0"/>
                        <a:ea typeface="宋体" panose="02010600030101010101" pitchFamily="2" charset="-122"/>
                        <a:cs typeface="Songti SC"/>
                        <a:sym typeface="Zhuque Fangsong"/>
                      </a:rPr>
                      <m:t>；</m:t>
                    </m:r>
                  </m:oMath>
                </a14:m>
                <a:r>
                  <a:rPr lang="en-US" sz="3200" dirty="0">
                    <a:uFillTx/>
                    <a:latin typeface="Times New Roman" panose="02020603050405020304" pitchFamily="18" charset="0"/>
                    <a:ea typeface="宋体" panose="02010600030101010101" pitchFamily="2" charset="-122"/>
                    <a:cs typeface="Songti SC"/>
                    <a:sym typeface="Zhuque Fangsong"/>
                  </a:rPr>
                  <a:t>其次，计算</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Zhuque Fangsong"/>
                      </a:rPr>
                      <m:t>ℎ</m:t>
                    </m:r>
                    <m:d>
                      <m:dPr>
                        <m:ctrlPr>
                          <a:rPr lang="en-US" sz="3200" dirty="0">
                            <a:uFillTx/>
                            <a:latin typeface="Times New Roman" panose="02020603050405020304" pitchFamily="18" charset="0"/>
                            <a:ea typeface="宋体" panose="02010600030101010101" pitchFamily="2" charset="-122"/>
                            <a:cs typeface="Songti SC"/>
                            <a:sym typeface="Zhuque Fangsong"/>
                          </a:rPr>
                        </m:ctrlPr>
                      </m:dPr>
                      <m:e>
                        <m:r>
                          <a:rPr lang="en-US" sz="3200" dirty="0">
                            <a:uFillTx/>
                            <a:latin typeface="Times New Roman" panose="02020603050405020304" pitchFamily="18" charset="0"/>
                            <a:ea typeface="宋体" panose="02010600030101010101" pitchFamily="2" charset="-122"/>
                            <a:cs typeface="Songti SC"/>
                            <a:sym typeface="Zhuque Fangsong"/>
                          </a:rPr>
                          <m:t>𝑥</m:t>
                        </m:r>
                      </m:e>
                    </m:d>
                    <m:r>
                      <a:rPr lang="en-US" sz="3200" dirty="0">
                        <a:uFillTx/>
                        <a:latin typeface="Times New Roman" panose="02020603050405020304" pitchFamily="18" charset="0"/>
                        <a:ea typeface="宋体" panose="02010600030101010101" pitchFamily="2" charset="-122"/>
                        <a:cs typeface="Songti SC"/>
                        <a:sym typeface="Zhuque Fangsong"/>
                      </a:rPr>
                      <m:t>=</m:t>
                    </m:r>
                    <m:r>
                      <a:rPr lang="en-US" sz="3200" dirty="0">
                        <a:uFillTx/>
                        <a:latin typeface="Times New Roman" panose="02020603050405020304" pitchFamily="18" charset="0"/>
                        <a:ea typeface="宋体" panose="02010600030101010101" pitchFamily="2" charset="-122"/>
                        <a:cs typeface="Songti SC"/>
                        <a:sym typeface="Zhuque Fangsong"/>
                      </a:rPr>
                      <m:t>𝑝</m:t>
                    </m:r>
                    <m:sSub>
                      <m:sSubPr>
                        <m:ctrlPr>
                          <a:rPr lang="en-US" sz="3200" dirty="0">
                            <a:uFillTx/>
                            <a:latin typeface="Times New Roman" panose="02020603050405020304" pitchFamily="18" charset="0"/>
                            <a:ea typeface="宋体" panose="02010600030101010101" pitchFamily="2" charset="-122"/>
                            <a:cs typeface="Songti SC"/>
                            <a:sym typeface="Zhuque Fangsong"/>
                          </a:rPr>
                        </m:ctrlPr>
                      </m:sSubPr>
                      <m:e>
                        <m:r>
                          <a:rPr lang="en-US" sz="3200" dirty="0">
                            <a:uFillTx/>
                            <a:latin typeface="Times New Roman" panose="02020603050405020304" pitchFamily="18" charset="0"/>
                            <a:ea typeface="宋体" panose="02010600030101010101" pitchFamily="2" charset="-122"/>
                            <a:cs typeface="Songti SC"/>
                            <a:sym typeface="Zhuque Fangsong"/>
                          </a:rPr>
                          <m:t>𝑓</m:t>
                        </m:r>
                      </m:e>
                      <m:sub>
                        <m:r>
                          <a:rPr lang="en-US" sz="3200" dirty="0">
                            <a:uFillTx/>
                            <a:latin typeface="Times New Roman" panose="02020603050405020304" pitchFamily="18" charset="0"/>
                            <a:ea typeface="宋体" panose="02010600030101010101" pitchFamily="2" charset="-122"/>
                            <a:cs typeface="Songti SC"/>
                            <a:sym typeface="Zhuque Fangsong"/>
                          </a:rPr>
                          <m:t>𝑞</m:t>
                        </m:r>
                      </m:sub>
                    </m:sSub>
                    <m:r>
                      <a:rPr lang="en-US" sz="3200" dirty="0">
                        <a:uFillTx/>
                        <a:latin typeface="Times New Roman" panose="02020603050405020304" pitchFamily="18" charset="0"/>
                        <a:ea typeface="宋体" panose="02010600030101010101" pitchFamily="2" charset="-122"/>
                        <a:cs typeface="Songti SC"/>
                        <a:sym typeface="Zhuque Fangsong"/>
                      </a:rPr>
                      <m:t>⊗</m:t>
                    </m:r>
                    <m:r>
                      <a:rPr lang="en-US" sz="3200" dirty="0">
                        <a:uFillTx/>
                        <a:latin typeface="Times New Roman" panose="02020603050405020304" pitchFamily="18" charset="0"/>
                        <a:ea typeface="宋体" panose="02010600030101010101" pitchFamily="2" charset="-122"/>
                        <a:cs typeface="Songti SC"/>
                        <a:sym typeface="Zhuque Fangsong"/>
                      </a:rPr>
                      <m:t>𝑔</m:t>
                    </m:r>
                    <m:r>
                      <a:rPr lang="en-US" sz="3200" dirty="0">
                        <a:uFillTx/>
                        <a:latin typeface="Times New Roman" panose="02020603050405020304" pitchFamily="18" charset="0"/>
                        <a:ea typeface="宋体" panose="02010600030101010101" pitchFamily="2" charset="-122"/>
                        <a:cs typeface="Songti SC"/>
                        <a:sym typeface="Zhuque Fangsong"/>
                      </a:rPr>
                      <m:t>（</m:t>
                    </m:r>
                    <m:r>
                      <a:rPr lang="en-US" sz="3200" dirty="0">
                        <a:uFillTx/>
                        <a:latin typeface="Times New Roman" panose="02020603050405020304" pitchFamily="18" charset="0"/>
                        <a:ea typeface="宋体" panose="02010600030101010101" pitchFamily="2" charset="-122"/>
                        <a:cs typeface="Songti SC"/>
                        <a:sym typeface="Zhuque Fangsong"/>
                      </a:rPr>
                      <m:t>mod</m:t>
                    </m:r>
                    <m:r>
                      <a:rPr lang="en-US" sz="3200" dirty="0">
                        <a:uFillTx/>
                        <a:latin typeface="Times New Roman" panose="02020603050405020304" pitchFamily="18" charset="0"/>
                        <a:ea typeface="宋体" panose="02010600030101010101" pitchFamily="2" charset="-122"/>
                        <a:cs typeface="Songti SC"/>
                        <a:sym typeface="Zhuque Fangsong"/>
                      </a:rPr>
                      <m:t>𝑞</m:t>
                    </m:r>
                    <m:r>
                      <a:rPr lang="en-US" sz="3200" dirty="0">
                        <a:uFillTx/>
                        <a:latin typeface="Times New Roman" panose="02020603050405020304" pitchFamily="18" charset="0"/>
                        <a:ea typeface="宋体" panose="02010600030101010101" pitchFamily="2" charset="-122"/>
                        <a:cs typeface="Songti SC"/>
                        <a:sym typeface="Zhuque Fangsong"/>
                      </a:rPr>
                      <m:t>）</m:t>
                    </m:r>
                    <m:r>
                      <a:rPr lang="en-US" sz="3200" dirty="0">
                        <a:uFillTx/>
                        <a:latin typeface="Times New Roman" panose="02020603050405020304" pitchFamily="18" charset="0"/>
                        <a:ea typeface="宋体" panose="02010600030101010101" pitchFamily="2" charset="-122"/>
                        <a:cs typeface="Songti SC"/>
                        <a:sym typeface="Zhuque Fangsong"/>
                      </a:rPr>
                      <m:t>；</m:t>
                    </m:r>
                  </m:oMath>
                </a14:m>
                <a:r>
                  <a:rPr lang="en-US" sz="3200" dirty="0">
                    <a:uFillTx/>
                    <a:latin typeface="Times New Roman" panose="02020603050405020304" pitchFamily="18" charset="0"/>
                    <a:ea typeface="宋体" panose="02010600030101010101" pitchFamily="2" charset="-122"/>
                    <a:cs typeface="Songti SC"/>
                    <a:sym typeface="Zhuque Fangsong"/>
                  </a:rPr>
                  <a:t>最后，生成</a:t>
                </a:r>
                <a:r>
                  <a:rPr lang="en-US" sz="3200" dirty="0">
                    <a:uFillTx/>
                    <a:latin typeface="Times New Roman" panose="02020603050405020304" pitchFamily="18" charset="0"/>
                    <a:ea typeface="宋体" panose="02010600030101010101" pitchFamily="2" charset="-122"/>
                    <a:cs typeface="Songti SC"/>
                    <a:sym typeface="Zhuque Fangsong"/>
                  </a:rPr>
                  <a:t>NTRU</a:t>
                </a:r>
                <a:r>
                  <a:rPr lang="en-US" sz="3200" dirty="0">
                    <a:uFillTx/>
                    <a:latin typeface="Times New Roman" panose="02020603050405020304" pitchFamily="18" charset="0"/>
                    <a:ea typeface="宋体" panose="02010600030101010101" pitchFamily="2" charset="-122"/>
                    <a:cs typeface="Songti SC"/>
                    <a:sym typeface="Zhuque Fangsong"/>
                  </a:rPr>
                  <a:t>算法的公钥为</a:t>
                </a:r>
                <a14:m>
                  <m:oMath xmlns:m="http://schemas.openxmlformats.org/officeDocument/2006/math">
                    <m:d>
                      <m:dPr>
                        <m:ctrlPr>
                          <a:rPr lang="en-US" sz="3200" dirty="0">
                            <a:uFillTx/>
                            <a:latin typeface="Times New Roman" panose="02020603050405020304" pitchFamily="18" charset="0"/>
                            <a:ea typeface="宋体" panose="02010600030101010101" pitchFamily="2" charset="-122"/>
                            <a:cs typeface="Songti SC"/>
                            <a:sym typeface="Zhuque Fangsong"/>
                          </a:rPr>
                        </m:ctrlPr>
                      </m:dPr>
                      <m:e>
                        <m:r>
                          <a:rPr lang="en-US" sz="3200" dirty="0">
                            <a:uFillTx/>
                            <a:latin typeface="Times New Roman" panose="02020603050405020304" pitchFamily="18" charset="0"/>
                            <a:ea typeface="宋体" panose="02010600030101010101" pitchFamily="2" charset="-122"/>
                            <a:cs typeface="Songti SC"/>
                            <a:sym typeface="Zhuque Fangsong"/>
                          </a:rPr>
                          <m:t>𝑁</m:t>
                        </m:r>
                        <m:r>
                          <a:rPr lang="en-US" sz="3200" dirty="0">
                            <a:uFillTx/>
                            <a:latin typeface="Times New Roman" panose="02020603050405020304" pitchFamily="18" charset="0"/>
                            <a:ea typeface="宋体" panose="02010600030101010101" pitchFamily="2" charset="-122"/>
                            <a:cs typeface="Songti SC"/>
                            <a:sym typeface="Zhuque Fangsong"/>
                          </a:rPr>
                          <m:t>,</m:t>
                        </m:r>
                        <m:r>
                          <a:rPr lang="en-US" sz="3200" dirty="0">
                            <a:uFillTx/>
                            <a:latin typeface="Times New Roman" panose="02020603050405020304" pitchFamily="18" charset="0"/>
                            <a:ea typeface="宋体" panose="02010600030101010101" pitchFamily="2" charset="-122"/>
                            <a:cs typeface="Songti SC"/>
                            <a:sym typeface="Zhuque Fangsong"/>
                          </a:rPr>
                          <m:t>𝑝</m:t>
                        </m:r>
                        <m:r>
                          <a:rPr lang="en-US" sz="3200" dirty="0">
                            <a:uFillTx/>
                            <a:latin typeface="Times New Roman" panose="02020603050405020304" pitchFamily="18" charset="0"/>
                            <a:ea typeface="宋体" panose="02010600030101010101" pitchFamily="2" charset="-122"/>
                            <a:cs typeface="Songti SC"/>
                            <a:sym typeface="Zhuque Fangsong"/>
                          </a:rPr>
                          <m:t>,</m:t>
                        </m:r>
                        <m:r>
                          <a:rPr lang="en-US" sz="3200" dirty="0">
                            <a:uFillTx/>
                            <a:latin typeface="Times New Roman" panose="02020603050405020304" pitchFamily="18" charset="0"/>
                            <a:ea typeface="宋体" panose="02010600030101010101" pitchFamily="2" charset="-122"/>
                            <a:cs typeface="Songti SC"/>
                            <a:sym typeface="Zhuque Fangsong"/>
                          </a:rPr>
                          <m:t>𝑞</m:t>
                        </m:r>
                        <m:r>
                          <a:rPr lang="en-US" sz="3200" dirty="0">
                            <a:uFillTx/>
                            <a:latin typeface="Times New Roman" panose="02020603050405020304" pitchFamily="18" charset="0"/>
                            <a:ea typeface="宋体" panose="02010600030101010101" pitchFamily="2" charset="-122"/>
                            <a:cs typeface="Songti SC"/>
                            <a:sym typeface="Zhuque Fangsong"/>
                          </a:rPr>
                          <m:t>,</m:t>
                        </m:r>
                        <m:r>
                          <a:rPr lang="en-US" sz="3200" dirty="0">
                            <a:uFillTx/>
                            <a:latin typeface="Times New Roman" panose="02020603050405020304" pitchFamily="18" charset="0"/>
                            <a:ea typeface="宋体" panose="02010600030101010101" pitchFamily="2" charset="-122"/>
                            <a:cs typeface="Songti SC"/>
                            <a:sym typeface="Zhuque Fangsong"/>
                          </a:rPr>
                          <m:t>ℎ</m:t>
                        </m:r>
                      </m:e>
                    </m:d>
                  </m:oMath>
                </a14:m>
                <a:r>
                  <a:rPr lang="en-US" sz="3200" dirty="0">
                    <a:uFillTx/>
                    <a:latin typeface="Times New Roman" panose="02020603050405020304" pitchFamily="18" charset="0"/>
                    <a:ea typeface="宋体" panose="02010600030101010101" pitchFamily="2" charset="-122"/>
                    <a:cs typeface="Songti SC"/>
                    <a:sym typeface="Zhuque Fangsong"/>
                  </a:rPr>
                  <a:t>，</a:t>
                </a:r>
                <a:r>
                  <a:rPr lang="en-US" sz="3200" dirty="0">
                    <a:uFillTx/>
                    <a:latin typeface="Times New Roman" panose="02020603050405020304" pitchFamily="18" charset="0"/>
                    <a:ea typeface="宋体" panose="02010600030101010101" pitchFamily="2" charset="-122"/>
                    <a:cs typeface="Songti SC"/>
                    <a:sym typeface="Zhuque Fangsong"/>
                  </a:rPr>
                  <a:t>私钥为</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Zhuque Fangsong"/>
                      </a:rPr>
                      <m:t>𝑓</m:t>
                    </m:r>
                  </m:oMath>
                </a14:m>
                <a:r>
                  <a:rPr lang="en-US" sz="3200" dirty="0">
                    <a:uFillTx/>
                    <a:latin typeface="Times New Roman" panose="02020603050405020304" pitchFamily="18" charset="0"/>
                    <a:ea typeface="宋体" panose="02010600030101010101" pitchFamily="2" charset="-122"/>
                    <a:cs typeface="Songti SC"/>
                    <a:sym typeface="Zhuque Fangsong"/>
                  </a:rPr>
                  <a:t>和</a:t>
                </a:r>
                <a14:m>
                  <m:oMath xmlns:m="http://schemas.openxmlformats.org/officeDocument/2006/math">
                    <m:sSub>
                      <m:sSubPr>
                        <m:ctrlPr>
                          <a:rPr lang="en-US" sz="3200" dirty="0">
                            <a:uFillTx/>
                            <a:latin typeface="Times New Roman" panose="02020603050405020304" pitchFamily="18" charset="0"/>
                            <a:ea typeface="宋体" panose="02010600030101010101" pitchFamily="2" charset="-122"/>
                            <a:cs typeface="Songti SC"/>
                            <a:sym typeface="Zhuque Fangsong"/>
                          </a:rPr>
                        </m:ctrlPr>
                      </m:sSubPr>
                      <m:e>
                        <m:r>
                          <a:rPr lang="en-US" sz="3200" dirty="0">
                            <a:uFillTx/>
                            <a:latin typeface="Times New Roman" panose="02020603050405020304" pitchFamily="18" charset="0"/>
                            <a:ea typeface="宋体" panose="02010600030101010101" pitchFamily="2" charset="-122"/>
                            <a:cs typeface="Songti SC"/>
                            <a:sym typeface="Zhuque Fangsong"/>
                          </a:rPr>
                          <m:t>𝑓</m:t>
                        </m:r>
                      </m:e>
                      <m:sub>
                        <m:r>
                          <a:rPr lang="en-US" sz="3200" dirty="0">
                            <a:uFillTx/>
                            <a:latin typeface="Times New Roman" panose="02020603050405020304" pitchFamily="18" charset="0"/>
                            <a:ea typeface="宋体" panose="02010600030101010101" pitchFamily="2" charset="-122"/>
                            <a:cs typeface="Songti SC"/>
                            <a:sym typeface="Zhuque Fangsong"/>
                          </a:rPr>
                          <m:t>𝑝</m:t>
                        </m:r>
                      </m:sub>
                    </m:sSub>
                  </m:oMath>
                </a14:m>
                <a:r>
                  <a:rPr lang="en-US" sz="3200" dirty="0">
                    <a:uFillTx/>
                    <a:latin typeface="Times New Roman" panose="02020603050405020304" pitchFamily="18" charset="0"/>
                    <a:ea typeface="宋体" panose="02010600030101010101" pitchFamily="2" charset="-122"/>
                    <a:cs typeface="Songti SC"/>
                    <a:sym typeface="Zhuque Fangsong"/>
                  </a:rPr>
                  <a:t>。</a:t>
                </a:r>
                <a:endParaRPr lang="en-US" sz="3200" dirty="0">
                  <a:uFillTx/>
                  <a:latin typeface="Times New Roman" panose="02020603050405020304" pitchFamily="18" charset="0"/>
                  <a:ea typeface="宋体" panose="02010600030101010101" pitchFamily="2" charset="-122"/>
                  <a:cs typeface="Songti SC"/>
                  <a:sym typeface="Zhuque Fangsong"/>
                </a:endParaRPr>
              </a:p>
              <a:p>
                <a:pPr lvl="0" indent="914400" algn="just" defTabSz="914400">
                  <a:lnSpc>
                    <a:spcPct val="125000"/>
                  </a:lnSpc>
                  <a:buSzTx/>
                  <a:defRPr/>
                </a:pPr>
                <a:r>
                  <a:rPr lang="en-US" sz="3200" dirty="0">
                    <a:uFillTx/>
                    <a:latin typeface="Times New Roman" panose="02020603050405020304" pitchFamily="18" charset="0"/>
                    <a:ea typeface="宋体" panose="02010600030101010101" pitchFamily="2" charset="-122"/>
                    <a:cs typeface="Songti SC"/>
                    <a:sym typeface="Zhuque Fangsong"/>
                  </a:rPr>
                  <a:t>其中，环上多项式之间的运算定义如下。假设多项式</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Zhuque Fangsong"/>
                      </a:rPr>
                      <m:t>𝑓</m:t>
                    </m:r>
                    <m:r>
                      <a:rPr lang="en-US" sz="3200" dirty="0">
                        <a:uFillTx/>
                        <a:latin typeface="Times New Roman" panose="02020603050405020304" pitchFamily="18" charset="0"/>
                        <a:ea typeface="宋体" panose="02010600030101010101" pitchFamily="2" charset="-122"/>
                        <a:cs typeface="Songti SC"/>
                        <a:sym typeface="Zhuque Fangsong"/>
                      </a:rPr>
                      <m:t>,</m:t>
                    </m:r>
                    <m:r>
                      <a:rPr lang="en-US" sz="3200" dirty="0">
                        <a:uFillTx/>
                        <a:latin typeface="Times New Roman" panose="02020603050405020304" pitchFamily="18" charset="0"/>
                        <a:ea typeface="宋体" panose="02010600030101010101" pitchFamily="2" charset="-122"/>
                        <a:cs typeface="Songti SC"/>
                        <a:sym typeface="Zhuque Fangsong"/>
                      </a:rPr>
                      <m:t>𝑔</m:t>
                    </m:r>
                  </m:oMath>
                </a14:m>
                <a:r>
                  <a:rPr lang="en-US" sz="3200" dirty="0">
                    <a:uFillTx/>
                    <a:latin typeface="Times New Roman" panose="02020603050405020304" pitchFamily="18" charset="0"/>
                    <a:ea typeface="宋体" panose="02010600030101010101" pitchFamily="2" charset="-122"/>
                    <a:cs typeface="Songti SC"/>
                    <a:sym typeface="Zhuque Fangsong"/>
                  </a:rPr>
                  <a:t>的系数分别表示为</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Zhuque Fangsong"/>
                      </a:rPr>
                      <m:t>𝑓</m:t>
                    </m:r>
                    <m:r>
                      <a:rPr lang="en-US" sz="3200" dirty="0">
                        <a:uFillTx/>
                        <a:latin typeface="Times New Roman" panose="02020603050405020304" pitchFamily="18" charset="0"/>
                        <a:ea typeface="宋体" panose="02010600030101010101" pitchFamily="2" charset="-122"/>
                        <a:cs typeface="Songti SC"/>
                        <a:sym typeface="Zhuque Fangsong"/>
                      </a:rPr>
                      <m:t>=</m:t>
                    </m:r>
                    <m:d>
                      <m:dPr>
                        <m:begChr m:val="["/>
                        <m:endChr m:val="]"/>
                        <m:ctrlPr>
                          <a:rPr lang="en-US" sz="3200" dirty="0">
                            <a:uFillTx/>
                            <a:latin typeface="Times New Roman" panose="02020603050405020304" pitchFamily="18" charset="0"/>
                            <a:ea typeface="宋体" panose="02010600030101010101" pitchFamily="2" charset="-122"/>
                            <a:cs typeface="Songti SC"/>
                            <a:sym typeface="Zhuque Fangsong"/>
                          </a:rPr>
                        </m:ctrlPr>
                      </m:dPr>
                      <m:e>
                        <m:sSub>
                          <m:sSubPr>
                            <m:ctrlPr>
                              <a:rPr lang="en-US" sz="3200" dirty="0">
                                <a:uFillTx/>
                                <a:latin typeface="Times New Roman" panose="02020603050405020304" pitchFamily="18" charset="0"/>
                                <a:ea typeface="宋体" panose="02010600030101010101" pitchFamily="2" charset="-122"/>
                                <a:cs typeface="Songti SC"/>
                                <a:sym typeface="Zhuque Fangsong"/>
                              </a:rPr>
                            </m:ctrlPr>
                          </m:sSubPr>
                          <m:e>
                            <m:r>
                              <a:rPr lang="en-US" sz="3200" dirty="0">
                                <a:uFillTx/>
                                <a:latin typeface="Times New Roman" panose="02020603050405020304" pitchFamily="18" charset="0"/>
                                <a:ea typeface="宋体" panose="02010600030101010101" pitchFamily="2" charset="-122"/>
                                <a:cs typeface="Songti SC"/>
                                <a:sym typeface="Zhuque Fangsong"/>
                              </a:rPr>
                              <m:t>𝑎</m:t>
                            </m:r>
                          </m:e>
                          <m:sub>
                            <m:r>
                              <a:rPr lang="en-US" sz="3200" dirty="0">
                                <a:uFillTx/>
                                <a:latin typeface="Times New Roman" panose="02020603050405020304" pitchFamily="18" charset="0"/>
                                <a:ea typeface="宋体" panose="02010600030101010101" pitchFamily="2" charset="-122"/>
                                <a:cs typeface="Songti SC"/>
                                <a:sym typeface="Zhuque Fangsong"/>
                              </a:rPr>
                              <m:t>0</m:t>
                            </m:r>
                          </m:sub>
                        </m:sSub>
                        <m:r>
                          <a:rPr lang="en-US" sz="3200" dirty="0">
                            <a:uFillTx/>
                            <a:latin typeface="Times New Roman" panose="02020603050405020304" pitchFamily="18" charset="0"/>
                            <a:ea typeface="宋体" panose="02010600030101010101" pitchFamily="2" charset="-122"/>
                            <a:cs typeface="Songti SC"/>
                            <a:sym typeface="Zhuque Fangsong"/>
                          </a:rPr>
                          <m:t>,</m:t>
                        </m:r>
                        <m:sSub>
                          <m:sSubPr>
                            <m:ctrlPr>
                              <a:rPr lang="en-US" sz="3200" dirty="0">
                                <a:uFillTx/>
                                <a:latin typeface="Times New Roman" panose="02020603050405020304" pitchFamily="18" charset="0"/>
                                <a:ea typeface="宋体" panose="02010600030101010101" pitchFamily="2" charset="-122"/>
                                <a:cs typeface="Songti SC"/>
                                <a:sym typeface="Zhuque Fangsong"/>
                              </a:rPr>
                            </m:ctrlPr>
                          </m:sSubPr>
                          <m:e>
                            <m:r>
                              <a:rPr lang="en-US" sz="3200" dirty="0">
                                <a:uFillTx/>
                                <a:latin typeface="Times New Roman" panose="02020603050405020304" pitchFamily="18" charset="0"/>
                                <a:ea typeface="宋体" panose="02010600030101010101" pitchFamily="2" charset="-122"/>
                                <a:cs typeface="Songti SC"/>
                                <a:sym typeface="Zhuque Fangsong"/>
                              </a:rPr>
                              <m:t>𝑎</m:t>
                            </m:r>
                          </m:e>
                          <m:sub>
                            <m:r>
                              <a:rPr lang="en-US" sz="3200" dirty="0">
                                <a:uFillTx/>
                                <a:latin typeface="Times New Roman" panose="02020603050405020304" pitchFamily="18" charset="0"/>
                                <a:ea typeface="宋体" panose="02010600030101010101" pitchFamily="2" charset="-122"/>
                                <a:cs typeface="Songti SC"/>
                                <a:sym typeface="Zhuque Fangsong"/>
                              </a:rPr>
                              <m:t>1</m:t>
                            </m:r>
                          </m:sub>
                        </m:sSub>
                        <m:r>
                          <a:rPr lang="en-US" sz="3200" dirty="0">
                            <a:uFillTx/>
                            <a:latin typeface="Times New Roman" panose="02020603050405020304" pitchFamily="18" charset="0"/>
                            <a:ea typeface="宋体" panose="02010600030101010101" pitchFamily="2" charset="-122"/>
                            <a:cs typeface="Songti SC"/>
                            <a:sym typeface="Zhuque Fangsong"/>
                          </a:rPr>
                          <m:t>,</m:t>
                        </m:r>
                        <m:r>
                          <a:rPr lang="en-US" sz="3200" dirty="0">
                            <a:uFillTx/>
                            <a:latin typeface="Times New Roman" panose="02020603050405020304" pitchFamily="18" charset="0"/>
                            <a:ea typeface="宋体" panose="02010600030101010101" pitchFamily="2" charset="-122"/>
                            <a:cs typeface="Songti SC"/>
                            <a:sym typeface="Zhuque Fangsong"/>
                          </a:rPr>
                          <m:t>L</m:t>
                        </m:r>
                        <m:r>
                          <a:rPr lang="en-US" sz="3200" dirty="0">
                            <a:uFillTx/>
                            <a:latin typeface="Times New Roman" panose="02020603050405020304" pitchFamily="18" charset="0"/>
                            <a:ea typeface="宋体" panose="02010600030101010101" pitchFamily="2" charset="-122"/>
                            <a:cs typeface="Songti SC"/>
                            <a:sym typeface="Zhuque Fangsong"/>
                          </a:rPr>
                          <m:t>,</m:t>
                        </m:r>
                        <m:sSub>
                          <m:sSubPr>
                            <m:ctrlPr>
                              <a:rPr lang="en-US" sz="3200" dirty="0">
                                <a:uFillTx/>
                                <a:latin typeface="Times New Roman" panose="02020603050405020304" pitchFamily="18" charset="0"/>
                                <a:ea typeface="宋体" panose="02010600030101010101" pitchFamily="2" charset="-122"/>
                                <a:cs typeface="Songti SC"/>
                                <a:sym typeface="Zhuque Fangsong"/>
                              </a:rPr>
                            </m:ctrlPr>
                          </m:sSubPr>
                          <m:e>
                            <m:r>
                              <a:rPr lang="en-US" sz="3200" dirty="0">
                                <a:uFillTx/>
                                <a:latin typeface="Times New Roman" panose="02020603050405020304" pitchFamily="18" charset="0"/>
                                <a:ea typeface="宋体" panose="02010600030101010101" pitchFamily="2" charset="-122"/>
                                <a:cs typeface="Songti SC"/>
                                <a:sym typeface="Zhuque Fangsong"/>
                              </a:rPr>
                              <m:t>𝑎</m:t>
                            </m:r>
                          </m:e>
                          <m:sub>
                            <m:r>
                              <a:rPr lang="en-US" sz="3200" dirty="0">
                                <a:uFillTx/>
                                <a:latin typeface="Times New Roman" panose="02020603050405020304" pitchFamily="18" charset="0"/>
                                <a:ea typeface="宋体" panose="02010600030101010101" pitchFamily="2" charset="-122"/>
                                <a:cs typeface="Songti SC"/>
                                <a:sym typeface="Zhuque Fangsong"/>
                              </a:rPr>
                              <m:t>𝑁</m:t>
                            </m:r>
                            <m:r>
                              <a:rPr lang="en-US" sz="3200" dirty="0">
                                <a:uFillTx/>
                                <a:latin typeface="Times New Roman" panose="02020603050405020304" pitchFamily="18" charset="0"/>
                                <a:ea typeface="宋体" panose="02010600030101010101" pitchFamily="2" charset="-122"/>
                                <a:cs typeface="Songti SC"/>
                                <a:sym typeface="Zhuque Fangsong"/>
                              </a:rPr>
                              <m:t>−</m:t>
                            </m:r>
                            <m:r>
                              <a:rPr lang="en-US" sz="3200" dirty="0">
                                <a:uFillTx/>
                                <a:latin typeface="Times New Roman" panose="02020603050405020304" pitchFamily="18" charset="0"/>
                                <a:ea typeface="宋体" panose="02010600030101010101" pitchFamily="2" charset="-122"/>
                                <a:cs typeface="Songti SC"/>
                                <a:sym typeface="Zhuque Fangsong"/>
                              </a:rPr>
                              <m:t>1</m:t>
                            </m:r>
                          </m:sub>
                        </m:sSub>
                      </m:e>
                    </m:d>
                    <m:r>
                      <a:rPr lang="en-US" sz="3200" dirty="0">
                        <a:uFillTx/>
                        <a:latin typeface="Times New Roman" panose="02020603050405020304" pitchFamily="18" charset="0"/>
                        <a:ea typeface="宋体" panose="02010600030101010101" pitchFamily="2" charset="-122"/>
                        <a:cs typeface="Songti SC"/>
                        <a:sym typeface="Zhuque Fangsong"/>
                      </a:rPr>
                      <m:t>∈</m:t>
                    </m:r>
                    <m:r>
                      <a:rPr lang="en-US" sz="3200" dirty="0">
                        <a:uFillTx/>
                        <a:latin typeface="Times New Roman" panose="02020603050405020304" pitchFamily="18" charset="0"/>
                        <a:ea typeface="宋体" panose="02010600030101010101" pitchFamily="2" charset="-122"/>
                        <a:cs typeface="Songti SC"/>
                        <a:sym typeface="Zhuque Fangsong"/>
                      </a:rPr>
                      <m:t>𝑅</m:t>
                    </m:r>
                    <m:r>
                      <a:rPr lang="en-US" sz="3200" dirty="0">
                        <a:uFillTx/>
                        <a:latin typeface="Times New Roman" panose="02020603050405020304" pitchFamily="18" charset="0"/>
                        <a:ea typeface="宋体" panose="02010600030101010101" pitchFamily="2" charset="-122"/>
                        <a:cs typeface="Songti SC"/>
                        <a:sym typeface="Zhuque Fangsong"/>
                      </a:rPr>
                      <m:t>,</m:t>
                    </m:r>
                    <m:r>
                      <a:rPr lang="en-US" sz="3200" dirty="0">
                        <a:uFillTx/>
                        <a:latin typeface="Times New Roman" panose="02020603050405020304" pitchFamily="18" charset="0"/>
                        <a:ea typeface="宋体" panose="02010600030101010101" pitchFamily="2" charset="-122"/>
                        <a:cs typeface="Songti SC"/>
                        <a:sym typeface="Zhuque Fangsong"/>
                      </a:rPr>
                      <m:t>𝑔</m:t>
                    </m:r>
                    <m:r>
                      <a:rPr lang="en-US" sz="3200" dirty="0">
                        <a:uFillTx/>
                        <a:latin typeface="Times New Roman" panose="02020603050405020304" pitchFamily="18" charset="0"/>
                        <a:ea typeface="宋体" panose="02010600030101010101" pitchFamily="2" charset="-122"/>
                        <a:cs typeface="Songti SC"/>
                        <a:sym typeface="Zhuque Fangsong"/>
                      </a:rPr>
                      <m:t>=</m:t>
                    </m:r>
                    <m:d>
                      <m:dPr>
                        <m:begChr m:val="["/>
                        <m:endChr m:val="]"/>
                        <m:ctrlPr>
                          <a:rPr lang="en-US" sz="3200" dirty="0">
                            <a:uFillTx/>
                            <a:latin typeface="Times New Roman" panose="02020603050405020304" pitchFamily="18" charset="0"/>
                            <a:ea typeface="宋体" panose="02010600030101010101" pitchFamily="2" charset="-122"/>
                            <a:cs typeface="Songti SC"/>
                            <a:sym typeface="Zhuque Fangsong"/>
                          </a:rPr>
                        </m:ctrlPr>
                      </m:dPr>
                      <m:e>
                        <m:sSub>
                          <m:sSubPr>
                            <m:ctrlPr>
                              <a:rPr lang="en-US" sz="3200" dirty="0">
                                <a:uFillTx/>
                                <a:latin typeface="Times New Roman" panose="02020603050405020304" pitchFamily="18" charset="0"/>
                                <a:ea typeface="宋体" panose="02010600030101010101" pitchFamily="2" charset="-122"/>
                                <a:cs typeface="Songti SC"/>
                                <a:sym typeface="Zhuque Fangsong"/>
                              </a:rPr>
                            </m:ctrlPr>
                          </m:sSubPr>
                          <m:e>
                            <m:r>
                              <a:rPr lang="en-US" sz="3200" dirty="0">
                                <a:uFillTx/>
                                <a:latin typeface="Times New Roman" panose="02020603050405020304" pitchFamily="18" charset="0"/>
                                <a:ea typeface="宋体" panose="02010600030101010101" pitchFamily="2" charset="-122"/>
                                <a:cs typeface="Songti SC"/>
                                <a:sym typeface="Zhuque Fangsong"/>
                              </a:rPr>
                              <m:t>𝑏</m:t>
                            </m:r>
                          </m:e>
                          <m:sub>
                            <m:r>
                              <a:rPr lang="en-US" sz="3200" dirty="0">
                                <a:uFillTx/>
                                <a:latin typeface="Times New Roman" panose="02020603050405020304" pitchFamily="18" charset="0"/>
                                <a:ea typeface="宋体" panose="02010600030101010101" pitchFamily="2" charset="-122"/>
                                <a:cs typeface="Songti SC"/>
                                <a:sym typeface="Zhuque Fangsong"/>
                              </a:rPr>
                              <m:t>0</m:t>
                            </m:r>
                          </m:sub>
                        </m:sSub>
                        <m:r>
                          <a:rPr lang="en-US" sz="3200" dirty="0">
                            <a:uFillTx/>
                            <a:latin typeface="Times New Roman" panose="02020603050405020304" pitchFamily="18" charset="0"/>
                            <a:ea typeface="宋体" panose="02010600030101010101" pitchFamily="2" charset="-122"/>
                            <a:cs typeface="Songti SC"/>
                            <a:sym typeface="Zhuque Fangsong"/>
                          </a:rPr>
                          <m:t>,</m:t>
                        </m:r>
                        <m:sSub>
                          <m:sSubPr>
                            <m:ctrlPr>
                              <a:rPr lang="en-US" sz="3200" dirty="0">
                                <a:uFillTx/>
                                <a:latin typeface="Times New Roman" panose="02020603050405020304" pitchFamily="18" charset="0"/>
                                <a:ea typeface="宋体" panose="02010600030101010101" pitchFamily="2" charset="-122"/>
                                <a:cs typeface="Songti SC"/>
                                <a:sym typeface="Zhuque Fangsong"/>
                              </a:rPr>
                            </m:ctrlPr>
                          </m:sSubPr>
                          <m:e>
                            <m:r>
                              <a:rPr lang="en-US" sz="3200" dirty="0">
                                <a:uFillTx/>
                                <a:latin typeface="Times New Roman" panose="02020603050405020304" pitchFamily="18" charset="0"/>
                                <a:ea typeface="宋体" panose="02010600030101010101" pitchFamily="2" charset="-122"/>
                                <a:cs typeface="Songti SC"/>
                                <a:sym typeface="Zhuque Fangsong"/>
                              </a:rPr>
                              <m:t>𝑏</m:t>
                            </m:r>
                          </m:e>
                          <m:sub>
                            <m:r>
                              <a:rPr lang="en-US" sz="3200" dirty="0">
                                <a:uFillTx/>
                                <a:latin typeface="Times New Roman" panose="02020603050405020304" pitchFamily="18" charset="0"/>
                                <a:ea typeface="宋体" panose="02010600030101010101" pitchFamily="2" charset="-122"/>
                                <a:cs typeface="Songti SC"/>
                                <a:sym typeface="Zhuque Fangsong"/>
                              </a:rPr>
                              <m:t>1</m:t>
                            </m:r>
                          </m:sub>
                        </m:sSub>
                        <m:r>
                          <a:rPr lang="en-US" sz="3200" dirty="0">
                            <a:uFillTx/>
                            <a:latin typeface="Times New Roman" panose="02020603050405020304" pitchFamily="18" charset="0"/>
                            <a:ea typeface="宋体" panose="02010600030101010101" pitchFamily="2" charset="-122"/>
                            <a:cs typeface="Songti SC"/>
                            <a:sym typeface="Zhuque Fangsong"/>
                          </a:rPr>
                          <m:t>,</m:t>
                        </m:r>
                        <m:r>
                          <a:rPr lang="en-US" sz="3200" dirty="0">
                            <a:uFillTx/>
                            <a:latin typeface="Times New Roman" panose="02020603050405020304" pitchFamily="18" charset="0"/>
                            <a:ea typeface="宋体" panose="02010600030101010101" pitchFamily="2" charset="-122"/>
                            <a:cs typeface="Songti SC"/>
                            <a:sym typeface="Zhuque Fangsong"/>
                          </a:rPr>
                          <m:t>L</m:t>
                        </m:r>
                        <m:r>
                          <a:rPr lang="en-US" sz="3200" dirty="0">
                            <a:uFillTx/>
                            <a:latin typeface="Times New Roman" panose="02020603050405020304" pitchFamily="18" charset="0"/>
                            <a:ea typeface="宋体" panose="02010600030101010101" pitchFamily="2" charset="-122"/>
                            <a:cs typeface="Songti SC"/>
                            <a:sym typeface="Zhuque Fangsong"/>
                          </a:rPr>
                          <m:t>,</m:t>
                        </m:r>
                        <m:sSub>
                          <m:sSubPr>
                            <m:ctrlPr>
                              <a:rPr lang="en-US" sz="3200" dirty="0">
                                <a:uFillTx/>
                                <a:latin typeface="Times New Roman" panose="02020603050405020304" pitchFamily="18" charset="0"/>
                                <a:ea typeface="宋体" panose="02010600030101010101" pitchFamily="2" charset="-122"/>
                                <a:cs typeface="Songti SC"/>
                                <a:sym typeface="Zhuque Fangsong"/>
                              </a:rPr>
                            </m:ctrlPr>
                          </m:sSubPr>
                          <m:e>
                            <m:r>
                              <a:rPr lang="en-US" sz="3200" dirty="0">
                                <a:uFillTx/>
                                <a:latin typeface="Times New Roman" panose="02020603050405020304" pitchFamily="18" charset="0"/>
                                <a:ea typeface="宋体" panose="02010600030101010101" pitchFamily="2" charset="-122"/>
                                <a:cs typeface="Songti SC"/>
                                <a:sym typeface="Zhuque Fangsong"/>
                              </a:rPr>
                              <m:t>𝑏</m:t>
                            </m:r>
                          </m:e>
                          <m:sub>
                            <m:r>
                              <a:rPr lang="en-US" sz="3200" dirty="0">
                                <a:uFillTx/>
                                <a:latin typeface="Times New Roman" panose="02020603050405020304" pitchFamily="18" charset="0"/>
                                <a:ea typeface="宋体" panose="02010600030101010101" pitchFamily="2" charset="-122"/>
                                <a:cs typeface="Songti SC"/>
                                <a:sym typeface="Zhuque Fangsong"/>
                              </a:rPr>
                              <m:t>𝑁</m:t>
                            </m:r>
                            <m:r>
                              <a:rPr lang="en-US" sz="3200" dirty="0">
                                <a:uFillTx/>
                                <a:latin typeface="Times New Roman" panose="02020603050405020304" pitchFamily="18" charset="0"/>
                                <a:ea typeface="宋体" panose="02010600030101010101" pitchFamily="2" charset="-122"/>
                                <a:cs typeface="Songti SC"/>
                                <a:sym typeface="Zhuque Fangsong"/>
                              </a:rPr>
                              <m:t>−</m:t>
                            </m:r>
                            <m:r>
                              <a:rPr lang="en-US" sz="3200" dirty="0">
                                <a:uFillTx/>
                                <a:latin typeface="Times New Roman" panose="02020603050405020304" pitchFamily="18" charset="0"/>
                                <a:ea typeface="宋体" panose="02010600030101010101" pitchFamily="2" charset="-122"/>
                                <a:cs typeface="Songti SC"/>
                                <a:sym typeface="Zhuque Fangsong"/>
                              </a:rPr>
                              <m:t>1</m:t>
                            </m:r>
                          </m:sub>
                        </m:sSub>
                      </m:e>
                    </m:d>
                    <m:r>
                      <a:rPr lang="en-US" sz="3200" dirty="0">
                        <a:uFillTx/>
                        <a:latin typeface="Times New Roman" panose="02020603050405020304" pitchFamily="18" charset="0"/>
                        <a:ea typeface="宋体" panose="02010600030101010101" pitchFamily="2" charset="-122"/>
                        <a:cs typeface="Songti SC"/>
                        <a:sym typeface="Zhuque Fangsong"/>
                      </a:rPr>
                      <m:t>∈</m:t>
                    </m:r>
                    <m:r>
                      <a:rPr lang="en-US" sz="3200" dirty="0">
                        <a:uFillTx/>
                        <a:latin typeface="Times New Roman" panose="02020603050405020304" pitchFamily="18" charset="0"/>
                        <a:ea typeface="宋体" panose="02010600030101010101" pitchFamily="2" charset="-122"/>
                        <a:cs typeface="Songti SC"/>
                        <a:sym typeface="Zhuque Fangsong"/>
                      </a:rPr>
                      <m:t>𝑅</m:t>
                    </m:r>
                    <m:r>
                      <a:rPr lang="en-US" sz="3200" dirty="0">
                        <a:uFillTx/>
                        <a:latin typeface="Times New Roman" panose="02020603050405020304" pitchFamily="18" charset="0"/>
                        <a:ea typeface="宋体" panose="02010600030101010101" pitchFamily="2" charset="-122"/>
                        <a:cs typeface="Songti SC"/>
                        <a:sym typeface="Zhuque Fangsong"/>
                      </a:rPr>
                      <m:t>,</m:t>
                    </m:r>
                  </m:oMath>
                </a14:m>
                <a:r>
                  <a:rPr lang="en-US" sz="3200" dirty="0">
                    <a:uFillTx/>
                    <a:latin typeface="Times New Roman" panose="02020603050405020304" pitchFamily="18" charset="0"/>
                    <a:ea typeface="宋体" panose="02010600030101010101" pitchFamily="2" charset="-122"/>
                    <a:cs typeface="Songti SC"/>
                    <a:sym typeface="Zhuque Fangsong"/>
                  </a:rPr>
                  <a:t>则</a:t>
                </a:r>
                <a:endParaRPr lang="en-US" sz="3200" dirty="0">
                  <a:uFillTx/>
                  <a:latin typeface="Times New Roman" panose="02020603050405020304" pitchFamily="18" charset="0"/>
                  <a:ea typeface="宋体" panose="02010600030101010101" pitchFamily="2" charset="-122"/>
                  <a:cs typeface="Songti SC"/>
                  <a:sym typeface="Zhuque Fangsong"/>
                </a:endParaRPr>
              </a:p>
              <a:p>
                <a:pPr lvl="0" indent="914400" algn="just" defTabSz="914400">
                  <a:lnSpc>
                    <a:spcPct val="125000"/>
                  </a:lnSpc>
                  <a:buSzTx/>
                  <a:defRPr/>
                </a:pPr>
                <a14:m>
                  <m:oMathPara xmlns:m="http://schemas.openxmlformats.org/officeDocument/2006/math">
                    <m:oMathParaPr>
                      <m:jc m:val="centerGroup"/>
                    </m:oMathParaPr>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Zhuque Fangsong"/>
                        </a:rPr>
                        <m:t>𝑓</m:t>
                      </m:r>
                      <m:r>
                        <a:rPr lang="en-US" sz="3200" dirty="0">
                          <a:uFillTx/>
                          <a:latin typeface="Times New Roman" panose="02020603050405020304" pitchFamily="18" charset="0"/>
                          <a:ea typeface="宋体" panose="02010600030101010101" pitchFamily="2" charset="-122"/>
                          <a:cs typeface="Songti SC"/>
                          <a:sym typeface="Zhuque Fangsong"/>
                        </a:rPr>
                        <m:t>+</m:t>
                      </m:r>
                      <m:r>
                        <a:rPr lang="en-US" sz="3200" dirty="0">
                          <a:uFillTx/>
                          <a:latin typeface="Times New Roman" panose="02020603050405020304" pitchFamily="18" charset="0"/>
                          <a:ea typeface="宋体" panose="02010600030101010101" pitchFamily="2" charset="-122"/>
                          <a:cs typeface="Songti SC"/>
                          <a:sym typeface="Zhuque Fangsong"/>
                        </a:rPr>
                        <m:t>𝑔</m:t>
                      </m:r>
                      <m:r>
                        <a:rPr lang="en-US" sz="3200" dirty="0">
                          <a:uFillTx/>
                          <a:latin typeface="Times New Roman" panose="02020603050405020304" pitchFamily="18" charset="0"/>
                          <a:ea typeface="宋体" panose="02010600030101010101" pitchFamily="2" charset="-122"/>
                          <a:cs typeface="Songti SC"/>
                          <a:sym typeface="Zhuque Fangsong"/>
                        </a:rPr>
                        <m:t>=</m:t>
                      </m:r>
                      <m:nary>
                        <m:naryPr>
                          <m:chr m:val="∑"/>
                          <m:ctrlPr>
                            <a:rPr lang="en-US" sz="3200" dirty="0">
                              <a:uFillTx/>
                              <a:latin typeface="Times New Roman" panose="02020603050405020304" pitchFamily="18" charset="0"/>
                              <a:ea typeface="宋体" panose="02010600030101010101" pitchFamily="2" charset="-122"/>
                              <a:cs typeface="Songti SC"/>
                              <a:sym typeface="Zhuque Fangsong"/>
                            </a:rPr>
                          </m:ctrlPr>
                        </m:naryPr>
                        <m:sub>
                          <m:r>
                            <a:rPr lang="en-US" sz="3200" dirty="0">
                              <a:uFillTx/>
                              <a:latin typeface="Times New Roman" panose="02020603050405020304" pitchFamily="18" charset="0"/>
                              <a:ea typeface="宋体" panose="02010600030101010101" pitchFamily="2" charset="-122"/>
                              <a:cs typeface="Songti SC"/>
                              <a:sym typeface="Zhuque Fangsong"/>
                            </a:rPr>
                            <m:t>𝑖</m:t>
                          </m:r>
                          <m:r>
                            <a:rPr lang="en-US" sz="3200" dirty="0">
                              <a:uFillTx/>
                              <a:latin typeface="Times New Roman" panose="02020603050405020304" pitchFamily="18" charset="0"/>
                              <a:ea typeface="宋体" panose="02010600030101010101" pitchFamily="2" charset="-122"/>
                              <a:cs typeface="Songti SC"/>
                              <a:sym typeface="Zhuque Fangsong"/>
                            </a:rPr>
                            <m:t>=</m:t>
                          </m:r>
                          <m:r>
                            <a:rPr lang="en-US" sz="3200" dirty="0">
                              <a:uFillTx/>
                              <a:latin typeface="Times New Roman" panose="02020603050405020304" pitchFamily="18" charset="0"/>
                              <a:ea typeface="宋体" panose="02010600030101010101" pitchFamily="2" charset="-122"/>
                              <a:cs typeface="Songti SC"/>
                              <a:sym typeface="Zhuque Fangsong"/>
                            </a:rPr>
                            <m:t>0</m:t>
                          </m:r>
                        </m:sub>
                        <m:sup>
                          <m:r>
                            <a:rPr lang="en-US" sz="3200" dirty="0">
                              <a:uFillTx/>
                              <a:latin typeface="Times New Roman" panose="02020603050405020304" pitchFamily="18" charset="0"/>
                              <a:ea typeface="宋体" panose="02010600030101010101" pitchFamily="2" charset="-122"/>
                              <a:cs typeface="Songti SC"/>
                              <a:sym typeface="Zhuque Fangsong"/>
                            </a:rPr>
                            <m:t>𝑁</m:t>
                          </m:r>
                          <m:r>
                            <a:rPr lang="en-US" sz="3200" dirty="0">
                              <a:uFillTx/>
                              <a:latin typeface="Times New Roman" panose="02020603050405020304" pitchFamily="18" charset="0"/>
                              <a:ea typeface="宋体" panose="02010600030101010101" pitchFamily="2" charset="-122"/>
                              <a:cs typeface="Songti SC"/>
                              <a:sym typeface="Zhuque Fangsong"/>
                            </a:rPr>
                            <m:t>−</m:t>
                          </m:r>
                          <m:r>
                            <a:rPr lang="en-US" sz="3200" dirty="0">
                              <a:uFillTx/>
                              <a:latin typeface="Times New Roman" panose="02020603050405020304" pitchFamily="18" charset="0"/>
                              <a:ea typeface="宋体" panose="02010600030101010101" pitchFamily="2" charset="-122"/>
                              <a:cs typeface="Songti SC"/>
                              <a:sym typeface="Zhuque Fangsong"/>
                            </a:rPr>
                            <m:t>1</m:t>
                          </m:r>
                        </m:sup>
                        <m:e>
                          <m:d>
                            <m:dPr>
                              <m:ctrlPr>
                                <a:rPr lang="en-US" sz="3200" dirty="0">
                                  <a:uFillTx/>
                                  <a:latin typeface="Times New Roman" panose="02020603050405020304" pitchFamily="18" charset="0"/>
                                  <a:ea typeface="宋体" panose="02010600030101010101" pitchFamily="2" charset="-122"/>
                                  <a:cs typeface="Songti SC"/>
                                  <a:sym typeface="Zhuque Fangsong"/>
                                </a:rPr>
                              </m:ctrlPr>
                            </m:dPr>
                            <m:e>
                              <m:sSub>
                                <m:sSubPr>
                                  <m:ctrlPr>
                                    <a:rPr lang="en-US" sz="3200" dirty="0">
                                      <a:uFillTx/>
                                      <a:latin typeface="Times New Roman" panose="02020603050405020304" pitchFamily="18" charset="0"/>
                                      <a:ea typeface="宋体" panose="02010600030101010101" pitchFamily="2" charset="-122"/>
                                      <a:cs typeface="Songti SC"/>
                                      <a:sym typeface="Zhuque Fangsong"/>
                                    </a:rPr>
                                  </m:ctrlPr>
                                </m:sSubPr>
                                <m:e>
                                  <m:r>
                                    <a:rPr lang="en-US" sz="3200" dirty="0">
                                      <a:uFillTx/>
                                      <a:latin typeface="Times New Roman" panose="02020603050405020304" pitchFamily="18" charset="0"/>
                                      <a:ea typeface="宋体" panose="02010600030101010101" pitchFamily="2" charset="-122"/>
                                      <a:cs typeface="Songti SC"/>
                                      <a:sym typeface="Zhuque Fangsong"/>
                                    </a:rPr>
                                    <m:t>𝑎</m:t>
                                  </m:r>
                                </m:e>
                                <m:sub>
                                  <m:r>
                                    <a:rPr lang="en-US" sz="3200" dirty="0">
                                      <a:uFillTx/>
                                      <a:latin typeface="Times New Roman" panose="02020603050405020304" pitchFamily="18" charset="0"/>
                                      <a:ea typeface="宋体" panose="02010600030101010101" pitchFamily="2" charset="-122"/>
                                      <a:cs typeface="Songti SC"/>
                                      <a:sym typeface="Zhuque Fangsong"/>
                                    </a:rPr>
                                    <m:t>𝑖</m:t>
                                  </m:r>
                                </m:sub>
                              </m:sSub>
                              <m:r>
                                <a:rPr lang="en-US" sz="3200" dirty="0">
                                  <a:uFillTx/>
                                  <a:latin typeface="Times New Roman" panose="02020603050405020304" pitchFamily="18" charset="0"/>
                                  <a:ea typeface="宋体" panose="02010600030101010101" pitchFamily="2" charset="-122"/>
                                  <a:cs typeface="Songti SC"/>
                                  <a:sym typeface="Zhuque Fangsong"/>
                                </a:rPr>
                                <m:t>+</m:t>
                              </m:r>
                              <m:sSub>
                                <m:sSubPr>
                                  <m:ctrlPr>
                                    <a:rPr lang="en-US" sz="3200" dirty="0">
                                      <a:uFillTx/>
                                      <a:latin typeface="Times New Roman" panose="02020603050405020304" pitchFamily="18" charset="0"/>
                                      <a:ea typeface="宋体" panose="02010600030101010101" pitchFamily="2" charset="-122"/>
                                      <a:cs typeface="Songti SC"/>
                                      <a:sym typeface="Zhuque Fangsong"/>
                                    </a:rPr>
                                  </m:ctrlPr>
                                </m:sSubPr>
                                <m:e>
                                  <m:r>
                                    <a:rPr lang="en-US" sz="3200" dirty="0">
                                      <a:uFillTx/>
                                      <a:latin typeface="Times New Roman" panose="02020603050405020304" pitchFamily="18" charset="0"/>
                                      <a:ea typeface="宋体" panose="02010600030101010101" pitchFamily="2" charset="-122"/>
                                      <a:cs typeface="Songti SC"/>
                                      <a:sym typeface="Zhuque Fangsong"/>
                                    </a:rPr>
                                    <m:t>𝑏</m:t>
                                  </m:r>
                                </m:e>
                                <m:sub>
                                  <m:r>
                                    <a:rPr lang="en-US" sz="3200" dirty="0">
                                      <a:uFillTx/>
                                      <a:latin typeface="Times New Roman" panose="02020603050405020304" pitchFamily="18" charset="0"/>
                                      <a:ea typeface="宋体" panose="02010600030101010101" pitchFamily="2" charset="-122"/>
                                      <a:cs typeface="Songti SC"/>
                                      <a:sym typeface="Zhuque Fangsong"/>
                                    </a:rPr>
                                    <m:t>𝑖</m:t>
                                  </m:r>
                                </m:sub>
                              </m:sSub>
                            </m:e>
                          </m:d>
                          <m:sSup>
                            <m:sSupPr>
                              <m:ctrlPr>
                                <a:rPr lang="en-US" sz="3200" dirty="0">
                                  <a:uFillTx/>
                                  <a:latin typeface="Times New Roman" panose="02020603050405020304" pitchFamily="18" charset="0"/>
                                  <a:ea typeface="宋体" panose="02010600030101010101" pitchFamily="2" charset="-122"/>
                                  <a:cs typeface="Songti SC"/>
                                  <a:sym typeface="Zhuque Fangsong"/>
                                </a:rPr>
                              </m:ctrlPr>
                            </m:sSupPr>
                            <m:e>
                              <m:r>
                                <a:rPr lang="en-US" sz="3200" dirty="0">
                                  <a:uFillTx/>
                                  <a:latin typeface="Times New Roman" panose="02020603050405020304" pitchFamily="18" charset="0"/>
                                  <a:ea typeface="宋体" panose="02010600030101010101" pitchFamily="2" charset="-122"/>
                                  <a:cs typeface="Songti SC"/>
                                  <a:sym typeface="Zhuque Fangsong"/>
                                </a:rPr>
                                <m:t>𝑋</m:t>
                              </m:r>
                            </m:e>
                            <m:sup>
                              <m:r>
                                <a:rPr lang="en-US" sz="3200" dirty="0">
                                  <a:uFillTx/>
                                  <a:latin typeface="Times New Roman" panose="02020603050405020304" pitchFamily="18" charset="0"/>
                                  <a:ea typeface="宋体" panose="02010600030101010101" pitchFamily="2" charset="-122"/>
                                  <a:cs typeface="Songti SC"/>
                                  <a:sym typeface="Zhuque Fangsong"/>
                                </a:rPr>
                                <m:t>𝑖</m:t>
                              </m:r>
                            </m:sup>
                          </m:sSup>
                        </m:e>
                      </m:nary>
                      <m:r>
                        <a:rPr lang="en-US" sz="3200" dirty="0">
                          <a:uFillTx/>
                          <a:latin typeface="Times New Roman" panose="02020603050405020304" pitchFamily="18" charset="0"/>
                          <a:ea typeface="宋体" panose="02010600030101010101" pitchFamily="2" charset="-122"/>
                          <a:cs typeface="Songti SC"/>
                          <a:sym typeface="Zhuque Fangsong"/>
                        </a:rPr>
                        <m:t>,</m:t>
                      </m:r>
                      <m:r>
                        <a:rPr lang="en-US" sz="3200" dirty="0">
                          <a:uFillTx/>
                          <a:latin typeface="Times New Roman" panose="02020603050405020304" pitchFamily="18" charset="0"/>
                          <a:ea typeface="宋体" panose="02010600030101010101" pitchFamily="2" charset="-122"/>
                          <a:cs typeface="Songti SC"/>
                          <a:sym typeface="Zhuque Fangsong"/>
                        </a:rPr>
                        <m:t>𝑓</m:t>
                      </m:r>
                      <m:r>
                        <a:rPr lang="en-US" sz="3200" dirty="0">
                          <a:uFillTx/>
                          <a:latin typeface="Times New Roman" panose="02020603050405020304" pitchFamily="18" charset="0"/>
                          <a:ea typeface="宋体" panose="02010600030101010101" pitchFamily="2" charset="-122"/>
                          <a:cs typeface="Songti SC"/>
                          <a:sym typeface="Zhuque Fangsong"/>
                        </a:rPr>
                        <m:t>⊗</m:t>
                      </m:r>
                      <m:r>
                        <a:rPr lang="en-US" sz="3200" dirty="0">
                          <a:uFillTx/>
                          <a:latin typeface="Times New Roman" panose="02020603050405020304" pitchFamily="18" charset="0"/>
                          <a:ea typeface="宋体" panose="02010600030101010101" pitchFamily="2" charset="-122"/>
                          <a:cs typeface="Songti SC"/>
                          <a:sym typeface="Zhuque Fangsong"/>
                        </a:rPr>
                        <m:t>𝑔</m:t>
                      </m:r>
                      <m:r>
                        <a:rPr lang="en-US" sz="3200" dirty="0">
                          <a:uFillTx/>
                          <a:latin typeface="Times New Roman" panose="02020603050405020304" pitchFamily="18" charset="0"/>
                          <a:ea typeface="宋体" panose="02010600030101010101" pitchFamily="2" charset="-122"/>
                          <a:cs typeface="Songti SC"/>
                          <a:sym typeface="Zhuque Fangsong"/>
                        </a:rPr>
                        <m:t>=</m:t>
                      </m:r>
                      <m:nary>
                        <m:naryPr>
                          <m:chr m:val="∑"/>
                          <m:supHide m:val="on"/>
                          <m:ctrlPr>
                            <a:rPr lang="en-US" sz="3200" dirty="0">
                              <a:uFillTx/>
                              <a:latin typeface="Times New Roman" panose="02020603050405020304" pitchFamily="18" charset="0"/>
                              <a:ea typeface="宋体" panose="02010600030101010101" pitchFamily="2" charset="-122"/>
                              <a:cs typeface="Songti SC"/>
                              <a:sym typeface="Zhuque Fangsong"/>
                            </a:rPr>
                          </m:ctrlPr>
                        </m:naryPr>
                        <m:sub>
                          <m:r>
                            <a:rPr lang="en-US" sz="3200" dirty="0">
                              <a:uFillTx/>
                              <a:latin typeface="Times New Roman" panose="02020603050405020304" pitchFamily="18" charset="0"/>
                              <a:ea typeface="宋体" panose="02010600030101010101" pitchFamily="2" charset="-122"/>
                              <a:cs typeface="Songti SC"/>
                              <a:sym typeface="Zhuque Fangsong"/>
                            </a:rPr>
                            <m:t>i</m:t>
                          </m:r>
                          <m:r>
                            <a:rPr lang="en-US" sz="3200" dirty="0">
                              <a:uFillTx/>
                              <a:latin typeface="Times New Roman" panose="02020603050405020304" pitchFamily="18" charset="0"/>
                              <a:ea typeface="宋体" panose="02010600030101010101" pitchFamily="2" charset="-122"/>
                              <a:cs typeface="Songti SC"/>
                              <a:sym typeface="Zhuque Fangsong"/>
                            </a:rPr>
                            <m:t>+</m:t>
                          </m:r>
                          <m:r>
                            <a:rPr lang="en-US" sz="3200" dirty="0">
                              <a:uFillTx/>
                              <a:latin typeface="Times New Roman" panose="02020603050405020304" pitchFamily="18" charset="0"/>
                              <a:ea typeface="宋体" panose="02010600030101010101" pitchFamily="2" charset="-122"/>
                              <a:cs typeface="Songti SC"/>
                              <a:sym typeface="Zhuque Fangsong"/>
                            </a:rPr>
                            <m:t>j</m:t>
                          </m:r>
                          <m:r>
                            <a:rPr lang="en-US" sz="3200" dirty="0">
                              <a:uFillTx/>
                              <a:latin typeface="Times New Roman" panose="02020603050405020304" pitchFamily="18" charset="0"/>
                              <a:ea typeface="宋体" panose="02010600030101010101" pitchFamily="2" charset="-122"/>
                              <a:cs typeface="Songti SC"/>
                              <a:sym typeface="Zhuque Fangsong"/>
                            </a:rPr>
                            <m:t>−</m:t>
                          </m:r>
                          <m:r>
                            <a:rPr lang="en-US" sz="3200" dirty="0">
                              <a:uFillTx/>
                              <a:latin typeface="Times New Roman" panose="02020603050405020304" pitchFamily="18" charset="0"/>
                              <a:ea typeface="宋体" panose="02010600030101010101" pitchFamily="2" charset="-122"/>
                              <a:cs typeface="Songti SC"/>
                              <a:sym typeface="Zhuque Fangsong"/>
                            </a:rPr>
                            <m:t>k</m:t>
                          </m:r>
                          <m:r>
                            <a:rPr lang="en-US" sz="3200" dirty="0">
                              <a:uFillTx/>
                              <a:latin typeface="Times New Roman" panose="02020603050405020304" pitchFamily="18" charset="0"/>
                              <a:ea typeface="宋体" panose="02010600030101010101" pitchFamily="2" charset="-122"/>
                              <a:cs typeface="Songti SC"/>
                              <a:sym typeface="Zhuque Fangsong"/>
                            </a:rPr>
                            <m:t>（</m:t>
                          </m:r>
                          <m:r>
                            <a:rPr lang="en-US" sz="3200" dirty="0">
                              <a:uFillTx/>
                              <a:latin typeface="Times New Roman" panose="02020603050405020304" pitchFamily="18" charset="0"/>
                              <a:ea typeface="宋体" panose="02010600030101010101" pitchFamily="2" charset="-122"/>
                              <a:cs typeface="Songti SC"/>
                              <a:sym typeface="Zhuque Fangsong"/>
                            </a:rPr>
                            <m:t>m</m:t>
                          </m:r>
                          <m:r>
                            <a:rPr lang="en-US" sz="3200" dirty="0">
                              <a:uFillTx/>
                              <a:latin typeface="Times New Roman" panose="02020603050405020304" pitchFamily="18" charset="0"/>
                              <a:ea typeface="宋体" panose="02010600030101010101" pitchFamily="2" charset="-122"/>
                              <a:cs typeface="Songti SC"/>
                              <a:sym typeface="Zhuque Fangsong"/>
                            </a:rPr>
                            <m:t>od</m:t>
                          </m:r>
                          <m:r>
                            <a:rPr lang="en-US" sz="3200" dirty="0">
                              <a:uFillTx/>
                              <a:latin typeface="Times New Roman" panose="02020603050405020304" pitchFamily="18" charset="0"/>
                              <a:ea typeface="宋体" panose="02010600030101010101" pitchFamily="2" charset="-122"/>
                              <a:cs typeface="Songti SC"/>
                              <a:sym typeface="Zhuque Fangsong"/>
                            </a:rPr>
                            <m:t>N</m:t>
                          </m:r>
                          <m:r>
                            <a:rPr lang="en-US" sz="3200" dirty="0">
                              <a:uFillTx/>
                              <a:latin typeface="Times New Roman" panose="02020603050405020304" pitchFamily="18" charset="0"/>
                              <a:ea typeface="宋体" panose="02010600030101010101" pitchFamily="2" charset="-122"/>
                              <a:cs typeface="Songti SC"/>
                              <a:sym typeface="Zhuque Fangsong"/>
                            </a:rPr>
                            <m:t>）</m:t>
                          </m:r>
                        </m:sub>
                        <m:sup/>
                        <m:e>
                          <m:sSub>
                            <m:sSubPr>
                              <m:ctrlPr>
                                <a:rPr lang="en-US" sz="3200" dirty="0">
                                  <a:uFillTx/>
                                  <a:latin typeface="Times New Roman" panose="02020603050405020304" pitchFamily="18" charset="0"/>
                                  <a:ea typeface="宋体" panose="02010600030101010101" pitchFamily="2" charset="-122"/>
                                  <a:cs typeface="Songti SC"/>
                                  <a:sym typeface="Zhuque Fangsong"/>
                                </a:rPr>
                              </m:ctrlPr>
                            </m:sSubPr>
                            <m:e>
                              <m:r>
                                <a:rPr lang="en-US" sz="3200" dirty="0">
                                  <a:uFillTx/>
                                  <a:latin typeface="Times New Roman" panose="02020603050405020304" pitchFamily="18" charset="0"/>
                                  <a:ea typeface="宋体" panose="02010600030101010101" pitchFamily="2" charset="-122"/>
                                  <a:cs typeface="Songti SC"/>
                                  <a:sym typeface="Zhuque Fangsong"/>
                                </a:rPr>
                                <m:t>a</m:t>
                              </m:r>
                            </m:e>
                            <m:sub>
                              <m:r>
                                <a:rPr lang="en-US" sz="3200" dirty="0">
                                  <a:uFillTx/>
                                  <a:latin typeface="Times New Roman" panose="02020603050405020304" pitchFamily="18" charset="0"/>
                                  <a:ea typeface="宋体" panose="02010600030101010101" pitchFamily="2" charset="-122"/>
                                  <a:cs typeface="Songti SC"/>
                                  <a:sym typeface="Zhuque Fangsong"/>
                                </a:rPr>
                                <m:t>i</m:t>
                              </m:r>
                            </m:sub>
                          </m:sSub>
                          <m:sSub>
                            <m:sSubPr>
                              <m:ctrlPr>
                                <a:rPr lang="en-US" sz="3200" dirty="0">
                                  <a:uFillTx/>
                                  <a:latin typeface="Times New Roman" panose="02020603050405020304" pitchFamily="18" charset="0"/>
                                  <a:ea typeface="宋体" panose="02010600030101010101" pitchFamily="2" charset="-122"/>
                                  <a:cs typeface="Songti SC"/>
                                  <a:sym typeface="Zhuque Fangsong"/>
                                </a:rPr>
                              </m:ctrlPr>
                            </m:sSubPr>
                            <m:e>
                              <m:r>
                                <a:rPr lang="en-US" sz="3200" dirty="0">
                                  <a:uFillTx/>
                                  <a:latin typeface="Times New Roman" panose="02020603050405020304" pitchFamily="18" charset="0"/>
                                  <a:ea typeface="宋体" panose="02010600030101010101" pitchFamily="2" charset="-122"/>
                                  <a:cs typeface="Songti SC"/>
                                  <a:sym typeface="Zhuque Fangsong"/>
                                </a:rPr>
                                <m:t>b</m:t>
                              </m:r>
                            </m:e>
                            <m:sub>
                              <m:r>
                                <a:rPr lang="en-US" sz="3200" dirty="0">
                                  <a:uFillTx/>
                                  <a:latin typeface="Times New Roman" panose="02020603050405020304" pitchFamily="18" charset="0"/>
                                  <a:ea typeface="宋体" panose="02010600030101010101" pitchFamily="2" charset="-122"/>
                                  <a:cs typeface="Songti SC"/>
                                  <a:sym typeface="Zhuque Fangsong"/>
                                </a:rPr>
                                <m:t>j</m:t>
                              </m:r>
                            </m:sub>
                          </m:sSub>
                        </m:e>
                      </m:nary>
                      <m:sSup>
                        <m:sSupPr>
                          <m:ctrlPr>
                            <a:rPr lang="en-US" sz="3200" dirty="0">
                              <a:uFillTx/>
                              <a:latin typeface="Times New Roman" panose="02020603050405020304" pitchFamily="18" charset="0"/>
                              <a:ea typeface="宋体" panose="02010600030101010101" pitchFamily="2" charset="-122"/>
                              <a:cs typeface="Songti SC"/>
                              <a:sym typeface="Zhuque Fangsong"/>
                            </a:rPr>
                          </m:ctrlPr>
                        </m:sSupPr>
                        <m:e>
                          <m:r>
                            <a:rPr lang="en-US" sz="3200" dirty="0">
                              <a:uFillTx/>
                              <a:latin typeface="Times New Roman" panose="02020603050405020304" pitchFamily="18" charset="0"/>
                              <a:ea typeface="宋体" panose="02010600030101010101" pitchFamily="2" charset="-122"/>
                              <a:cs typeface="Songti SC"/>
                              <a:sym typeface="Zhuque Fangsong"/>
                            </a:rPr>
                            <m:t>X</m:t>
                          </m:r>
                        </m:e>
                        <m:sup>
                          <m:r>
                            <a:rPr lang="en-US" sz="3200" dirty="0">
                              <a:uFillTx/>
                              <a:latin typeface="Times New Roman" panose="02020603050405020304" pitchFamily="18" charset="0"/>
                              <a:ea typeface="宋体" panose="02010600030101010101" pitchFamily="2" charset="-122"/>
                              <a:cs typeface="Songti SC"/>
                              <a:sym typeface="Zhuque Fangsong"/>
                            </a:rPr>
                            <m:t>k</m:t>
                          </m:r>
                        </m:sup>
                      </m:sSup>
                      <m:r>
                        <a:rPr lang="en-US" sz="3200" dirty="0">
                          <a:uFillTx/>
                          <a:latin typeface="Times New Roman" panose="02020603050405020304" pitchFamily="18" charset="0"/>
                          <a:ea typeface="宋体" panose="02010600030101010101" pitchFamily="2" charset="-122"/>
                          <a:cs typeface="Songti SC"/>
                          <a:sym typeface="Zhuque Fangsong"/>
                        </a:rPr>
                        <m:t>,</m:t>
                      </m:r>
                      <m:r>
                        <a:rPr lang="en-US" sz="3200" dirty="0">
                          <a:uFillTx/>
                          <a:latin typeface="Times New Roman" panose="02020603050405020304" pitchFamily="18" charset="0"/>
                          <a:ea typeface="宋体" panose="02010600030101010101" pitchFamily="2" charset="-122"/>
                          <a:cs typeface="Songti SC"/>
                          <a:sym typeface="Zhuque Fangsong"/>
                        </a:rPr>
                        <m:t>𝑘</m:t>
                      </m:r>
                      <m:r>
                        <a:rPr lang="en-US" sz="3200" dirty="0">
                          <a:uFillTx/>
                          <a:latin typeface="Times New Roman" panose="02020603050405020304" pitchFamily="18" charset="0"/>
                          <a:ea typeface="宋体" panose="02010600030101010101" pitchFamily="2" charset="-122"/>
                          <a:cs typeface="Songti SC"/>
                          <a:sym typeface="Zhuque Fangsong"/>
                        </a:rPr>
                        <m:t>=</m:t>
                      </m:r>
                      <m:r>
                        <a:rPr lang="en-US" sz="3200" dirty="0">
                          <a:uFillTx/>
                          <a:latin typeface="Times New Roman" panose="02020603050405020304" pitchFamily="18" charset="0"/>
                          <a:ea typeface="宋体" panose="02010600030101010101" pitchFamily="2" charset="-122"/>
                          <a:cs typeface="Songti SC"/>
                          <a:sym typeface="Zhuque Fangsong"/>
                        </a:rPr>
                        <m:t>0</m:t>
                      </m:r>
                      <m:r>
                        <a:rPr lang="en-US" sz="3200" dirty="0">
                          <a:uFillTx/>
                          <a:latin typeface="Times New Roman" panose="02020603050405020304" pitchFamily="18" charset="0"/>
                          <a:ea typeface="宋体" panose="02010600030101010101" pitchFamily="2" charset="-122"/>
                          <a:cs typeface="Songti SC"/>
                          <a:sym typeface="Zhuque Fangsong"/>
                        </a:rPr>
                        <m:t>,</m:t>
                      </m:r>
                      <m:r>
                        <a:rPr lang="en-US" sz="3200" dirty="0">
                          <a:uFillTx/>
                          <a:latin typeface="Times New Roman" panose="02020603050405020304" pitchFamily="18" charset="0"/>
                          <a:ea typeface="宋体" panose="02010600030101010101" pitchFamily="2" charset="-122"/>
                          <a:cs typeface="Songti SC"/>
                          <a:sym typeface="Zhuque Fangsong"/>
                        </a:rPr>
                        <m:t>1</m:t>
                      </m:r>
                      <m:r>
                        <a:rPr lang="en-US" sz="3200" dirty="0">
                          <a:uFillTx/>
                          <a:latin typeface="Times New Roman" panose="02020603050405020304" pitchFamily="18" charset="0"/>
                          <a:ea typeface="宋体" panose="02010600030101010101" pitchFamily="2" charset="-122"/>
                          <a:cs typeface="Songti SC"/>
                          <a:sym typeface="Zhuque Fangsong"/>
                        </a:rPr>
                        <m:t>,</m:t>
                      </m:r>
                      <m:r>
                        <a:rPr lang="en-US" sz="3200" dirty="0">
                          <a:uFillTx/>
                          <a:latin typeface="Times New Roman" panose="02020603050405020304" pitchFamily="18" charset="0"/>
                          <a:ea typeface="宋体" panose="02010600030101010101" pitchFamily="2" charset="-122"/>
                          <a:cs typeface="Songti SC"/>
                          <a:sym typeface="Zhuque Fangsong"/>
                        </a:rPr>
                        <m:t>2</m:t>
                      </m:r>
                      <m:r>
                        <a:rPr lang="en-US" sz="3200" dirty="0">
                          <a:uFillTx/>
                          <a:latin typeface="Times New Roman" panose="02020603050405020304" pitchFamily="18" charset="0"/>
                          <a:ea typeface="宋体" panose="02010600030101010101" pitchFamily="2" charset="-122"/>
                          <a:cs typeface="Songti SC"/>
                          <a:sym typeface="Zhuque Fangsong"/>
                        </a:rPr>
                        <m:t>,…,</m:t>
                      </m:r>
                      <m:r>
                        <a:rPr lang="en-US" sz="3200" dirty="0">
                          <a:uFillTx/>
                          <a:latin typeface="Times New Roman" panose="02020603050405020304" pitchFamily="18" charset="0"/>
                          <a:ea typeface="宋体" panose="02010600030101010101" pitchFamily="2" charset="-122"/>
                          <a:cs typeface="Songti SC"/>
                          <a:sym typeface="Zhuque Fangsong"/>
                        </a:rPr>
                        <m:t>𝑁</m:t>
                      </m:r>
                      <m:r>
                        <a:rPr lang="en-US" sz="3200" dirty="0">
                          <a:uFillTx/>
                          <a:latin typeface="Times New Roman" panose="02020603050405020304" pitchFamily="18" charset="0"/>
                          <a:ea typeface="宋体" panose="02010600030101010101" pitchFamily="2" charset="-122"/>
                          <a:cs typeface="Songti SC"/>
                          <a:sym typeface="Zhuque Fangsong"/>
                        </a:rPr>
                        <m:t>−</m:t>
                      </m:r>
                      <m:r>
                        <a:rPr lang="en-US" sz="3200" dirty="0">
                          <a:uFillTx/>
                          <a:latin typeface="Times New Roman" panose="02020603050405020304" pitchFamily="18" charset="0"/>
                          <a:ea typeface="宋体" panose="02010600030101010101" pitchFamily="2" charset="-122"/>
                          <a:cs typeface="Songti SC"/>
                          <a:sym typeface="Zhuque Fangsong"/>
                        </a:rPr>
                        <m:t>1</m:t>
                      </m:r>
                    </m:oMath>
                  </m:oMathPara>
                </a14:m>
                <a:endParaRPr lang="en-US" sz="3200" dirty="0">
                  <a:uFillTx/>
                  <a:latin typeface="Times New Roman" panose="02020603050405020304" pitchFamily="18" charset="0"/>
                  <a:ea typeface="宋体" panose="02010600030101010101" pitchFamily="2" charset="-122"/>
                  <a:cs typeface="Songti SC"/>
                  <a:sym typeface="Zhuque Fangsong"/>
                </a:endParaRPr>
              </a:p>
              <a:p>
                <a:pPr lvl="0" indent="914400" algn="just" defTabSz="914400">
                  <a:lnSpc>
                    <a:spcPct val="125000"/>
                  </a:lnSpc>
                  <a:buSzTx/>
                  <a:defRPr/>
                </a:pPr>
                <a:r>
                  <a:rPr lang="en-US" sz="3200" dirty="0">
                    <a:uFillTx/>
                    <a:latin typeface="Times New Roman" panose="02020603050405020304" pitchFamily="18" charset="0"/>
                    <a:ea typeface="宋体" panose="02010600030101010101" pitchFamily="2" charset="-122"/>
                    <a:cs typeface="Songti SC"/>
                    <a:sym typeface="Zhuque Fangsong"/>
                  </a:rPr>
                  <a:t>关于多项式是否存在逆元，可以将多项式系数构造成一个循环的矩阵，然后根据线性代数相关知识，求解矩阵行列式的值，根据行列式是否为</a:t>
                </a:r>
                <a:r>
                  <a:rPr lang="en-US" sz="3200" dirty="0">
                    <a:uFillTx/>
                    <a:latin typeface="Times New Roman" panose="02020603050405020304" pitchFamily="18" charset="0"/>
                    <a:ea typeface="宋体" panose="02010600030101010101" pitchFamily="2" charset="-122"/>
                    <a:cs typeface="Songti SC"/>
                    <a:sym typeface="Zhuque Fangsong"/>
                  </a:rPr>
                  <a:t>0</a:t>
                </a:r>
                <a:r>
                  <a:rPr lang="en-US" sz="3200" dirty="0">
                    <a:uFillTx/>
                    <a:latin typeface="Times New Roman" panose="02020603050405020304" pitchFamily="18" charset="0"/>
                    <a:ea typeface="宋体" panose="02010600030101010101" pitchFamily="2" charset="-122"/>
                    <a:cs typeface="Songti SC"/>
                    <a:sym typeface="Zhuque Fangsong"/>
                  </a:rPr>
                  <a:t>判断多项式的逆是否存在。</a:t>
                </a:r>
                <a:endParaRPr lang="en-US" sz="3200" dirty="0">
                  <a:uFillTx/>
                  <a:latin typeface="Times New Roman" panose="02020603050405020304" pitchFamily="18" charset="0"/>
                  <a:ea typeface="宋体" panose="02010600030101010101" pitchFamily="2" charset="-122"/>
                  <a:cs typeface="Songti SC"/>
                  <a:sym typeface="Zhuque Fangsong"/>
                </a:endParaRPr>
              </a:p>
              <a:p>
                <a:pPr lvl="0" indent="914400" algn="just" defTabSz="914400">
                  <a:lnSpc>
                    <a:spcPct val="125000"/>
                  </a:lnSpc>
                  <a:buSzTx/>
                  <a:defRPr/>
                </a:pPr>
                <a:endParaRPr lang="en-US" sz="3200" dirty="0">
                  <a:uFillTx/>
                  <a:latin typeface="Times New Roman" panose="02020603050405020304" pitchFamily="18" charset="0"/>
                  <a:ea typeface="宋体" panose="02010600030101010101" pitchFamily="2" charset="-122"/>
                  <a:cs typeface="Songti SC"/>
                  <a:sym typeface="Zhuque Fangsong"/>
                </a:endParaRPr>
              </a:p>
            </p:txBody>
          </p:sp>
        </mc:Choice>
        <mc:Fallback>
          <p:sp>
            <p:nvSpPr>
              <p:cNvPr id="8" name="AutoShape 8"/>
              <p:cNvSpPr txBox="1">
                <a:spLocks noRot="1" noChangeAspect="1" noMove="1" noResize="1" noEditPoints="1" noAdjustHandles="1" noChangeArrowheads="1" noChangeShapeType="1" noTextEdit="1"/>
              </p:cNvSpPr>
              <p:nvPr/>
            </p:nvSpPr>
            <p:spPr>
              <a:xfrm>
                <a:off x="1296987" y="1450028"/>
                <a:ext cx="15516746" cy="8425688"/>
              </a:xfrm>
              <a:prstGeom prst="rect">
                <a:avLst/>
              </a:prstGeom>
              <a:blipFill rotWithShape="1">
                <a:blip r:embed="rId3"/>
                <a:stretch>
                  <a:fillRect l="-2" t="-4" r="1" b="2"/>
                </a:stretch>
              </a:blipFill>
              <a:ln w="19050" cap="flat" cmpd="sng">
                <a:noFill/>
                <a:prstDash val="solid"/>
                <a:round/>
              </a:ln>
            </p:spPr>
            <p:txBody>
              <a:bodyPr/>
              <a:lstStyle/>
              <a:p>
                <a:r>
                  <a:rPr lang="zh-CN" altLang="en-US">
                    <a:noFill/>
                  </a:rPr>
                  <a:t> </a:t>
                </a:r>
              </a:p>
            </p:txBody>
          </p:sp>
        </mc:Fallback>
      </mc:AlternateContent>
      <p:sp>
        <p:nvSpPr>
          <p:cNvPr id="9" name="AutoShape 9"/>
          <p:cNvSpPr txBox="1"/>
          <p:nvPr/>
        </p:nvSpPr>
        <p:spPr>
          <a:xfrm>
            <a:off x="15544800" y="9410700"/>
            <a:ext cx="2133600" cy="441325"/>
          </a:xfrm>
          <a:prstGeom prst="rect">
            <a:avLst/>
          </a:prstGeom>
          <a:noFill/>
          <a:ln w="19050" cap="flat" cmpd="sng">
            <a:noFill/>
            <a:prstDash val="solid"/>
            <a:round/>
          </a:ln>
        </p:spPr>
        <p:txBody>
          <a:bodyPr vert="horz" wrap="square" lIns="91440" tIns="45720" rIns="91440" bIns="45720" rtlCol="0" anchor="ctr" anchorCtr="0"/>
          <a:lstStyle/>
          <a:p>
            <a:pPr marL="0" indent="0" algn="r" defTabSz="914400">
              <a:lnSpc>
                <a:spcPct val="100000"/>
              </a:lnSpc>
              <a:defRPr/>
            </a:pPr>
            <a:fld id="{894CF6B4-623E-4209-BB19-C40AB28D13DB}" type="slidenum">
              <a:rPr sz="1400" b="0" i="0" u="none" strike="noStrike">
                <a:solidFill>
                  <a:srgbClr val="FFC000"/>
                </a:solidFill>
                <a:latin typeface="Calibri" panose="020F0502020204030204"/>
                <a:ea typeface="Calibri" panose="020F0502020204030204"/>
                <a:cs typeface="Calibri" panose="020F0502020204030204"/>
                <a:sym typeface="Calibri" panose="020F0502020204030204"/>
              </a:rPr>
            </a:fld>
            <a:endParaRPr lang="en-US" sz="1100"/>
          </a:p>
        </p:txBody>
      </p:sp>
      <p:sp>
        <p:nvSpPr>
          <p:cNvPr id="10" name="AutoShape 35"/>
          <p:cNvSpPr txBox="1"/>
          <p:nvPr/>
        </p:nvSpPr>
        <p:spPr>
          <a:xfrm>
            <a:off x="13694774" y="709652"/>
            <a:ext cx="3700052" cy="369332"/>
          </a:xfrm>
          <a:prstGeom prst="rect">
            <a:avLst/>
          </a:prstGeom>
          <a:noFill/>
          <a:ln w="19050" cap="flat" cmpd="sng">
            <a:noFill/>
            <a:prstDash val="solid"/>
            <a:round/>
          </a:ln>
        </p:spPr>
        <p:txBody>
          <a:bodyPr vert="horz" wrap="none" lIns="91440" tIns="45720" rIns="91440" bIns="45720" rtlCol="0" anchor="t" anchorCtr="0"/>
          <a:lstStyle/>
          <a:p>
            <a:pPr>
              <a:defRPr/>
            </a:pPr>
            <a:r>
              <a:rPr lang="zh-CN" altLang="zh-CN" sz="18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仿宋" panose="02010609060101010101" pitchFamily="49" charset="-122"/>
                <a:ea typeface="仿宋" panose="02010609060101010101" pitchFamily="49" charset="-122"/>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密码学</a:t>
            </a:r>
            <a:r>
              <a:rPr lang="en-US" sz="1800" b="1" i="0" u="none" strike="noStrike" dirty="0">
                <a:solidFill>
                  <a:srgbClr val="1F497D"/>
                </a:solidFill>
                <a:latin typeface="仿宋" panose="02010609060101010101" pitchFamily="49" charset="-122"/>
                <a:ea typeface="仿宋" panose="02010609060101010101" pitchFamily="49" charset="-122"/>
                <a:cs typeface="Zhuque Fangsong"/>
                <a:sym typeface="Zhuque Fangsong"/>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基础理论与应用</a:t>
            </a:r>
            <a:endParaRPr lang="en-US" sz="1100" dirty="0">
              <a:latin typeface="仿宋" panose="02010609060101010101" pitchFamily="49" charset="-122"/>
              <a:ea typeface="仿宋" panose="02010609060101010101" pitchFamily="49" charset="-122"/>
            </a:endParaRPr>
          </a:p>
        </p:txBody>
      </p:sp>
      <p:sp>
        <p:nvSpPr>
          <p:cNvPr id="11" name="TextBox 30"/>
          <p:cNvSpPr txBox="1"/>
          <p:nvPr/>
        </p:nvSpPr>
        <p:spPr>
          <a:xfrm>
            <a:off x="3176174" y="472935"/>
            <a:ext cx="9458717" cy="717550"/>
          </a:xfrm>
          <a:prstGeom prst="rect">
            <a:avLst/>
          </a:prstGeom>
        </p:spPr>
        <p:txBody>
          <a:bodyPr lIns="0" tIns="0" rIns="0" bIns="0" rtlCol="0" anchor="t">
            <a:spAutoFit/>
          </a:bodyPr>
          <a:lstStyle/>
          <a:p>
            <a:pPr algn="l">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Times New Roman" panose="02020603050405020304" pitchFamily="18" charset="0"/>
                <a:sym typeface="字由文艺黑" panose="00020600040101010101" charset="-122"/>
              </a:rPr>
              <a:t>NTRU</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Times New Roman" panose="02020603050405020304" pitchFamily="18" charset="0"/>
                <a:sym typeface="字由文艺黑" panose="00020600040101010101" charset="-122"/>
              </a:rPr>
              <a:t>加密算法</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3" name="TextBox 31"/>
          <p:cNvSpPr txBox="1"/>
          <p:nvPr/>
        </p:nvSpPr>
        <p:spPr>
          <a:xfrm>
            <a:off x="1296670" y="411480"/>
            <a:ext cx="1936115" cy="842645"/>
          </a:xfrm>
          <a:prstGeom prst="rect">
            <a:avLst/>
          </a:prstGeom>
        </p:spPr>
        <p:txBody>
          <a:bodyPr wrap="square" lIns="0" tIns="0" rIns="0" bIns="0" rtlCol="0" anchor="t">
            <a:spAutoFit/>
          </a:bodyPr>
          <a:lstStyle/>
          <a:p>
            <a:pPr lvl="0" algn="ctr">
              <a:lnSpc>
                <a:spcPts val="6575"/>
              </a:lnSpc>
              <a:buSzTx/>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Times New Roman" panose="02020603050405020304" pitchFamily="18" charset="0"/>
                <a:sym typeface="字由文艺黑" panose="00020600040101010101" charset="-122"/>
              </a:rPr>
              <a:t>10.3.1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Times New Roman" panose="02020603050405020304" pitchFamily="18" charset="0"/>
              <a:sym typeface="字由文艺黑" panose="00020600040101010101"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412090" y="1028700"/>
            <a:ext cx="7800783" cy="275915"/>
          </a:xfrm>
          <a:custGeom>
            <a:avLst/>
            <a:gdLst/>
            <a:ahLst/>
            <a:cxnLst/>
            <a:rect l="l" t="t" r="r" b="b"/>
            <a:pathLst>
              <a:path w="7800783" h="275915">
                <a:moveTo>
                  <a:pt x="137960" y="0"/>
                </a:moveTo>
                <a:lnTo>
                  <a:pt x="7662827" y="0"/>
                </a:lnTo>
                <a:cubicBezTo>
                  <a:pt x="7699414" y="0"/>
                  <a:pt x="7734504" y="14534"/>
                  <a:pt x="7760377" y="40406"/>
                </a:cubicBezTo>
                <a:cubicBezTo>
                  <a:pt x="7786248" y="66279"/>
                  <a:pt x="7800783" y="101369"/>
                  <a:pt x="7800783" y="137959"/>
                </a:cubicBezTo>
                <a:lnTo>
                  <a:pt x="7800783" y="137959"/>
                </a:lnTo>
                <a:cubicBezTo>
                  <a:pt x="7800783" y="174546"/>
                  <a:pt x="7786248" y="209636"/>
                  <a:pt x="7760377" y="235509"/>
                </a:cubicBezTo>
                <a:cubicBezTo>
                  <a:pt x="7734504" y="261380"/>
                  <a:pt x="7699414" y="275915"/>
                  <a:pt x="7662827" y="275915"/>
                </a:cubicBezTo>
                <a:lnTo>
                  <a:pt x="137960" y="275915"/>
                </a:lnTo>
                <a:cubicBezTo>
                  <a:pt x="101369" y="275915"/>
                  <a:pt x="66279" y="261380"/>
                  <a:pt x="40406" y="235509"/>
                </a:cubicBezTo>
                <a:cubicBezTo>
                  <a:pt x="14534" y="209636"/>
                  <a:pt x="0" y="174546"/>
                  <a:pt x="0" y="137959"/>
                </a:cubicBezTo>
                <a:lnTo>
                  <a:pt x="0" y="137959"/>
                </a:lnTo>
                <a:cubicBezTo>
                  <a:pt x="0" y="101369"/>
                  <a:pt x="14534" y="66279"/>
                  <a:pt x="40406" y="40406"/>
                </a:cubicBezTo>
                <a:cubicBezTo>
                  <a:pt x="66279" y="14534"/>
                  <a:pt x="101369" y="0"/>
                  <a:pt x="137960" y="0"/>
                </a:cubicBezTo>
                <a:close/>
              </a:path>
            </a:pathLst>
          </a:custGeom>
          <a:gradFill rotWithShape="1">
            <a:gsLst>
              <a:gs pos="0">
                <a:srgbClr val="DDEEFF">
                  <a:alpha val="100000"/>
                </a:srgbClr>
              </a:gs>
              <a:gs pos="100000">
                <a:srgbClr val="FFFFFF">
                  <a:alpha val="0"/>
                </a:srgbClr>
              </a:gs>
            </a:gsLst>
            <a:lin ang="0"/>
          </a:gradFill>
          <a:ln w="25400" cap="flat" cmpd="sng">
            <a:noFill/>
            <a:prstDash val="solid"/>
            <a:round/>
          </a:ln>
        </p:spPr>
        <p:txBody>
          <a:bodyPr vert="horz" wrap="square" lIns="91440" tIns="45720" rIns="91440" bIns="45720" rtlCol="0" anchor="t" anchorCtr="0"/>
          <a:lstStyle/>
          <a:p>
            <a:pPr algn="l">
              <a:defRPr/>
            </a:pPr>
          </a:p>
        </p:txBody>
      </p:sp>
      <p:pic>
        <p:nvPicPr>
          <p:cNvPr id="5" name="Picture 5"/>
          <p:cNvPicPr>
            <a:picLocks noChangeAspect="1"/>
          </p:cNvPicPr>
          <p:nvPr/>
        </p:nvPicPr>
        <p:blipFill>
          <a:blip r:embed="rId1">
            <a:alphaModFix amt="80000"/>
          </a:blip>
          <a:srcRect/>
          <a:stretch>
            <a:fillRect/>
          </a:stretch>
        </p:blipFill>
        <p:spPr>
          <a:xfrm>
            <a:off x="762000" y="494030"/>
            <a:ext cx="1069975" cy="656590"/>
          </a:xfrm>
          <a:prstGeom prst="rect">
            <a:avLst/>
          </a:prstGeom>
          <a:noFill/>
          <a:ln w="25400" cap="flat" cmpd="sng">
            <a:noFill/>
            <a:prstDash val="solid"/>
            <a:round/>
          </a:ln>
          <a:effectLst>
            <a:outerShdw blurRad="50800" dist="38100" dir="2700000" algn="tl">
              <a:srgbClr val="000000">
                <a:alpha val="40000"/>
              </a:srgbClr>
            </a:outerShdw>
            <a:reflection blurRad="6350" stA="50000" endA="300" endPos="55000" dir="5400000" sy="-100000" algn="bl" rotWithShape="0"/>
          </a:effectLst>
        </p:spPr>
      </p:pic>
      <p:pic>
        <p:nvPicPr>
          <p:cNvPr id="7" name="Picture 7"/>
          <p:cNvPicPr>
            <a:picLocks noChangeAspect="1"/>
          </p:cNvPicPr>
          <p:nvPr/>
        </p:nvPicPr>
        <p:blipFill>
          <a:blip r:embed="rId2"/>
          <a:srcRect/>
          <a:stretch>
            <a:fillRect/>
          </a:stretch>
        </p:blipFill>
        <p:spPr>
          <a:xfrm>
            <a:off x="13772537" y="1102753"/>
            <a:ext cx="2771429" cy="47619"/>
          </a:xfrm>
          <a:prstGeom prst="rect">
            <a:avLst/>
          </a:prstGeom>
          <a:noFill/>
          <a:ln w="25400" cap="flat" cmpd="sng">
            <a:noFill/>
            <a:prstDash val="solid"/>
            <a:round/>
          </a:ln>
        </p:spPr>
      </p:pic>
      <mc:AlternateContent xmlns:mc="http://schemas.openxmlformats.org/markup-compatibility/2006">
        <mc:Choice xmlns:a14="http://schemas.microsoft.com/office/drawing/2010/main" Requires="a14">
          <p:sp>
            <p:nvSpPr>
              <p:cNvPr id="8" name="AutoShape 8"/>
              <p:cNvSpPr txBox="1"/>
              <p:nvPr/>
            </p:nvSpPr>
            <p:spPr>
              <a:xfrm>
                <a:off x="1264478" y="2199247"/>
                <a:ext cx="15759043" cy="6985000"/>
              </a:xfrm>
              <a:prstGeom prst="rect">
                <a:avLst/>
              </a:prstGeom>
              <a:noFill/>
              <a:ln w="19050" cap="flat" cmpd="sng">
                <a:noFill/>
                <a:prstDash val="solid"/>
                <a:round/>
              </a:ln>
            </p:spPr>
            <p:txBody>
              <a:bodyPr vert="horz" wrap="square" lIns="0" tIns="0" rIns="0" bIns="0" rtlCol="0" anchor="t" anchorCtr="0">
                <a:noAutofit/>
              </a:bodyPr>
              <a:lstStyle/>
              <a:p>
                <a:pPr lvl="0" indent="914400" algn="just" defTabSz="914400">
                  <a:lnSpc>
                    <a:spcPct val="125000"/>
                  </a:lnSpc>
                  <a:buSzTx/>
                  <a:defRPr/>
                </a:pPr>
                <a:r>
                  <a:rPr lang="en-US" sz="3200" b="1" dirty="0">
                    <a:uFillTx/>
                    <a:latin typeface="Times New Roman" panose="02020603050405020304" pitchFamily="18" charset="0"/>
                    <a:ea typeface="宋体" panose="02010600030101010101" pitchFamily="2" charset="-122"/>
                    <a:cs typeface="Songti SC"/>
                    <a:sym typeface="Zhuque Fangsong"/>
                  </a:rPr>
                  <a:t>加密过程：</a:t>
                </a:r>
                <a:endParaRPr lang="en-US" sz="3200" b="1" dirty="0">
                  <a:uFillTx/>
                  <a:latin typeface="Times New Roman" panose="02020603050405020304" pitchFamily="18" charset="0"/>
                  <a:ea typeface="宋体" panose="02010600030101010101" pitchFamily="2" charset="-122"/>
                  <a:cs typeface="Songti SC"/>
                  <a:sym typeface="+mn-ea"/>
                </a:endParaRPr>
              </a:p>
              <a:p>
                <a:pPr lvl="0" indent="914400" algn="just" defTabSz="914400">
                  <a:lnSpc>
                    <a:spcPct val="125000"/>
                  </a:lnSpc>
                  <a:buSzTx/>
                  <a:defRPr/>
                </a:pPr>
                <a:r>
                  <a:rPr lang="en-US" sz="3200" dirty="0">
                    <a:uFillTx/>
                    <a:latin typeface="Times New Roman" panose="02020603050405020304" pitchFamily="18" charset="0"/>
                    <a:ea typeface="宋体" panose="02010600030101010101" pitchFamily="2" charset="-122"/>
                    <a:cs typeface="Songti SC"/>
                    <a:sym typeface="Songti SC"/>
                  </a:rPr>
                  <a:t>明文m</a:t>
                </a:r>
                <a:r>
                  <a:rPr lang="en-US" sz="3200" dirty="0">
                    <a:uFillTx/>
                    <a:latin typeface="Times New Roman" panose="02020603050405020304" pitchFamily="18" charset="0"/>
                    <a:ea typeface="宋体" panose="02010600030101010101" pitchFamily="2" charset="-122"/>
                    <a:cs typeface="Songti SC"/>
                    <a:sym typeface="Songti SC"/>
                  </a:rPr>
                  <a:t>编码为对应的多项式</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Songti SC"/>
                      </a:rPr>
                      <m:t>𝑚</m:t>
                    </m:r>
                    <m:d>
                      <m:dPr>
                        <m:ctrlPr>
                          <a:rPr lang="en-US" sz="3200" dirty="0">
                            <a:uFillTx/>
                            <a:latin typeface="Times New Roman" panose="02020603050405020304" pitchFamily="18" charset="0"/>
                            <a:ea typeface="宋体" panose="02010600030101010101" pitchFamily="2" charset="-122"/>
                            <a:cs typeface="Songti SC"/>
                            <a:sym typeface="Songti SC"/>
                          </a:rPr>
                        </m:ctrlPr>
                      </m:dPr>
                      <m:e>
                        <m:r>
                          <a:rPr lang="en-US" sz="3200" dirty="0">
                            <a:uFillTx/>
                            <a:latin typeface="Times New Roman" panose="02020603050405020304" pitchFamily="18" charset="0"/>
                            <a:ea typeface="宋体" panose="02010600030101010101" pitchFamily="2" charset="-122"/>
                            <a:cs typeface="Songti SC"/>
                            <a:sym typeface="Songti SC"/>
                          </a:rPr>
                          <m:t>𝑥</m:t>
                        </m:r>
                      </m:e>
                    </m:d>
                    <m:r>
                      <a:rPr lang="en-US" sz="3200" dirty="0">
                        <a:uFillTx/>
                        <a:latin typeface="Times New Roman" panose="02020603050405020304" pitchFamily="18" charset="0"/>
                        <a:ea typeface="宋体" panose="02010600030101010101" pitchFamily="2" charset="-122"/>
                        <a:cs typeface="Songti SC"/>
                        <a:sym typeface="Songti SC"/>
                      </a:rPr>
                      <m:t>。</m:t>
                    </m:r>
                  </m:oMath>
                </a14:m>
                <a:r>
                  <a:rPr lang="en-US" sz="3200" dirty="0">
                    <a:uFillTx/>
                    <a:latin typeface="Times New Roman" panose="02020603050405020304" pitchFamily="18" charset="0"/>
                    <a:ea typeface="宋体" panose="02010600030101010101" pitchFamily="2" charset="-122"/>
                    <a:cs typeface="Songti SC"/>
                    <a:sym typeface="Songti SC"/>
                  </a:rPr>
                  <a:t>加密者选择一个小的随机多项式</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Songti SC"/>
                      </a:rPr>
                      <m:t>𝑟</m:t>
                    </m:r>
                  </m:oMath>
                </a14:m>
                <a:r>
                  <a:rPr lang="en-US" sz="3200" dirty="0">
                    <a:uFillTx/>
                    <a:latin typeface="Times New Roman" panose="02020603050405020304" pitchFamily="18" charset="0"/>
                    <a:ea typeface="宋体" panose="02010600030101010101" pitchFamily="2" charset="-122"/>
                    <a:cs typeface="Songti SC"/>
                    <a:sym typeface="Songti SC"/>
                  </a:rPr>
                  <a:t>，</a:t>
                </a:r>
                <a:r>
                  <a:rPr lang="en-US" sz="3200" dirty="0">
                    <a:uFillTx/>
                    <a:latin typeface="Times New Roman" panose="02020603050405020304" pitchFamily="18" charset="0"/>
                    <a:ea typeface="宋体" panose="02010600030101010101" pitchFamily="2" charset="-122"/>
                    <a:cs typeface="Songti SC"/>
                    <a:sym typeface="Songti SC"/>
                  </a:rPr>
                  <a:t>计算密文</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Songti SC"/>
                      </a:rPr>
                      <m:t>𝑐</m:t>
                    </m:r>
                  </m:oMath>
                </a14:m>
                <a:r>
                  <a:rPr lang="en-US" sz="3200" dirty="0">
                    <a:uFillTx/>
                    <a:latin typeface="Times New Roman" panose="02020603050405020304" pitchFamily="18" charset="0"/>
                    <a:ea typeface="宋体" panose="02010600030101010101" pitchFamily="2" charset="-122"/>
                    <a:cs typeface="Songti SC"/>
                    <a:sym typeface="Songti SC"/>
                  </a:rPr>
                  <a:t>=[</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Songti SC"/>
                      </a:rPr>
                      <m:t>𝑝𝑟</m:t>
                    </m:r>
                    <m:r>
                      <a:rPr lang="en-US" sz="3200" dirty="0">
                        <a:uFillTx/>
                        <a:latin typeface="Times New Roman" panose="02020603050405020304" pitchFamily="18" charset="0"/>
                        <a:ea typeface="宋体" panose="02010600030101010101" pitchFamily="2" charset="-122"/>
                        <a:cs typeface="Songti SC"/>
                        <a:sym typeface="Zhuque Fangsong"/>
                      </a:rPr>
                      <m:t>⊗</m:t>
                    </m:r>
                    <m:r>
                      <a:rPr lang="en-US" sz="3200" dirty="0">
                        <a:uFillTx/>
                        <a:latin typeface="Times New Roman" panose="02020603050405020304" pitchFamily="18" charset="0"/>
                        <a:ea typeface="宋体" panose="02010600030101010101" pitchFamily="2" charset="-122"/>
                        <a:cs typeface="Songti SC"/>
                        <a:sym typeface="Songti SC"/>
                      </a:rPr>
                      <m:t>ℎ</m:t>
                    </m:r>
                  </m:oMath>
                </a14:m>
                <a:r>
                  <a:rPr lang="en-US" sz="3200" dirty="0">
                    <a:uFillTx/>
                    <a:latin typeface="Times New Roman" panose="02020603050405020304" pitchFamily="18" charset="0"/>
                    <a:ea typeface="宋体" panose="02010600030101010101" pitchFamily="2" charset="-122"/>
                    <a:cs typeface="Songti SC"/>
                    <a:sym typeface="Songti SC"/>
                  </a:rPr>
                  <a:t>+</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Songti SC"/>
                      </a:rPr>
                      <m:t>𝑚</m:t>
                    </m:r>
                    <m:r>
                      <a:rPr lang="en-US" sz="3200" dirty="0">
                        <a:uFillTx/>
                        <a:latin typeface="Times New Roman" panose="02020603050405020304" pitchFamily="18" charset="0"/>
                        <a:ea typeface="宋体" panose="02010600030101010101" pitchFamily="2" charset="-122"/>
                        <a:cs typeface="Songti SC"/>
                        <a:sym typeface="Songti SC"/>
                      </a:rPr>
                      <m:t>(</m:t>
                    </m:r>
                    <m:r>
                      <a:rPr lang="en-US" sz="3200" dirty="0">
                        <a:uFillTx/>
                        <a:latin typeface="Times New Roman" panose="02020603050405020304" pitchFamily="18" charset="0"/>
                        <a:ea typeface="宋体" panose="02010600030101010101" pitchFamily="2" charset="-122"/>
                        <a:cs typeface="Songti SC"/>
                        <a:sym typeface="Songti SC"/>
                      </a:rPr>
                      <m:t>𝑥</m:t>
                    </m:r>
                    <m:r>
                      <a:rPr lang="en-US" sz="3200" dirty="0">
                        <a:uFillTx/>
                        <a:latin typeface="Times New Roman" panose="02020603050405020304" pitchFamily="18" charset="0"/>
                        <a:ea typeface="宋体" panose="02010600030101010101" pitchFamily="2" charset="-122"/>
                        <a:cs typeface="Songti SC"/>
                        <a:sym typeface="Songti SC"/>
                      </a:rPr>
                      <m:t>)](</m:t>
                    </m:r>
                    <m:r>
                      <a:rPr lang="en-US" sz="3200" dirty="0">
                        <a:uFillTx/>
                        <a:latin typeface="Times New Roman" panose="02020603050405020304" pitchFamily="18" charset="0"/>
                        <a:ea typeface="宋体" panose="02010600030101010101" pitchFamily="2" charset="-122"/>
                        <a:cs typeface="Songti SC"/>
                        <a:sym typeface="Songti SC"/>
                      </a:rPr>
                      <m:t>𝑚𝑜𝑑𝑞</m:t>
                    </m:r>
                    <m:r>
                      <a:rPr lang="en-US" sz="3200" dirty="0">
                        <a:uFillTx/>
                        <a:latin typeface="Times New Roman" panose="02020603050405020304" pitchFamily="18" charset="0"/>
                        <a:ea typeface="宋体" panose="02010600030101010101" pitchFamily="2" charset="-122"/>
                        <a:cs typeface="Songti SC"/>
                        <a:sym typeface="Songti SC"/>
                      </a:rPr>
                      <m:t>)</m:t>
                    </m:r>
                  </m:oMath>
                </a14:m>
                <a:r>
                  <a:rPr lang="en-US" sz="3200" dirty="0">
                    <a:uFillTx/>
                    <a:latin typeface="Times New Roman" panose="02020603050405020304" pitchFamily="18" charset="0"/>
                    <a:ea typeface="宋体" panose="02010600030101010101" pitchFamily="2" charset="-122"/>
                    <a:cs typeface="Songti SC"/>
                    <a:sym typeface="Songti SC"/>
                  </a:rPr>
                  <a:t>。</a:t>
                </a:r>
                <a:endParaRPr lang="en-US" sz="3200" dirty="0">
                  <a:uFillTx/>
                  <a:latin typeface="Times New Roman" panose="02020603050405020304" pitchFamily="18" charset="0"/>
                  <a:ea typeface="宋体" panose="02010600030101010101" pitchFamily="2" charset="-122"/>
                  <a:cs typeface="Songti SC"/>
                  <a:sym typeface="Songti SC"/>
                </a:endParaRPr>
              </a:p>
              <a:p>
                <a:pPr lvl="0" indent="914400" algn="just" defTabSz="914400">
                  <a:lnSpc>
                    <a:spcPct val="125000"/>
                  </a:lnSpc>
                  <a:buSzTx/>
                  <a:defRPr/>
                </a:pPr>
                <a:r>
                  <a:rPr lang="en-US" sz="3200" dirty="0">
                    <a:uFillTx/>
                    <a:latin typeface="Times New Roman" panose="02020603050405020304" pitchFamily="18" charset="0"/>
                    <a:ea typeface="宋体" panose="02010600030101010101" pitchFamily="2" charset="-122"/>
                    <a:cs typeface="Songti SC"/>
                    <a:sym typeface="Zhuque Fangsong"/>
                  </a:rPr>
                  <a:t>解密过程：</a:t>
                </a:r>
                <a:endParaRPr lang="en-US" sz="3200" dirty="0">
                  <a:uFillTx/>
                  <a:latin typeface="Times New Roman" panose="02020603050405020304" pitchFamily="18" charset="0"/>
                  <a:ea typeface="宋体" panose="02010600030101010101" pitchFamily="2" charset="-122"/>
                  <a:cs typeface="Songti SC"/>
                  <a:sym typeface="Zhuque Fangsong"/>
                </a:endParaRPr>
              </a:p>
              <a:p>
                <a:pPr lvl="0" indent="914400" algn="just" defTabSz="914400">
                  <a:lnSpc>
                    <a:spcPct val="125000"/>
                  </a:lnSpc>
                  <a:buSzTx/>
                  <a:defRPr/>
                </a:pPr>
                <a:r>
                  <a:rPr lang="en-US" sz="3200" dirty="0">
                    <a:uFillTx/>
                    <a:latin typeface="Times New Roman" panose="02020603050405020304" pitchFamily="18" charset="0"/>
                    <a:ea typeface="宋体" panose="02010600030101010101" pitchFamily="2" charset="-122"/>
                    <a:cs typeface="Songti SC"/>
                    <a:sym typeface="Songti SC"/>
                  </a:rPr>
                  <a:t>首先解密者得到</a:t>
                </a:r>
                <a:r>
                  <a:rPr lang="en-US" sz="3200" dirty="0">
                    <a:uFillTx/>
                    <a:latin typeface="Times New Roman" panose="02020603050405020304" pitchFamily="18" charset="0"/>
                    <a:ea typeface="宋体" panose="02010600030101010101" pitchFamily="2" charset="-122"/>
                    <a:cs typeface="Songti SC"/>
                    <a:sym typeface="Songti SC"/>
                  </a:rPr>
                  <a:t>密文</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Songti SC"/>
                      </a:rPr>
                      <m:t>𝑐</m:t>
                    </m:r>
                  </m:oMath>
                </a14:m>
                <a:r>
                  <a:rPr lang="en-US" sz="3200" dirty="0">
                    <a:uFillTx/>
                    <a:latin typeface="Times New Roman" panose="02020603050405020304" pitchFamily="18" charset="0"/>
                    <a:ea typeface="宋体" panose="02010600030101010101" pitchFamily="2" charset="-122"/>
                    <a:cs typeface="Songti SC"/>
                    <a:sym typeface="Songti SC"/>
                  </a:rPr>
                  <a:t>=[</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Songti SC"/>
                      </a:rPr>
                      <m:t>𝑝𝑟</m:t>
                    </m:r>
                    <m:r>
                      <a:rPr lang="en-US" sz="3200" dirty="0">
                        <a:uFillTx/>
                        <a:latin typeface="Times New Roman" panose="02020603050405020304" pitchFamily="18" charset="0"/>
                        <a:ea typeface="宋体" panose="02010600030101010101" pitchFamily="2" charset="-122"/>
                        <a:cs typeface="Songti SC"/>
                        <a:sym typeface="Zhuque Fangsong"/>
                      </a:rPr>
                      <m:t>⊗</m:t>
                    </m:r>
                    <m:r>
                      <a:rPr lang="en-US" sz="3200" dirty="0">
                        <a:uFillTx/>
                        <a:latin typeface="Times New Roman" panose="02020603050405020304" pitchFamily="18" charset="0"/>
                        <a:ea typeface="宋体" panose="02010600030101010101" pitchFamily="2" charset="-122"/>
                        <a:cs typeface="Songti SC"/>
                        <a:sym typeface="Songti SC"/>
                      </a:rPr>
                      <m:t>ℎ</m:t>
                    </m:r>
                  </m:oMath>
                </a14:m>
                <a:r>
                  <a:rPr lang="en-US" sz="3200" dirty="0">
                    <a:uFillTx/>
                    <a:latin typeface="Times New Roman" panose="02020603050405020304" pitchFamily="18" charset="0"/>
                    <a:ea typeface="宋体" panose="02010600030101010101" pitchFamily="2" charset="-122"/>
                    <a:cs typeface="Songti SC"/>
                    <a:sym typeface="Songti SC"/>
                  </a:rPr>
                  <a:t>+</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Songti SC"/>
                      </a:rPr>
                      <m:t>𝑚</m:t>
                    </m:r>
                    <m:r>
                      <a:rPr lang="en-US" sz="3200" dirty="0">
                        <a:uFillTx/>
                        <a:latin typeface="Times New Roman" panose="02020603050405020304" pitchFamily="18" charset="0"/>
                        <a:ea typeface="宋体" panose="02010600030101010101" pitchFamily="2" charset="-122"/>
                        <a:cs typeface="Songti SC"/>
                        <a:sym typeface="Songti SC"/>
                      </a:rPr>
                      <m:t>(</m:t>
                    </m:r>
                    <m:r>
                      <a:rPr lang="en-US" sz="3200" dirty="0">
                        <a:uFillTx/>
                        <a:latin typeface="Times New Roman" panose="02020603050405020304" pitchFamily="18" charset="0"/>
                        <a:ea typeface="宋体" panose="02010600030101010101" pitchFamily="2" charset="-122"/>
                        <a:cs typeface="Songti SC"/>
                        <a:sym typeface="Songti SC"/>
                      </a:rPr>
                      <m:t>𝑥</m:t>
                    </m:r>
                    <m:r>
                      <a:rPr lang="en-US" sz="3200" dirty="0">
                        <a:uFillTx/>
                        <a:latin typeface="Times New Roman" panose="02020603050405020304" pitchFamily="18" charset="0"/>
                        <a:ea typeface="宋体" panose="02010600030101010101" pitchFamily="2" charset="-122"/>
                        <a:cs typeface="Songti SC"/>
                        <a:sym typeface="Songti SC"/>
                      </a:rPr>
                      <m:t>)](</m:t>
                    </m:r>
                    <m:r>
                      <a:rPr lang="en-US" sz="3200" dirty="0">
                        <a:uFillTx/>
                        <a:latin typeface="Times New Roman" panose="02020603050405020304" pitchFamily="18" charset="0"/>
                        <a:ea typeface="宋体" panose="02010600030101010101" pitchFamily="2" charset="-122"/>
                        <a:cs typeface="Songti SC"/>
                        <a:sym typeface="Songti SC"/>
                      </a:rPr>
                      <m:t>𝑚𝑜𝑑𝑞</m:t>
                    </m:r>
                    <m:r>
                      <a:rPr lang="en-US" sz="3200" dirty="0">
                        <a:uFillTx/>
                        <a:latin typeface="Times New Roman" panose="02020603050405020304" pitchFamily="18" charset="0"/>
                        <a:ea typeface="宋体" panose="02010600030101010101" pitchFamily="2" charset="-122"/>
                        <a:cs typeface="Songti SC"/>
                        <a:sym typeface="Songti SC"/>
                      </a:rPr>
                      <m:t>)</m:t>
                    </m:r>
                  </m:oMath>
                </a14:m>
                <a:r>
                  <a:rPr lang="en-US" sz="3200" dirty="0">
                    <a:uFillTx/>
                    <a:latin typeface="Times New Roman" panose="02020603050405020304" pitchFamily="18" charset="0"/>
                    <a:ea typeface="宋体" panose="02010600030101010101" pitchFamily="2" charset="-122"/>
                    <a:cs typeface="Songti SC"/>
                    <a:sym typeface="Songti SC"/>
                  </a:rPr>
                  <a:t>。</a:t>
                </a:r>
                <a:endParaRPr lang="en-US" sz="3200" dirty="0">
                  <a:uFillTx/>
                  <a:latin typeface="Times New Roman" panose="02020603050405020304" pitchFamily="18" charset="0"/>
                  <a:ea typeface="宋体" panose="02010600030101010101" pitchFamily="2" charset="-122"/>
                  <a:cs typeface="Songti SC"/>
                  <a:sym typeface="Songti SC"/>
                </a:endParaRPr>
              </a:p>
              <a:p>
                <a:pPr lvl="0" indent="914400" algn="just" defTabSz="914400">
                  <a:lnSpc>
                    <a:spcPct val="125000"/>
                  </a:lnSpc>
                  <a:buSzTx/>
                  <a:defRPr/>
                </a:pPr>
                <a:r>
                  <a:rPr lang="en-US" sz="3200" dirty="0">
                    <a:uFillTx/>
                    <a:latin typeface="Times New Roman" panose="02020603050405020304" pitchFamily="18" charset="0"/>
                    <a:ea typeface="宋体" panose="02010600030101010101" pitchFamily="2" charset="-122"/>
                    <a:cs typeface="Songti SC"/>
                    <a:sym typeface="Songti SC"/>
                  </a:rPr>
                  <a:t>其次，利用私钥</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mn-ea"/>
                      </a:rPr>
                      <m:t>𝑓</m:t>
                    </m:r>
                  </m:oMath>
                </a14:m>
                <a:r>
                  <a:rPr lang="en-US" sz="3200" dirty="0">
                    <a:uFillTx/>
                    <a:latin typeface="Times New Roman" panose="02020603050405020304" pitchFamily="18" charset="0"/>
                    <a:ea typeface="宋体" panose="02010600030101010101" pitchFamily="2" charset="-122"/>
                    <a:cs typeface="Songti SC"/>
                    <a:sym typeface="Songti SC"/>
                  </a:rPr>
                  <a:t>计算</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mn-ea"/>
                      </a:rPr>
                      <m:t>𝑎</m:t>
                    </m:r>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𝑐</m:t>
                    </m:r>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𝑓</m:t>
                    </m:r>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mod</m:t>
                    </m:r>
                    <m:r>
                      <a:rPr lang="en-US" sz="3200" dirty="0">
                        <a:uFillTx/>
                        <a:latin typeface="Times New Roman" panose="02020603050405020304" pitchFamily="18" charset="0"/>
                        <a:ea typeface="宋体" panose="02010600030101010101" pitchFamily="2" charset="-122"/>
                        <a:cs typeface="Songti SC"/>
                        <a:sym typeface="+mn-ea"/>
                      </a:rPr>
                      <m:t>𝑞</m:t>
                    </m:r>
                    <m:r>
                      <a:rPr lang="en-US" sz="3200" dirty="0">
                        <a:uFillTx/>
                        <a:latin typeface="Times New Roman" panose="02020603050405020304" pitchFamily="18" charset="0"/>
                        <a:ea typeface="宋体" panose="02010600030101010101" pitchFamily="2" charset="-122"/>
                        <a:cs typeface="Songti SC"/>
                        <a:sym typeface="+mn-ea"/>
                      </a:rPr>
                      <m:t>），</m:t>
                    </m:r>
                  </m:oMath>
                </a14:m>
                <a:endParaRPr lang="en-US" sz="3200" dirty="0">
                  <a:uFillTx/>
                  <a:latin typeface="Times New Roman" panose="02020603050405020304" pitchFamily="18" charset="0"/>
                  <a:ea typeface="宋体" panose="02010600030101010101" pitchFamily="2" charset="-122"/>
                  <a:cs typeface="Songti SC"/>
                  <a:sym typeface="+mn-ea"/>
                </a:endParaRPr>
              </a:p>
              <a:p>
                <a:pPr lvl="0" indent="914400" algn="just" defTabSz="914400">
                  <a:lnSpc>
                    <a:spcPct val="125000"/>
                  </a:lnSpc>
                  <a:buSzTx/>
                  <a:defRPr/>
                </a:pPr>
                <a:r>
                  <a:rPr lang="en-US" sz="3200" dirty="0">
                    <a:uFillTx/>
                    <a:latin typeface="Times New Roman" panose="02020603050405020304" pitchFamily="18" charset="0"/>
                    <a:ea typeface="宋体" panose="02010600030101010101" pitchFamily="2" charset="-122"/>
                    <a:cs typeface="Songti SC"/>
                    <a:sym typeface="+mn-ea"/>
                  </a:rPr>
                  <a:t>再次</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mn-ea"/>
                      </a:rPr>
                      <m:t>计算</m:t>
                    </m:r>
                    <m:sSup>
                      <m:sSupPr>
                        <m:ctrlPr>
                          <a:rPr lang="en-US" sz="3200" dirty="0">
                            <a:uFillTx/>
                            <a:latin typeface="Times New Roman" panose="02020603050405020304" pitchFamily="18" charset="0"/>
                            <a:ea typeface="宋体" panose="02010600030101010101" pitchFamily="2" charset="-122"/>
                            <a:cs typeface="Songti SC"/>
                            <a:sym typeface="+mn-ea"/>
                          </a:rPr>
                        </m:ctrlPr>
                      </m:sSupPr>
                      <m:e>
                        <m:r>
                          <a:rPr lang="en-US" sz="3200" dirty="0">
                            <a:uFillTx/>
                            <a:latin typeface="Times New Roman" panose="02020603050405020304" pitchFamily="18" charset="0"/>
                            <a:ea typeface="宋体" panose="02010600030101010101" pitchFamily="2" charset="-122"/>
                            <a:cs typeface="Songti SC"/>
                            <a:sym typeface="+mn-ea"/>
                          </a:rPr>
                          <m:t>𝑚</m:t>
                        </m:r>
                      </m:e>
                      <m:sup>
                        <m:r>
                          <a:rPr lang="en-US" sz="3200" dirty="0">
                            <a:uFillTx/>
                            <a:latin typeface="Times New Roman" panose="02020603050405020304" pitchFamily="18" charset="0"/>
                            <a:ea typeface="宋体" panose="02010600030101010101" pitchFamily="2" charset="-122"/>
                            <a:cs typeface="Songti SC"/>
                            <a:sym typeface="+mn-ea"/>
                          </a:rPr>
                          <m:t>′</m:t>
                        </m:r>
                      </m:sup>
                    </m:sSup>
                    <m:d>
                      <m:dPr>
                        <m:ctrlPr>
                          <a:rPr lang="en-US" sz="3200" dirty="0">
                            <a:uFillTx/>
                            <a:latin typeface="Times New Roman" panose="02020603050405020304" pitchFamily="18" charset="0"/>
                            <a:ea typeface="宋体" panose="02010600030101010101" pitchFamily="2" charset="-122"/>
                            <a:cs typeface="Songti SC"/>
                            <a:sym typeface="+mn-ea"/>
                          </a:rPr>
                        </m:ctrlPr>
                      </m:dPr>
                      <m:e>
                        <m:r>
                          <a:rPr lang="en-US" sz="3200" dirty="0">
                            <a:uFillTx/>
                            <a:latin typeface="Times New Roman" panose="02020603050405020304" pitchFamily="18" charset="0"/>
                            <a:ea typeface="宋体" panose="02010600030101010101" pitchFamily="2" charset="-122"/>
                            <a:cs typeface="Songti SC"/>
                            <a:sym typeface="+mn-ea"/>
                          </a:rPr>
                          <m:t>𝑥</m:t>
                        </m:r>
                      </m:e>
                    </m:d>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𝑎</m:t>
                    </m:r>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𝑓</m:t>
                    </m:r>
                  </m:oMath>
                </a14:m>
                <a:r>
                  <a:rPr lang="en-US" sz="3200" dirty="0">
                    <a:uFillTx/>
                    <a:latin typeface="Times New Roman" panose="02020603050405020304" pitchFamily="18" charset="0"/>
                    <a:ea typeface="宋体" panose="02010600030101010101" pitchFamily="2" charset="-122"/>
                    <a:cs typeface="Songti SC"/>
                    <a:sym typeface="+mn-ea"/>
                  </a:rPr>
                  <a:t>,</a:t>
                </a:r>
                <a:r>
                  <a:rPr lang="en-US" sz="3200" dirty="0">
                    <a:uFillTx/>
                    <a:latin typeface="Times New Roman" panose="02020603050405020304" pitchFamily="18" charset="0"/>
                    <a:ea typeface="宋体" panose="02010600030101010101" pitchFamily="2" charset="-122"/>
                    <a:cs typeface="Songti SC"/>
                    <a:sym typeface="+mn-ea"/>
                  </a:rPr>
                  <a:t>最后计算</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mn-ea"/>
                      </a:rPr>
                      <m:t>明文</m:t>
                    </m:r>
                    <m:r>
                      <a:rPr lang="en-US" sz="3200" dirty="0">
                        <a:uFillTx/>
                        <a:latin typeface="Times New Roman" panose="02020603050405020304" pitchFamily="18" charset="0"/>
                        <a:ea typeface="宋体" panose="02010600030101010101" pitchFamily="2" charset="-122"/>
                        <a:cs typeface="Songti SC"/>
                        <a:sym typeface="+mn-ea"/>
                      </a:rPr>
                      <m:t>𝑚</m:t>
                    </m:r>
                    <m:d>
                      <m:dPr>
                        <m:ctrlPr>
                          <a:rPr lang="en-US" sz="3200" dirty="0">
                            <a:uFillTx/>
                            <a:latin typeface="Times New Roman" panose="02020603050405020304" pitchFamily="18" charset="0"/>
                            <a:ea typeface="宋体" panose="02010600030101010101" pitchFamily="2" charset="-122"/>
                            <a:cs typeface="Songti SC"/>
                            <a:sym typeface="+mn-ea"/>
                          </a:rPr>
                        </m:ctrlPr>
                      </m:dPr>
                      <m:e>
                        <m:r>
                          <a:rPr lang="en-US" sz="3200" dirty="0">
                            <a:uFillTx/>
                            <a:latin typeface="Times New Roman" panose="02020603050405020304" pitchFamily="18" charset="0"/>
                            <a:ea typeface="宋体" panose="02010600030101010101" pitchFamily="2" charset="-122"/>
                            <a:cs typeface="Songti SC"/>
                            <a:sym typeface="+mn-ea"/>
                          </a:rPr>
                          <m:t>𝑥</m:t>
                        </m:r>
                      </m:e>
                    </m:d>
                    <m:sSup>
                      <m:sSupPr>
                        <m:ctrlPr>
                          <a:rPr lang="en-US" sz="3200" dirty="0">
                            <a:uFillTx/>
                            <a:latin typeface="Times New Roman" panose="02020603050405020304" pitchFamily="18" charset="0"/>
                            <a:ea typeface="宋体" panose="02010600030101010101" pitchFamily="2" charset="-122"/>
                            <a:cs typeface="Songti SC"/>
                            <a:sym typeface="+mn-ea"/>
                          </a:rPr>
                        </m:ctrlPr>
                      </m:sSupPr>
                      <m:e>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𝑚</m:t>
                        </m:r>
                      </m:e>
                      <m:sup>
                        <m:r>
                          <a:rPr lang="en-US" sz="3200" dirty="0">
                            <a:uFillTx/>
                            <a:latin typeface="Times New Roman" panose="02020603050405020304" pitchFamily="18" charset="0"/>
                            <a:ea typeface="宋体" panose="02010600030101010101" pitchFamily="2" charset="-122"/>
                            <a:cs typeface="Songti SC"/>
                            <a:sym typeface="+mn-ea"/>
                          </a:rPr>
                          <m:t>′</m:t>
                        </m:r>
                      </m:sup>
                    </m:sSup>
                    <m:d>
                      <m:dPr>
                        <m:ctrlPr>
                          <a:rPr lang="en-US" sz="3200" dirty="0">
                            <a:uFillTx/>
                            <a:latin typeface="Times New Roman" panose="02020603050405020304" pitchFamily="18" charset="0"/>
                            <a:ea typeface="宋体" panose="02010600030101010101" pitchFamily="2" charset="-122"/>
                            <a:cs typeface="Songti SC"/>
                            <a:sym typeface="+mn-ea"/>
                          </a:rPr>
                        </m:ctrlPr>
                      </m:dPr>
                      <m:e>
                        <m:r>
                          <a:rPr lang="en-US" sz="3200" dirty="0">
                            <a:uFillTx/>
                            <a:latin typeface="Times New Roman" panose="02020603050405020304" pitchFamily="18" charset="0"/>
                            <a:ea typeface="宋体" panose="02010600030101010101" pitchFamily="2" charset="-122"/>
                            <a:cs typeface="Songti SC"/>
                            <a:sym typeface="+mn-ea"/>
                          </a:rPr>
                          <m:t>𝑥</m:t>
                        </m:r>
                      </m:e>
                    </m:d>
                    <m:d>
                      <m:dPr>
                        <m:begChr m:val="（"/>
                        <m:endChr m:val="）"/>
                        <m:ctrlPr>
                          <a:rPr lang="en-US" sz="3200" dirty="0">
                            <a:uFillTx/>
                            <a:latin typeface="Times New Roman" panose="02020603050405020304" pitchFamily="18" charset="0"/>
                            <a:ea typeface="宋体" panose="02010600030101010101" pitchFamily="2" charset="-122"/>
                            <a:cs typeface="Songti SC"/>
                            <a:sym typeface="+mn-ea"/>
                          </a:rPr>
                        </m:ctrlPr>
                      </m:dPr>
                      <m:e>
                        <m:r>
                          <a:rPr lang="en-US" sz="3200" dirty="0">
                            <a:uFillTx/>
                            <a:latin typeface="Times New Roman" panose="02020603050405020304" pitchFamily="18" charset="0"/>
                            <a:ea typeface="宋体" panose="02010600030101010101" pitchFamily="2" charset="-122"/>
                            <a:cs typeface="Songti SC"/>
                            <a:sym typeface="+mn-ea"/>
                          </a:rPr>
                          <m:t>𝑚𝑜𝑑</m:t>
                        </m:r>
                        <m:r>
                          <a:rPr lang="en-US" sz="3200" dirty="0">
                            <a:uFillTx/>
                            <a:latin typeface="Times New Roman" panose="02020603050405020304" pitchFamily="18" charset="0"/>
                            <a:ea typeface="宋体" panose="02010600030101010101" pitchFamily="2" charset="-122"/>
                            <a:cs typeface="Songti SC"/>
                            <a:sym typeface="+mn-ea"/>
                          </a:rPr>
                          <m:t>𝑝</m:t>
                        </m:r>
                      </m:e>
                    </m:d>
                    <m:r>
                      <a:rPr lang="en-US" sz="3200" dirty="0">
                        <a:uFillTx/>
                        <a:latin typeface="Times New Roman" panose="02020603050405020304" pitchFamily="18" charset="0"/>
                        <a:ea typeface="宋体" panose="02010600030101010101" pitchFamily="2" charset="-122"/>
                        <a:cs typeface="Songti SC"/>
                        <a:sym typeface="+mn-ea"/>
                      </a:rPr>
                      <m:t>。</m:t>
                    </m:r>
                  </m:oMath>
                </a14:m>
                <a:endParaRPr lang="en-US" sz="3200" dirty="0">
                  <a:uFillTx/>
                  <a:latin typeface="Times New Roman" panose="02020603050405020304" pitchFamily="18" charset="0"/>
                  <a:ea typeface="宋体" panose="02010600030101010101" pitchFamily="2" charset="-122"/>
                  <a:cs typeface="Songti SC"/>
                  <a:sym typeface="+mn-ea"/>
                </a:endParaRPr>
              </a:p>
            </p:txBody>
          </p:sp>
        </mc:Choice>
        <mc:Fallback>
          <p:sp>
            <p:nvSpPr>
              <p:cNvPr id="8" name="AutoShape 8"/>
              <p:cNvSpPr txBox="1">
                <a:spLocks noRot="1" noChangeAspect="1" noMove="1" noResize="1" noEditPoints="1" noAdjustHandles="1" noChangeArrowheads="1" noChangeShapeType="1" noTextEdit="1"/>
              </p:cNvSpPr>
              <p:nvPr/>
            </p:nvSpPr>
            <p:spPr>
              <a:xfrm>
                <a:off x="1264478" y="2199247"/>
                <a:ext cx="15759043" cy="6985000"/>
              </a:xfrm>
              <a:prstGeom prst="rect">
                <a:avLst/>
              </a:prstGeom>
              <a:blipFill rotWithShape="1">
                <a:blip r:embed="rId3"/>
                <a:stretch>
                  <a:fillRect l="-1" t="-3" r="3" b="3"/>
                </a:stretch>
              </a:blipFill>
              <a:ln w="19050" cap="flat" cmpd="sng">
                <a:noFill/>
                <a:prstDash val="solid"/>
                <a:round/>
              </a:ln>
            </p:spPr>
            <p:txBody>
              <a:bodyPr/>
              <a:lstStyle/>
              <a:p>
                <a:r>
                  <a:rPr lang="zh-CN" altLang="en-US">
                    <a:noFill/>
                  </a:rPr>
                  <a:t> </a:t>
                </a:r>
              </a:p>
            </p:txBody>
          </p:sp>
        </mc:Fallback>
      </mc:AlternateContent>
      <p:sp>
        <p:nvSpPr>
          <p:cNvPr id="9" name="AutoShape 9"/>
          <p:cNvSpPr txBox="1"/>
          <p:nvPr/>
        </p:nvSpPr>
        <p:spPr>
          <a:xfrm>
            <a:off x="15544800" y="9410700"/>
            <a:ext cx="2133600" cy="441325"/>
          </a:xfrm>
          <a:prstGeom prst="rect">
            <a:avLst/>
          </a:prstGeom>
          <a:noFill/>
          <a:ln w="19050" cap="flat" cmpd="sng">
            <a:noFill/>
            <a:prstDash val="solid"/>
            <a:round/>
          </a:ln>
        </p:spPr>
        <p:txBody>
          <a:bodyPr vert="horz" wrap="square" lIns="91440" tIns="45720" rIns="91440" bIns="45720" rtlCol="0" anchor="ctr" anchorCtr="0"/>
          <a:lstStyle/>
          <a:p>
            <a:pPr marL="0" indent="0" algn="r" defTabSz="914400">
              <a:lnSpc>
                <a:spcPct val="100000"/>
              </a:lnSpc>
              <a:defRPr/>
            </a:pPr>
            <a:fld id="{26642EFC-A529-4524-BEAA-9401960D4426}" type="slidenum">
              <a:rPr sz="1400" b="0" i="0" u="none" strike="noStrike">
                <a:solidFill>
                  <a:srgbClr val="FFC000"/>
                </a:solidFill>
                <a:latin typeface="Calibri" panose="020F0502020204030204"/>
                <a:ea typeface="Calibri" panose="020F0502020204030204"/>
                <a:cs typeface="Calibri" panose="020F0502020204030204"/>
                <a:sym typeface="Calibri" panose="020F0502020204030204"/>
              </a:rPr>
            </a:fld>
            <a:endParaRPr lang="en-US" sz="1100"/>
          </a:p>
        </p:txBody>
      </p:sp>
      <p:sp>
        <p:nvSpPr>
          <p:cNvPr id="4" name="AutoShape 35"/>
          <p:cNvSpPr txBox="1"/>
          <p:nvPr/>
        </p:nvSpPr>
        <p:spPr>
          <a:xfrm>
            <a:off x="13694774" y="709652"/>
            <a:ext cx="3700052" cy="369332"/>
          </a:xfrm>
          <a:prstGeom prst="rect">
            <a:avLst/>
          </a:prstGeom>
          <a:noFill/>
          <a:ln w="19050" cap="flat" cmpd="sng">
            <a:noFill/>
            <a:prstDash val="solid"/>
            <a:round/>
          </a:ln>
        </p:spPr>
        <p:txBody>
          <a:bodyPr vert="horz" wrap="none" lIns="91440" tIns="45720" rIns="91440" bIns="45720" rtlCol="0" anchor="t" anchorCtr="0"/>
          <a:lstStyle/>
          <a:p>
            <a:pPr>
              <a:defRPr/>
            </a:pPr>
            <a:r>
              <a:rPr lang="zh-CN" altLang="zh-CN" sz="18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仿宋" panose="02010609060101010101" pitchFamily="49" charset="-122"/>
                <a:ea typeface="仿宋" panose="02010609060101010101" pitchFamily="49" charset="-122"/>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密码学</a:t>
            </a:r>
            <a:r>
              <a:rPr lang="en-US" sz="1800" b="1" i="0" u="none" strike="noStrike" dirty="0">
                <a:solidFill>
                  <a:srgbClr val="1F497D"/>
                </a:solidFill>
                <a:latin typeface="仿宋" panose="02010609060101010101" pitchFamily="49" charset="-122"/>
                <a:ea typeface="仿宋" panose="02010609060101010101" pitchFamily="49" charset="-122"/>
                <a:cs typeface="Zhuque Fangsong"/>
                <a:sym typeface="Zhuque Fangsong"/>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基础理论与应用</a:t>
            </a:r>
            <a:endParaRPr lang="en-US" sz="1100" dirty="0">
              <a:latin typeface="仿宋" panose="02010609060101010101" pitchFamily="49" charset="-122"/>
              <a:ea typeface="仿宋" panose="02010609060101010101" pitchFamily="49" charset="-122"/>
            </a:endParaRPr>
          </a:p>
        </p:txBody>
      </p:sp>
      <p:sp>
        <p:nvSpPr>
          <p:cNvPr id="13" name="TextBox 31"/>
          <p:cNvSpPr txBox="1"/>
          <p:nvPr/>
        </p:nvSpPr>
        <p:spPr>
          <a:xfrm>
            <a:off x="1264285" y="411480"/>
            <a:ext cx="1950085" cy="842645"/>
          </a:xfrm>
          <a:prstGeom prst="rect">
            <a:avLst/>
          </a:prstGeom>
        </p:spPr>
        <p:txBody>
          <a:bodyPr wrap="square" lIns="0" tIns="0" rIns="0" bIns="0" rtlCol="0" anchor="t">
            <a:spAutoFit/>
          </a:bodyPr>
          <a:lstStyle/>
          <a:p>
            <a:pPr lvl="0" algn="ctr">
              <a:lnSpc>
                <a:spcPts val="6575"/>
              </a:lnSpc>
              <a:buSzTx/>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Times New Roman" panose="02020603050405020304" pitchFamily="18" charset="0"/>
                <a:sym typeface="字由文艺黑" panose="00020600040101010101" charset="-122"/>
              </a:rPr>
              <a:t>10.3.1</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Times New Roman" panose="02020603050405020304" pitchFamily="18" charset="0"/>
              <a:sym typeface="字由文艺黑" panose="00020600040101010101" charset="-122"/>
            </a:endParaRPr>
          </a:p>
        </p:txBody>
      </p:sp>
      <p:sp>
        <p:nvSpPr>
          <p:cNvPr id="14" name="TextBox 30"/>
          <p:cNvSpPr txBox="1"/>
          <p:nvPr/>
        </p:nvSpPr>
        <p:spPr>
          <a:xfrm>
            <a:off x="3072034" y="491985"/>
            <a:ext cx="9458717" cy="717550"/>
          </a:xfrm>
          <a:prstGeom prst="rect">
            <a:avLst/>
          </a:prstGeom>
        </p:spPr>
        <p:txBody>
          <a:bodyPr lIns="0" tIns="0" rIns="0" bIns="0" rtlCol="0" anchor="t">
            <a:spAutoFit/>
          </a:bodyPr>
          <a:lstStyle/>
          <a:p>
            <a:pPr algn="l">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Times New Roman" panose="02020603050405020304" pitchFamily="18" charset="0"/>
                <a:sym typeface="字由文艺黑" panose="00020600040101010101" charset="-122"/>
              </a:rPr>
              <a:t>NTRU</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Times New Roman" panose="02020603050405020304" pitchFamily="18" charset="0"/>
                <a:sym typeface="字由文艺黑" panose="00020600040101010101" charset="-122"/>
              </a:rPr>
              <a:t>加密算法</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412090" y="1028700"/>
            <a:ext cx="7800783" cy="275915"/>
          </a:xfrm>
          <a:custGeom>
            <a:avLst/>
            <a:gdLst/>
            <a:ahLst/>
            <a:cxnLst/>
            <a:rect l="l" t="t" r="r" b="b"/>
            <a:pathLst>
              <a:path w="7800783" h="275915">
                <a:moveTo>
                  <a:pt x="137960" y="0"/>
                </a:moveTo>
                <a:lnTo>
                  <a:pt x="7662827" y="0"/>
                </a:lnTo>
                <a:cubicBezTo>
                  <a:pt x="7699414" y="0"/>
                  <a:pt x="7734504" y="14534"/>
                  <a:pt x="7760377" y="40406"/>
                </a:cubicBezTo>
                <a:cubicBezTo>
                  <a:pt x="7786248" y="66279"/>
                  <a:pt x="7800783" y="101369"/>
                  <a:pt x="7800783" y="137959"/>
                </a:cubicBezTo>
                <a:lnTo>
                  <a:pt x="7800783" y="137959"/>
                </a:lnTo>
                <a:cubicBezTo>
                  <a:pt x="7800783" y="174546"/>
                  <a:pt x="7786248" y="209636"/>
                  <a:pt x="7760377" y="235509"/>
                </a:cubicBezTo>
                <a:cubicBezTo>
                  <a:pt x="7734504" y="261380"/>
                  <a:pt x="7699414" y="275915"/>
                  <a:pt x="7662827" y="275915"/>
                </a:cubicBezTo>
                <a:lnTo>
                  <a:pt x="137960" y="275915"/>
                </a:lnTo>
                <a:cubicBezTo>
                  <a:pt x="101369" y="275915"/>
                  <a:pt x="66279" y="261380"/>
                  <a:pt x="40406" y="235509"/>
                </a:cubicBezTo>
                <a:cubicBezTo>
                  <a:pt x="14534" y="209636"/>
                  <a:pt x="0" y="174546"/>
                  <a:pt x="0" y="137959"/>
                </a:cubicBezTo>
                <a:lnTo>
                  <a:pt x="0" y="137959"/>
                </a:lnTo>
                <a:cubicBezTo>
                  <a:pt x="0" y="101369"/>
                  <a:pt x="14534" y="66279"/>
                  <a:pt x="40406" y="40406"/>
                </a:cubicBezTo>
                <a:cubicBezTo>
                  <a:pt x="66279" y="14534"/>
                  <a:pt x="101369" y="0"/>
                  <a:pt x="137960" y="0"/>
                </a:cubicBezTo>
                <a:close/>
              </a:path>
            </a:pathLst>
          </a:custGeom>
          <a:gradFill rotWithShape="1">
            <a:gsLst>
              <a:gs pos="0">
                <a:srgbClr val="DDEEFF">
                  <a:alpha val="100000"/>
                </a:srgbClr>
              </a:gs>
              <a:gs pos="100000">
                <a:srgbClr val="FFFFFF">
                  <a:alpha val="0"/>
                </a:srgbClr>
              </a:gs>
            </a:gsLst>
            <a:lin ang="0"/>
          </a:gradFill>
          <a:ln w="25400" cap="flat" cmpd="sng">
            <a:noFill/>
            <a:prstDash val="solid"/>
            <a:round/>
          </a:ln>
        </p:spPr>
        <p:txBody>
          <a:bodyPr vert="horz" wrap="square" lIns="91440" tIns="45720" rIns="91440" bIns="45720" rtlCol="0" anchor="t" anchorCtr="0"/>
          <a:lstStyle/>
          <a:p>
            <a:pPr algn="l">
              <a:defRPr/>
            </a:pPr>
          </a:p>
        </p:txBody>
      </p:sp>
      <p:pic>
        <p:nvPicPr>
          <p:cNvPr id="5" name="Picture 5"/>
          <p:cNvPicPr>
            <a:picLocks noChangeAspect="1"/>
          </p:cNvPicPr>
          <p:nvPr/>
        </p:nvPicPr>
        <p:blipFill>
          <a:blip r:embed="rId1">
            <a:alphaModFix amt="80000"/>
          </a:blip>
          <a:srcRect/>
          <a:stretch>
            <a:fillRect/>
          </a:stretch>
        </p:blipFill>
        <p:spPr>
          <a:xfrm>
            <a:off x="762000" y="494030"/>
            <a:ext cx="1069975" cy="656590"/>
          </a:xfrm>
          <a:prstGeom prst="rect">
            <a:avLst/>
          </a:prstGeom>
          <a:noFill/>
          <a:ln w="25400" cap="flat" cmpd="sng">
            <a:noFill/>
            <a:prstDash val="solid"/>
            <a:round/>
          </a:ln>
          <a:effectLst>
            <a:outerShdw blurRad="50800" dist="38100" dir="2700000" algn="tl">
              <a:srgbClr val="000000">
                <a:alpha val="40000"/>
              </a:srgbClr>
            </a:outerShdw>
            <a:reflection blurRad="6350" stA="50000" endA="300" endPos="55000" dir="5400000" sy="-100000" algn="bl" rotWithShape="0"/>
          </a:effectLst>
        </p:spPr>
      </p:pic>
      <p:pic>
        <p:nvPicPr>
          <p:cNvPr id="7" name="Picture 7"/>
          <p:cNvPicPr>
            <a:picLocks noChangeAspect="1"/>
          </p:cNvPicPr>
          <p:nvPr/>
        </p:nvPicPr>
        <p:blipFill>
          <a:blip r:embed="rId2"/>
          <a:srcRect/>
          <a:stretch>
            <a:fillRect/>
          </a:stretch>
        </p:blipFill>
        <p:spPr>
          <a:xfrm>
            <a:off x="13772537" y="1102753"/>
            <a:ext cx="2771429" cy="47619"/>
          </a:xfrm>
          <a:prstGeom prst="rect">
            <a:avLst/>
          </a:prstGeom>
          <a:noFill/>
          <a:ln w="25400" cap="flat" cmpd="sng">
            <a:noFill/>
            <a:prstDash val="solid"/>
            <a:round/>
          </a:ln>
        </p:spPr>
      </p:pic>
      <mc:AlternateContent xmlns:mc="http://schemas.openxmlformats.org/markup-compatibility/2006">
        <mc:Choice xmlns:a14="http://schemas.microsoft.com/office/drawing/2010/main" Requires="a14">
          <p:sp>
            <p:nvSpPr>
              <p:cNvPr id="8" name="AutoShape 8"/>
              <p:cNvSpPr txBox="1"/>
              <p:nvPr/>
            </p:nvSpPr>
            <p:spPr>
              <a:xfrm>
                <a:off x="1270000" y="1651000"/>
                <a:ext cx="15162696" cy="8370824"/>
              </a:xfrm>
              <a:prstGeom prst="rect">
                <a:avLst/>
              </a:prstGeom>
              <a:noFill/>
              <a:ln w="19050" cap="flat" cmpd="sng">
                <a:noFill/>
                <a:prstDash val="solid"/>
                <a:round/>
              </a:ln>
            </p:spPr>
            <p:txBody>
              <a:bodyPr vert="horz" wrap="square" lIns="0" tIns="0" rIns="0" bIns="0" rtlCol="0" anchor="t" anchorCtr="0">
                <a:noAutofit/>
              </a:bodyPr>
              <a:lstStyle/>
              <a:p>
                <a:pPr lvl="0" indent="914400" algn="just" defTabSz="914400">
                  <a:lnSpc>
                    <a:spcPct val="125000"/>
                  </a:lnSpc>
                  <a:buSzTx/>
                  <a:defRPr/>
                </a:pPr>
                <a:r>
                  <a:rPr lang="en-US" sz="3200" dirty="0">
                    <a:uFillTx/>
                    <a:latin typeface="Times New Roman" panose="02020603050405020304" pitchFamily="18" charset="0"/>
                    <a:ea typeface="宋体" panose="02010600030101010101" pitchFamily="2" charset="-122"/>
                    <a:cs typeface="Songti SC"/>
                    <a:sym typeface="Zhuque Fangsong"/>
                  </a:rPr>
                  <a:t>与格密码理论的关系：</a:t>
                </a:r>
                <a:endParaRPr lang="en-US" sz="3200" dirty="0">
                  <a:uFillTx/>
                  <a:latin typeface="Times New Roman" panose="02020603050405020304" pitchFamily="18" charset="0"/>
                  <a:ea typeface="宋体" panose="02010600030101010101" pitchFamily="2" charset="-122"/>
                  <a:cs typeface="Songti SC"/>
                  <a:sym typeface="Zhuque Fangsong"/>
                </a:endParaRPr>
              </a:p>
              <a:p>
                <a:pPr lvl="0" indent="914400" algn="just" defTabSz="914400">
                  <a:lnSpc>
                    <a:spcPct val="125000"/>
                  </a:lnSpc>
                  <a:buSzTx/>
                  <a:defRPr/>
                </a:pPr>
                <a:r>
                  <a:rPr lang="en-US" sz="3200" dirty="0">
                    <a:uFillTx/>
                    <a:latin typeface="Times New Roman" panose="02020603050405020304" pitchFamily="18" charset="0"/>
                    <a:ea typeface="宋体" panose="02010600030101010101" pitchFamily="2" charset="-122"/>
                    <a:cs typeface="Songti SC"/>
                    <a:sym typeface="+mn-ea"/>
                  </a:rPr>
                  <a:t>从加密体制表面来看，</a:t>
                </a:r>
                <a:r>
                  <a:rPr lang="en-US" sz="3200" dirty="0">
                    <a:uFillTx/>
                    <a:latin typeface="Times New Roman" panose="02020603050405020304" pitchFamily="18" charset="0"/>
                    <a:ea typeface="宋体" panose="02010600030101010101" pitchFamily="2" charset="-122"/>
                    <a:cs typeface="Songti SC"/>
                    <a:sym typeface="+mn-ea"/>
                  </a:rPr>
                  <a:t>NTRU</a:t>
                </a:r>
                <a:r>
                  <a:rPr lang="en-US" sz="3200" dirty="0">
                    <a:uFillTx/>
                    <a:latin typeface="Times New Roman" panose="02020603050405020304" pitchFamily="18" charset="0"/>
                    <a:ea typeface="宋体" panose="02010600030101010101" pitchFamily="2" charset="-122"/>
                    <a:cs typeface="Songti SC"/>
                    <a:sym typeface="+mn-ea"/>
                  </a:rPr>
                  <a:t>算法的安全性基于两个互素的模数，但实际上，它的安全性是基于格中的</a:t>
                </a:r>
                <a:r>
                  <a:rPr lang="en-US" sz="3200" dirty="0">
                    <a:uFillTx/>
                    <a:latin typeface="Times New Roman" panose="02020603050405020304" pitchFamily="18" charset="0"/>
                    <a:ea typeface="宋体" panose="02010600030101010101" pitchFamily="2" charset="-122"/>
                    <a:cs typeface="Songti SC"/>
                    <a:sym typeface="+mn-ea"/>
                  </a:rPr>
                  <a:t>SVP</a:t>
                </a:r>
                <a:r>
                  <a:rPr lang="en-US" sz="3200" dirty="0">
                    <a:uFillTx/>
                    <a:latin typeface="Times New Roman" panose="02020603050405020304" pitchFamily="18" charset="0"/>
                    <a:ea typeface="宋体" panose="02010600030101010101" pitchFamily="2" charset="-122"/>
                    <a:cs typeface="Songti SC"/>
                    <a:sym typeface="+mn-ea"/>
                  </a:rPr>
                  <a:t>问题。</a:t>
                </a:r>
                <a:endParaRPr lang="en-US" sz="3200" dirty="0">
                  <a:uFillTx/>
                  <a:latin typeface="Times New Roman" panose="02020603050405020304" pitchFamily="18" charset="0"/>
                  <a:ea typeface="宋体" panose="02010600030101010101" pitchFamily="2" charset="-122"/>
                  <a:cs typeface="Songti SC"/>
                  <a:sym typeface="+mn-ea"/>
                </a:endParaRPr>
              </a:p>
              <a:p>
                <a:pPr lvl="0" indent="914400" algn="just" defTabSz="914400">
                  <a:lnSpc>
                    <a:spcPct val="125000"/>
                  </a:lnSpc>
                  <a:buSzTx/>
                  <a:defRPr/>
                </a:pPr>
                <a:r>
                  <a:rPr lang="en-US" sz="3200" dirty="0">
                    <a:uFillTx/>
                    <a:latin typeface="Times New Roman" panose="02020603050405020304" pitchFamily="18" charset="0"/>
                    <a:ea typeface="宋体" panose="02010600030101010101" pitchFamily="2" charset="-122"/>
                    <a:cs typeface="Songti SC"/>
                    <a:sym typeface="+mn-ea"/>
                  </a:rPr>
                  <a:t>NTRU</a:t>
                </a:r>
                <a:r>
                  <a:rPr lang="en-US" sz="3200" dirty="0">
                    <a:uFillTx/>
                    <a:latin typeface="Times New Roman" panose="02020603050405020304" pitchFamily="18" charset="0"/>
                    <a:ea typeface="宋体" panose="02010600030101010101" pitchFamily="2" charset="-122"/>
                    <a:cs typeface="Songti SC"/>
                    <a:sym typeface="+mn-ea"/>
                  </a:rPr>
                  <a:t>算法的公钥为</a:t>
                </a:r>
                <a14:m>
                  <m:oMath xmlns:m="http://schemas.openxmlformats.org/officeDocument/2006/math">
                    <m:r>
                      <m:rPr>
                        <m:sty m:val="p"/>
                      </m:rPr>
                      <a:rPr lang="en-US" sz="3200" dirty="0">
                        <a:uFillTx/>
                        <a:latin typeface="Times New Roman" panose="02020603050405020304" pitchFamily="18" charset="0"/>
                        <a:ea typeface="宋体" panose="02010600030101010101" pitchFamily="2" charset="-122"/>
                        <a:cs typeface="Songti SC"/>
                        <a:sym typeface="+mn-ea"/>
                      </a:rPr>
                      <m:t>h</m:t>
                    </m:r>
                    <m:r>
                      <a:rPr lang="en-US" sz="3200" dirty="0">
                        <a:uFillTx/>
                        <a:latin typeface="Times New Roman" panose="02020603050405020304" pitchFamily="18" charset="0"/>
                        <a:ea typeface="宋体" panose="02010600030101010101" pitchFamily="2" charset="-122"/>
                        <a:cs typeface="Songti SC"/>
                        <a:sym typeface="+mn-ea"/>
                      </a:rPr>
                      <m:t>=</m:t>
                    </m:r>
                    <m:sSub>
                      <m:sSubPr>
                        <m:ctrlPr>
                          <a:rPr lang="en-US" sz="3200" dirty="0">
                            <a:uFillTx/>
                            <a:latin typeface="Times New Roman" panose="02020603050405020304" pitchFamily="18" charset="0"/>
                            <a:ea typeface="宋体" panose="02010600030101010101" pitchFamily="2" charset="-122"/>
                            <a:cs typeface="Songti SC"/>
                            <a:sym typeface="+mn-ea"/>
                          </a:rPr>
                        </m:ctrlPr>
                      </m:sSubPr>
                      <m:e>
                        <m:r>
                          <m:rPr>
                            <m:sty m:val="p"/>
                          </m:rPr>
                          <a:rPr lang="en-US" sz="3200" dirty="0">
                            <a:uFillTx/>
                            <a:latin typeface="Times New Roman" panose="02020603050405020304" pitchFamily="18" charset="0"/>
                            <a:ea typeface="宋体" panose="02010600030101010101" pitchFamily="2" charset="-122"/>
                            <a:cs typeface="Songti SC"/>
                            <a:sym typeface="+mn-ea"/>
                          </a:rPr>
                          <m:t>h</m:t>
                        </m:r>
                      </m:e>
                      <m:sub>
                        <m:r>
                          <a:rPr lang="en-US" sz="3200" dirty="0">
                            <a:uFillTx/>
                            <a:latin typeface="Times New Roman" panose="02020603050405020304" pitchFamily="18" charset="0"/>
                            <a:ea typeface="宋体" panose="02010600030101010101" pitchFamily="2" charset="-122"/>
                            <a:cs typeface="Songti SC"/>
                            <a:sym typeface="+mn-ea"/>
                          </a:rPr>
                          <m:t>0</m:t>
                        </m:r>
                      </m:sub>
                    </m:sSub>
                    <m:r>
                      <a:rPr lang="en-US" sz="3200" dirty="0">
                        <a:uFillTx/>
                        <a:latin typeface="Times New Roman" panose="02020603050405020304" pitchFamily="18" charset="0"/>
                        <a:ea typeface="宋体" panose="02010600030101010101" pitchFamily="2" charset="-122"/>
                        <a:cs typeface="Songti SC"/>
                        <a:sym typeface="+mn-ea"/>
                      </a:rPr>
                      <m:t>+</m:t>
                    </m:r>
                    <m:sSub>
                      <m:sSubPr>
                        <m:ctrlPr>
                          <a:rPr lang="en-US" sz="3200" dirty="0">
                            <a:uFillTx/>
                            <a:latin typeface="Times New Roman" panose="02020603050405020304" pitchFamily="18" charset="0"/>
                            <a:ea typeface="宋体" panose="02010600030101010101" pitchFamily="2" charset="-122"/>
                            <a:cs typeface="Songti SC"/>
                            <a:sym typeface="+mn-ea"/>
                          </a:rPr>
                        </m:ctrlPr>
                      </m:sSubPr>
                      <m:e>
                        <m:r>
                          <m:rPr>
                            <m:sty m:val="p"/>
                          </m:rPr>
                          <a:rPr lang="en-US" sz="3200" dirty="0">
                            <a:uFillTx/>
                            <a:latin typeface="Times New Roman" panose="02020603050405020304" pitchFamily="18" charset="0"/>
                            <a:ea typeface="宋体" panose="02010600030101010101" pitchFamily="2" charset="-122"/>
                            <a:cs typeface="Songti SC"/>
                            <a:sym typeface="+mn-ea"/>
                          </a:rPr>
                          <m:t>h</m:t>
                        </m:r>
                      </m:e>
                      <m:sub>
                        <m:r>
                          <a:rPr lang="en-US" sz="3200" dirty="0">
                            <a:uFillTx/>
                            <a:latin typeface="Times New Roman" panose="02020603050405020304" pitchFamily="18" charset="0"/>
                            <a:ea typeface="宋体" panose="02010600030101010101" pitchFamily="2" charset="-122"/>
                            <a:cs typeface="Songti SC"/>
                            <a:sym typeface="+mn-ea"/>
                          </a:rPr>
                          <m:t>1</m:t>
                        </m:r>
                      </m:sub>
                    </m:sSub>
                    <m:r>
                      <m:rPr>
                        <m:sty m:val="p"/>
                      </m:rPr>
                      <a:rPr lang="en-US" sz="3200" dirty="0">
                        <a:uFillTx/>
                        <a:latin typeface="Times New Roman" panose="02020603050405020304" pitchFamily="18" charset="0"/>
                        <a:ea typeface="宋体" panose="02010600030101010101" pitchFamily="2" charset="-122"/>
                        <a:cs typeface="Songti SC"/>
                        <a:sym typeface="+mn-ea"/>
                      </a:rPr>
                      <m:t>x</m:t>
                    </m:r>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L</m:t>
                    </m:r>
                    <m:r>
                      <a:rPr lang="en-US" sz="3200" dirty="0">
                        <a:uFillTx/>
                        <a:latin typeface="Times New Roman" panose="02020603050405020304" pitchFamily="18" charset="0"/>
                        <a:ea typeface="宋体" panose="02010600030101010101" pitchFamily="2" charset="-122"/>
                        <a:cs typeface="Songti SC"/>
                        <a:sym typeface="+mn-ea"/>
                      </a:rPr>
                      <m:t>+</m:t>
                    </m:r>
                    <m:sSub>
                      <m:sSubPr>
                        <m:ctrlPr>
                          <a:rPr lang="en-US" sz="3200" dirty="0">
                            <a:uFillTx/>
                            <a:latin typeface="Times New Roman" panose="02020603050405020304" pitchFamily="18" charset="0"/>
                            <a:ea typeface="宋体" panose="02010600030101010101" pitchFamily="2" charset="-122"/>
                            <a:cs typeface="Songti SC"/>
                            <a:sym typeface="+mn-ea"/>
                          </a:rPr>
                        </m:ctrlPr>
                      </m:sSubPr>
                      <m:e>
                        <m:r>
                          <m:rPr>
                            <m:sty m:val="p"/>
                          </m:rPr>
                          <a:rPr lang="en-US" sz="3200" dirty="0">
                            <a:uFillTx/>
                            <a:latin typeface="Times New Roman" panose="02020603050405020304" pitchFamily="18" charset="0"/>
                            <a:ea typeface="宋体" panose="02010600030101010101" pitchFamily="2" charset="-122"/>
                            <a:cs typeface="Songti SC"/>
                            <a:sym typeface="+mn-ea"/>
                          </a:rPr>
                          <m:t>h</m:t>
                        </m:r>
                      </m:e>
                      <m:sub>
                        <m:r>
                          <m:rPr>
                            <m:sty m:val="p"/>
                          </m:rPr>
                          <a:rPr lang="en-US" sz="3200" dirty="0">
                            <a:uFillTx/>
                            <a:latin typeface="Times New Roman" panose="02020603050405020304" pitchFamily="18" charset="0"/>
                            <a:ea typeface="宋体" panose="02010600030101010101" pitchFamily="2" charset="-122"/>
                            <a:cs typeface="Songti SC"/>
                            <a:sym typeface="+mn-ea"/>
                          </a:rPr>
                          <m:t>n</m:t>
                        </m:r>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1</m:t>
                        </m:r>
                      </m:sub>
                    </m:sSub>
                    <m:sSup>
                      <m:sSupPr>
                        <m:ctrlPr>
                          <a:rPr lang="en-US" sz="3200" dirty="0">
                            <a:uFillTx/>
                            <a:latin typeface="Times New Roman" panose="02020603050405020304" pitchFamily="18" charset="0"/>
                            <a:ea typeface="宋体" panose="02010600030101010101" pitchFamily="2" charset="-122"/>
                            <a:cs typeface="Songti SC"/>
                            <a:sym typeface="+mn-ea"/>
                          </a:rPr>
                        </m:ctrlPr>
                      </m:sSupPr>
                      <m:e>
                        <m:r>
                          <m:rPr>
                            <m:sty m:val="p"/>
                          </m:rPr>
                          <a:rPr lang="en-US" sz="3200" dirty="0">
                            <a:uFillTx/>
                            <a:latin typeface="Times New Roman" panose="02020603050405020304" pitchFamily="18" charset="0"/>
                            <a:ea typeface="宋体" panose="02010600030101010101" pitchFamily="2" charset="-122"/>
                            <a:cs typeface="Songti SC"/>
                            <a:sym typeface="+mn-ea"/>
                          </a:rPr>
                          <m:t>x</m:t>
                        </m:r>
                      </m:e>
                      <m:sup>
                        <m:r>
                          <m:rPr>
                            <m:sty m:val="p"/>
                          </m:rPr>
                          <a:rPr lang="en-US" sz="3200" dirty="0">
                            <a:uFillTx/>
                            <a:latin typeface="Times New Roman" panose="02020603050405020304" pitchFamily="18" charset="0"/>
                            <a:ea typeface="宋体" panose="02010600030101010101" pitchFamily="2" charset="-122"/>
                            <a:cs typeface="Songti SC"/>
                            <a:sym typeface="+mn-ea"/>
                          </a:rPr>
                          <m:t>n</m:t>
                        </m:r>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1</m:t>
                        </m:r>
                      </m:sup>
                    </m:sSup>
                  </m:oMath>
                </a14:m>
                <a:r>
                  <a:rPr lang="en-US" sz="3200" dirty="0">
                    <a:uFillTx/>
                    <a:latin typeface="Times New Roman" panose="02020603050405020304" pitchFamily="18" charset="0"/>
                    <a:ea typeface="宋体" panose="02010600030101010101" pitchFamily="2" charset="-122"/>
                    <a:cs typeface="Songti SC"/>
                    <a:sym typeface="+mn-ea"/>
                  </a:rPr>
                  <a:t>，记作向量</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mn-ea"/>
                      </a:rPr>
                      <m:t>(</m:t>
                    </m:r>
                    <m:sSub>
                      <m:sSubPr>
                        <m:ctrlPr>
                          <a:rPr lang="en-US" sz="3200" dirty="0">
                            <a:uFillTx/>
                            <a:latin typeface="Times New Roman" panose="02020603050405020304" pitchFamily="18" charset="0"/>
                            <a:ea typeface="宋体" panose="02010600030101010101" pitchFamily="2" charset="-122"/>
                            <a:cs typeface="Songti SC"/>
                            <a:sym typeface="+mn-ea"/>
                          </a:rPr>
                        </m:ctrlPr>
                      </m:sSubPr>
                      <m:e>
                        <m:r>
                          <m:rPr>
                            <m:sty m:val="p"/>
                          </m:rPr>
                          <a:rPr lang="en-US" sz="3200" dirty="0">
                            <a:uFillTx/>
                            <a:latin typeface="Times New Roman" panose="02020603050405020304" pitchFamily="18" charset="0"/>
                            <a:ea typeface="宋体" panose="02010600030101010101" pitchFamily="2" charset="-122"/>
                            <a:cs typeface="Songti SC"/>
                            <a:sym typeface="+mn-ea"/>
                          </a:rPr>
                          <m:t>h</m:t>
                        </m:r>
                      </m:e>
                      <m:sub>
                        <m:r>
                          <a:rPr lang="en-US" sz="3200" dirty="0">
                            <a:uFillTx/>
                            <a:latin typeface="Times New Roman" panose="02020603050405020304" pitchFamily="18" charset="0"/>
                            <a:ea typeface="宋体" panose="02010600030101010101" pitchFamily="2" charset="-122"/>
                            <a:cs typeface="Songti SC"/>
                            <a:sym typeface="+mn-ea"/>
                          </a:rPr>
                          <m:t>0</m:t>
                        </m:r>
                      </m:sub>
                    </m:sSub>
                    <m:r>
                      <a:rPr lang="en-US" sz="3200" dirty="0">
                        <a:uFillTx/>
                        <a:latin typeface="Times New Roman" panose="02020603050405020304" pitchFamily="18" charset="0"/>
                        <a:ea typeface="宋体" panose="02010600030101010101" pitchFamily="2" charset="-122"/>
                        <a:cs typeface="Songti SC"/>
                        <a:sym typeface="+mn-ea"/>
                      </a:rPr>
                      <m:t>,</m:t>
                    </m:r>
                    <m:sSub>
                      <m:sSubPr>
                        <m:ctrlPr>
                          <a:rPr lang="en-US" sz="3200" dirty="0">
                            <a:uFillTx/>
                            <a:latin typeface="Times New Roman" panose="02020603050405020304" pitchFamily="18" charset="0"/>
                            <a:ea typeface="宋体" panose="02010600030101010101" pitchFamily="2" charset="-122"/>
                            <a:cs typeface="Songti SC"/>
                            <a:sym typeface="+mn-ea"/>
                          </a:rPr>
                        </m:ctrlPr>
                      </m:sSubPr>
                      <m:e>
                        <m:r>
                          <m:rPr>
                            <m:sty m:val="p"/>
                          </m:rPr>
                          <a:rPr lang="en-US" sz="3200" dirty="0">
                            <a:uFillTx/>
                            <a:latin typeface="Times New Roman" panose="02020603050405020304" pitchFamily="18" charset="0"/>
                            <a:ea typeface="宋体" panose="02010600030101010101" pitchFamily="2" charset="-122"/>
                            <a:cs typeface="Songti SC"/>
                            <a:sym typeface="+mn-ea"/>
                          </a:rPr>
                          <m:t>h</m:t>
                        </m:r>
                      </m:e>
                      <m:sub>
                        <m:r>
                          <a:rPr lang="en-US" sz="3200" dirty="0">
                            <a:uFillTx/>
                            <a:latin typeface="Times New Roman" panose="02020603050405020304" pitchFamily="18" charset="0"/>
                            <a:ea typeface="宋体" panose="02010600030101010101" pitchFamily="2" charset="-122"/>
                            <a:cs typeface="Songti SC"/>
                            <a:sym typeface="+mn-ea"/>
                          </a:rPr>
                          <m:t>1</m:t>
                        </m:r>
                      </m:sub>
                    </m:sSub>
                    <m:r>
                      <a:rPr lang="en-US" sz="3200" dirty="0">
                        <a:uFillTx/>
                        <a:latin typeface="Times New Roman" panose="02020603050405020304" pitchFamily="18" charset="0"/>
                        <a:ea typeface="宋体" panose="02010600030101010101" pitchFamily="2" charset="-122"/>
                        <a:cs typeface="Songti SC"/>
                        <a:sym typeface="+mn-ea"/>
                      </a:rPr>
                      <m:t>,</m:t>
                    </m:r>
                    <m:sSub>
                      <m:sSubPr>
                        <m:ctrlPr>
                          <a:rPr lang="en-US" sz="3200" dirty="0">
                            <a:uFillTx/>
                            <a:latin typeface="Times New Roman" panose="02020603050405020304" pitchFamily="18" charset="0"/>
                            <a:ea typeface="宋体" panose="02010600030101010101" pitchFamily="2" charset="-122"/>
                            <a:cs typeface="Songti SC"/>
                            <a:sym typeface="+mn-ea"/>
                          </a:rPr>
                        </m:ctrlPr>
                      </m:sSubPr>
                      <m:e>
                        <m:r>
                          <m:rPr>
                            <m:sty m:val="p"/>
                          </m:rPr>
                          <a:rPr lang="en-US" sz="3200" dirty="0">
                            <a:uFillTx/>
                            <a:latin typeface="Times New Roman" panose="02020603050405020304" pitchFamily="18" charset="0"/>
                            <a:ea typeface="宋体" panose="02010600030101010101" pitchFamily="2" charset="-122"/>
                            <a:cs typeface="Songti SC"/>
                            <a:sym typeface="+mn-ea"/>
                          </a:rPr>
                          <m:t>h</m:t>
                        </m:r>
                      </m:e>
                      <m:sub>
                        <m:r>
                          <a:rPr lang="en-US" sz="3200" dirty="0">
                            <a:uFillTx/>
                            <a:latin typeface="Times New Roman" panose="02020603050405020304" pitchFamily="18" charset="0"/>
                            <a:ea typeface="宋体" panose="02010600030101010101" pitchFamily="2" charset="-122"/>
                            <a:cs typeface="Songti SC"/>
                            <a:sym typeface="+mn-ea"/>
                          </a:rPr>
                          <m:t>2</m:t>
                        </m:r>
                      </m:sub>
                    </m:sSub>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L</m:t>
                    </m:r>
                    <m:r>
                      <a:rPr lang="en-US" sz="3200" dirty="0">
                        <a:uFillTx/>
                        <a:latin typeface="Times New Roman" panose="02020603050405020304" pitchFamily="18" charset="0"/>
                        <a:ea typeface="宋体" panose="02010600030101010101" pitchFamily="2" charset="-122"/>
                        <a:cs typeface="Songti SC"/>
                        <a:sym typeface="+mn-ea"/>
                      </a:rPr>
                      <m:t>,</m:t>
                    </m:r>
                    <m:sSub>
                      <m:sSubPr>
                        <m:ctrlPr>
                          <a:rPr lang="en-US" sz="3200" dirty="0">
                            <a:uFillTx/>
                            <a:latin typeface="Times New Roman" panose="02020603050405020304" pitchFamily="18" charset="0"/>
                            <a:ea typeface="宋体" panose="02010600030101010101" pitchFamily="2" charset="-122"/>
                            <a:cs typeface="Songti SC"/>
                            <a:sym typeface="+mn-ea"/>
                          </a:rPr>
                        </m:ctrlPr>
                      </m:sSubPr>
                      <m:e>
                        <m:r>
                          <m:rPr>
                            <m:sty m:val="p"/>
                          </m:rPr>
                          <a:rPr lang="en-US" sz="3200" dirty="0">
                            <a:uFillTx/>
                            <a:latin typeface="Times New Roman" panose="02020603050405020304" pitchFamily="18" charset="0"/>
                            <a:ea typeface="宋体" panose="02010600030101010101" pitchFamily="2" charset="-122"/>
                            <a:cs typeface="Songti SC"/>
                            <a:sym typeface="+mn-ea"/>
                          </a:rPr>
                          <m:t>h</m:t>
                        </m:r>
                      </m:e>
                      <m:sub>
                        <m:r>
                          <m:rPr>
                            <m:sty m:val="p"/>
                          </m:rPr>
                          <a:rPr lang="en-US" sz="3200" dirty="0">
                            <a:uFillTx/>
                            <a:latin typeface="Times New Roman" panose="02020603050405020304" pitchFamily="18" charset="0"/>
                            <a:ea typeface="宋体" panose="02010600030101010101" pitchFamily="2" charset="-122"/>
                            <a:cs typeface="Songti SC"/>
                            <a:sym typeface="+mn-ea"/>
                          </a:rPr>
                          <m:t>n</m:t>
                        </m:r>
                      </m:sub>
                    </m:sSub>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1</m:t>
                    </m:r>
                    <m:r>
                      <a:rPr lang="en-US" sz="3200" dirty="0">
                        <a:uFillTx/>
                        <a:latin typeface="Times New Roman" panose="02020603050405020304" pitchFamily="18" charset="0"/>
                        <a:ea typeface="宋体" panose="02010600030101010101" pitchFamily="2" charset="-122"/>
                        <a:cs typeface="Songti SC"/>
                        <a:sym typeface="+mn-ea"/>
                      </a:rPr>
                      <m:t>)</m:t>
                    </m:r>
                  </m:oMath>
                </a14:m>
                <a:r>
                  <a:rPr lang="en-US" sz="3200" dirty="0">
                    <a:uFillTx/>
                    <a:latin typeface="Times New Roman" panose="02020603050405020304" pitchFamily="18" charset="0"/>
                    <a:ea typeface="宋体" panose="02010600030101010101" pitchFamily="2" charset="-122"/>
                    <a:cs typeface="Songti SC"/>
                    <a:sym typeface="+mn-ea"/>
                  </a:rPr>
                  <a:t>，私钥为</a:t>
                </a:r>
                <a14:m>
                  <m:oMath xmlns:m="http://schemas.openxmlformats.org/officeDocument/2006/math">
                    <m:r>
                      <m:rPr>
                        <m:sty m:val="p"/>
                      </m:rPr>
                      <a:rPr lang="en-US" sz="3200" dirty="0">
                        <a:uFillTx/>
                        <a:latin typeface="Times New Roman" panose="02020603050405020304" pitchFamily="18" charset="0"/>
                        <a:ea typeface="宋体" panose="02010600030101010101" pitchFamily="2" charset="-122"/>
                        <a:cs typeface="Songti SC"/>
                        <a:sym typeface="+mn-ea"/>
                      </a:rPr>
                      <m:t>f</m:t>
                    </m:r>
                    <m:d>
                      <m:dPr>
                        <m:ctrlPr>
                          <a:rPr lang="en-US" sz="3200" dirty="0">
                            <a:uFillTx/>
                            <a:latin typeface="Times New Roman" panose="02020603050405020304" pitchFamily="18" charset="0"/>
                            <a:ea typeface="宋体" panose="02010600030101010101" pitchFamily="2" charset="-122"/>
                            <a:cs typeface="Songti SC"/>
                            <a:sym typeface="+mn-ea"/>
                          </a:rPr>
                        </m:ctrlPr>
                      </m:dPr>
                      <m:e>
                        <m:r>
                          <m:rPr>
                            <m:sty m:val="p"/>
                          </m:rPr>
                          <a:rPr lang="en-US" sz="3200" dirty="0">
                            <a:uFillTx/>
                            <a:latin typeface="Times New Roman" panose="02020603050405020304" pitchFamily="18" charset="0"/>
                            <a:ea typeface="宋体" panose="02010600030101010101" pitchFamily="2" charset="-122"/>
                            <a:cs typeface="Songti SC"/>
                            <a:sym typeface="+mn-ea"/>
                          </a:rPr>
                          <m:t>x</m:t>
                        </m:r>
                      </m:e>
                    </m:d>
                    <m:r>
                      <a:rPr lang="en-US" sz="3200" dirty="0">
                        <a:uFillTx/>
                        <a:latin typeface="Times New Roman" panose="02020603050405020304" pitchFamily="18" charset="0"/>
                        <a:ea typeface="宋体" panose="02010600030101010101" pitchFamily="2" charset="-122"/>
                        <a:cs typeface="Songti SC"/>
                        <a:sym typeface="+mn-ea"/>
                      </a:rPr>
                      <m:t>=</m:t>
                    </m:r>
                    <m:d>
                      <m:dPr>
                        <m:ctrlPr>
                          <a:rPr lang="en-US" sz="3200" dirty="0">
                            <a:uFillTx/>
                            <a:latin typeface="Times New Roman" panose="02020603050405020304" pitchFamily="18" charset="0"/>
                            <a:ea typeface="宋体" panose="02010600030101010101" pitchFamily="2" charset="-122"/>
                            <a:cs typeface="Songti SC"/>
                            <a:sym typeface="+mn-ea"/>
                          </a:rPr>
                        </m:ctrlPr>
                      </m:dPr>
                      <m:e>
                        <m:sSub>
                          <m:sSubPr>
                            <m:ctrlPr>
                              <a:rPr lang="en-US" sz="3200" dirty="0">
                                <a:uFillTx/>
                                <a:latin typeface="Times New Roman" panose="02020603050405020304" pitchFamily="18" charset="0"/>
                                <a:ea typeface="宋体" panose="02010600030101010101" pitchFamily="2" charset="-122"/>
                                <a:cs typeface="Songti SC"/>
                                <a:sym typeface="+mn-ea"/>
                              </a:rPr>
                            </m:ctrlPr>
                          </m:sSubPr>
                          <m:e>
                            <m:r>
                              <m:rPr>
                                <m:sty m:val="p"/>
                              </m:rPr>
                              <a:rPr lang="en-US" sz="3200" dirty="0">
                                <a:uFillTx/>
                                <a:latin typeface="Times New Roman" panose="02020603050405020304" pitchFamily="18" charset="0"/>
                                <a:ea typeface="宋体" panose="02010600030101010101" pitchFamily="2" charset="-122"/>
                                <a:cs typeface="Songti SC"/>
                                <a:sym typeface="+mn-ea"/>
                              </a:rPr>
                              <m:t>f</m:t>
                            </m:r>
                          </m:e>
                          <m:sub>
                            <m:r>
                              <a:rPr lang="en-US" sz="3200" dirty="0">
                                <a:uFillTx/>
                                <a:latin typeface="Times New Roman" panose="02020603050405020304" pitchFamily="18" charset="0"/>
                                <a:ea typeface="宋体" panose="02010600030101010101" pitchFamily="2" charset="-122"/>
                                <a:cs typeface="Songti SC"/>
                                <a:sym typeface="+mn-ea"/>
                              </a:rPr>
                              <m:t>0</m:t>
                            </m:r>
                          </m:sub>
                        </m:sSub>
                        <m:r>
                          <a:rPr lang="en-US" sz="3200" dirty="0">
                            <a:uFillTx/>
                            <a:latin typeface="Times New Roman" panose="02020603050405020304" pitchFamily="18" charset="0"/>
                            <a:ea typeface="宋体" panose="02010600030101010101" pitchFamily="2" charset="-122"/>
                            <a:cs typeface="Songti SC"/>
                            <a:sym typeface="+mn-ea"/>
                          </a:rPr>
                          <m:t>,</m:t>
                        </m:r>
                        <m:sSub>
                          <m:sSubPr>
                            <m:ctrlPr>
                              <a:rPr lang="en-US" sz="3200" dirty="0">
                                <a:uFillTx/>
                                <a:latin typeface="Times New Roman" panose="02020603050405020304" pitchFamily="18" charset="0"/>
                                <a:ea typeface="宋体" panose="02010600030101010101" pitchFamily="2" charset="-122"/>
                                <a:cs typeface="Songti SC"/>
                                <a:sym typeface="+mn-ea"/>
                              </a:rPr>
                            </m:ctrlPr>
                          </m:sSubPr>
                          <m:e>
                            <m:r>
                              <m:rPr>
                                <m:sty m:val="p"/>
                              </m:rPr>
                              <a:rPr lang="en-US" sz="3200" dirty="0">
                                <a:uFillTx/>
                                <a:latin typeface="Times New Roman" panose="02020603050405020304" pitchFamily="18" charset="0"/>
                                <a:ea typeface="宋体" panose="02010600030101010101" pitchFamily="2" charset="-122"/>
                                <a:cs typeface="Songti SC"/>
                                <a:sym typeface="+mn-ea"/>
                              </a:rPr>
                              <m:t>f</m:t>
                            </m:r>
                          </m:e>
                          <m:sub>
                            <m:r>
                              <a:rPr lang="en-US" sz="3200" dirty="0">
                                <a:uFillTx/>
                                <a:latin typeface="Times New Roman" panose="02020603050405020304" pitchFamily="18" charset="0"/>
                                <a:ea typeface="宋体" panose="02010600030101010101" pitchFamily="2" charset="-122"/>
                                <a:cs typeface="Songti SC"/>
                                <a:sym typeface="+mn-ea"/>
                              </a:rPr>
                              <m:t>1</m:t>
                            </m:r>
                          </m:sub>
                        </m:sSub>
                        <m:r>
                          <a:rPr lang="en-US" sz="3200" dirty="0">
                            <a:uFillTx/>
                            <a:latin typeface="Times New Roman" panose="02020603050405020304" pitchFamily="18" charset="0"/>
                            <a:ea typeface="宋体" panose="02010600030101010101" pitchFamily="2" charset="-122"/>
                            <a:cs typeface="Songti SC"/>
                            <a:sym typeface="+mn-ea"/>
                          </a:rPr>
                          <m:t>,</m:t>
                        </m:r>
                        <m:sSub>
                          <m:sSubPr>
                            <m:ctrlPr>
                              <a:rPr lang="en-US" sz="3200" dirty="0">
                                <a:uFillTx/>
                                <a:latin typeface="Times New Roman" panose="02020603050405020304" pitchFamily="18" charset="0"/>
                                <a:ea typeface="宋体" panose="02010600030101010101" pitchFamily="2" charset="-122"/>
                                <a:cs typeface="Songti SC"/>
                                <a:sym typeface="+mn-ea"/>
                              </a:rPr>
                            </m:ctrlPr>
                          </m:sSubPr>
                          <m:e>
                            <m:r>
                              <m:rPr>
                                <m:sty m:val="p"/>
                              </m:rPr>
                              <a:rPr lang="en-US" sz="3200" dirty="0">
                                <a:uFillTx/>
                                <a:latin typeface="Times New Roman" panose="02020603050405020304" pitchFamily="18" charset="0"/>
                                <a:ea typeface="宋体" panose="02010600030101010101" pitchFamily="2" charset="-122"/>
                                <a:cs typeface="Songti SC"/>
                                <a:sym typeface="+mn-ea"/>
                              </a:rPr>
                              <m:t>f</m:t>
                            </m:r>
                          </m:e>
                          <m:sub>
                            <m:r>
                              <a:rPr lang="en-US" sz="3200" dirty="0">
                                <a:uFillTx/>
                                <a:latin typeface="Times New Roman" panose="02020603050405020304" pitchFamily="18" charset="0"/>
                                <a:ea typeface="宋体" panose="02010600030101010101" pitchFamily="2" charset="-122"/>
                                <a:cs typeface="Songti SC"/>
                                <a:sym typeface="+mn-ea"/>
                              </a:rPr>
                              <m:t>2</m:t>
                            </m:r>
                          </m:sub>
                        </m:sSub>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L</m:t>
                        </m:r>
                        <m:r>
                          <a:rPr lang="en-US" sz="3200" dirty="0">
                            <a:uFillTx/>
                            <a:latin typeface="Times New Roman" panose="02020603050405020304" pitchFamily="18" charset="0"/>
                            <a:ea typeface="宋体" panose="02010600030101010101" pitchFamily="2" charset="-122"/>
                            <a:cs typeface="Songti SC"/>
                            <a:sym typeface="+mn-ea"/>
                          </a:rPr>
                          <m:t>,</m:t>
                        </m:r>
                        <m:sSub>
                          <m:sSubPr>
                            <m:ctrlPr>
                              <a:rPr lang="en-US" sz="3200" dirty="0">
                                <a:uFillTx/>
                                <a:latin typeface="Times New Roman" panose="02020603050405020304" pitchFamily="18" charset="0"/>
                                <a:ea typeface="宋体" panose="02010600030101010101" pitchFamily="2" charset="-122"/>
                                <a:cs typeface="Songti SC"/>
                                <a:sym typeface="+mn-ea"/>
                              </a:rPr>
                            </m:ctrlPr>
                          </m:sSubPr>
                          <m:e>
                            <m:r>
                              <m:rPr>
                                <m:sty m:val="p"/>
                              </m:rPr>
                              <a:rPr lang="en-US" sz="3200" dirty="0">
                                <a:uFillTx/>
                                <a:latin typeface="Times New Roman" panose="02020603050405020304" pitchFamily="18" charset="0"/>
                                <a:ea typeface="宋体" panose="02010600030101010101" pitchFamily="2" charset="-122"/>
                                <a:cs typeface="Songti SC"/>
                                <a:sym typeface="+mn-ea"/>
                              </a:rPr>
                              <m:t>f</m:t>
                            </m:r>
                          </m:e>
                          <m:sub>
                            <m:r>
                              <m:rPr>
                                <m:sty m:val="p"/>
                              </m:rPr>
                              <a:rPr lang="en-US" sz="3200" dirty="0">
                                <a:uFillTx/>
                                <a:latin typeface="Times New Roman" panose="02020603050405020304" pitchFamily="18" charset="0"/>
                                <a:ea typeface="宋体" panose="02010600030101010101" pitchFamily="2" charset="-122"/>
                                <a:cs typeface="Songti SC"/>
                                <a:sym typeface="+mn-ea"/>
                              </a:rPr>
                              <m:t>n</m:t>
                            </m:r>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1</m:t>
                            </m:r>
                          </m:sub>
                        </m:sSub>
                      </m:e>
                    </m:d>
                    <m:r>
                      <a:rPr lang="en-US" sz="3200" dirty="0">
                        <a:uFillTx/>
                        <a:latin typeface="Times New Roman" panose="02020603050405020304" pitchFamily="18" charset="0"/>
                        <a:ea typeface="宋体" panose="02010600030101010101" pitchFamily="2" charset="-122"/>
                        <a:cs typeface="Songti SC"/>
                        <a:sym typeface="+mn-ea"/>
                      </a:rPr>
                      <m:t>，</m:t>
                    </m:r>
                  </m:oMath>
                </a14:m>
                <a:endParaRPr lang="en-US" sz="3200" dirty="0">
                  <a:uFillTx/>
                  <a:latin typeface="Times New Roman" panose="02020603050405020304" pitchFamily="18" charset="0"/>
                  <a:ea typeface="宋体" panose="02010600030101010101" pitchFamily="2" charset="-122"/>
                  <a:cs typeface="Songti SC"/>
                  <a:sym typeface="+mn-ea"/>
                </a:endParaRPr>
              </a:p>
              <a:p>
                <a:pPr lvl="0" indent="914400" algn="just" defTabSz="914400">
                  <a:lnSpc>
                    <a:spcPct val="125000"/>
                  </a:lnSpc>
                  <a:buSzTx/>
                  <a:defRPr/>
                </a:pPr>
                <a14:m>
                  <m:oMath xmlns:m="http://schemas.openxmlformats.org/officeDocument/2006/math">
                    <m:r>
                      <m:rPr>
                        <m:sty m:val="p"/>
                      </m:rPr>
                      <a:rPr lang="en-US" sz="3200" dirty="0">
                        <a:uFillTx/>
                        <a:latin typeface="Times New Roman" panose="02020603050405020304" pitchFamily="18" charset="0"/>
                        <a:ea typeface="宋体" panose="02010600030101010101" pitchFamily="2" charset="-122"/>
                        <a:cs typeface="Songti SC"/>
                        <a:sym typeface="+mn-ea"/>
                      </a:rPr>
                      <m:t>g</m:t>
                    </m:r>
                    <m:d>
                      <m:dPr>
                        <m:ctrlPr>
                          <a:rPr lang="en-US" sz="3200" dirty="0">
                            <a:uFillTx/>
                            <a:latin typeface="Times New Roman" panose="02020603050405020304" pitchFamily="18" charset="0"/>
                            <a:ea typeface="宋体" panose="02010600030101010101" pitchFamily="2" charset="-122"/>
                            <a:cs typeface="Songti SC"/>
                            <a:sym typeface="+mn-ea"/>
                          </a:rPr>
                        </m:ctrlPr>
                      </m:dPr>
                      <m:e>
                        <m:r>
                          <m:rPr>
                            <m:sty m:val="p"/>
                          </m:rPr>
                          <a:rPr lang="en-US" sz="3200" dirty="0">
                            <a:uFillTx/>
                            <a:latin typeface="Times New Roman" panose="02020603050405020304" pitchFamily="18" charset="0"/>
                            <a:ea typeface="宋体" panose="02010600030101010101" pitchFamily="2" charset="-122"/>
                            <a:cs typeface="Songti SC"/>
                            <a:sym typeface="+mn-ea"/>
                          </a:rPr>
                          <m:t>x</m:t>
                        </m:r>
                      </m:e>
                    </m:d>
                    <m:r>
                      <a:rPr lang="en-US" sz="3200" dirty="0">
                        <a:uFillTx/>
                        <a:latin typeface="Times New Roman" panose="02020603050405020304" pitchFamily="18" charset="0"/>
                        <a:ea typeface="宋体" panose="02010600030101010101" pitchFamily="2" charset="-122"/>
                        <a:cs typeface="Songti SC"/>
                        <a:sym typeface="+mn-ea"/>
                      </a:rPr>
                      <m:t>=</m:t>
                    </m:r>
                    <m:d>
                      <m:dPr>
                        <m:ctrlPr>
                          <a:rPr lang="en-US" sz="3200" dirty="0">
                            <a:uFillTx/>
                            <a:latin typeface="Times New Roman" panose="02020603050405020304" pitchFamily="18" charset="0"/>
                            <a:ea typeface="宋体" panose="02010600030101010101" pitchFamily="2" charset="-122"/>
                            <a:cs typeface="Songti SC"/>
                            <a:sym typeface="+mn-ea"/>
                          </a:rPr>
                        </m:ctrlPr>
                      </m:dPr>
                      <m:e>
                        <m:sSub>
                          <m:sSubPr>
                            <m:ctrlPr>
                              <a:rPr lang="en-US" sz="3200" dirty="0">
                                <a:uFillTx/>
                                <a:latin typeface="Times New Roman" panose="02020603050405020304" pitchFamily="18" charset="0"/>
                                <a:ea typeface="宋体" panose="02010600030101010101" pitchFamily="2" charset="-122"/>
                                <a:cs typeface="Songti SC"/>
                                <a:sym typeface="+mn-ea"/>
                              </a:rPr>
                            </m:ctrlPr>
                          </m:sSubPr>
                          <m:e>
                            <m:r>
                              <m:rPr>
                                <m:sty m:val="p"/>
                              </m:rPr>
                              <a:rPr lang="en-US" sz="3200" dirty="0">
                                <a:uFillTx/>
                                <a:latin typeface="Times New Roman" panose="02020603050405020304" pitchFamily="18" charset="0"/>
                                <a:ea typeface="宋体" panose="02010600030101010101" pitchFamily="2" charset="-122"/>
                                <a:cs typeface="Songti SC"/>
                                <a:sym typeface="+mn-ea"/>
                              </a:rPr>
                              <m:t>g</m:t>
                            </m:r>
                          </m:e>
                          <m:sub>
                            <m:r>
                              <a:rPr lang="en-US" sz="3200" dirty="0">
                                <a:uFillTx/>
                                <a:latin typeface="Times New Roman" panose="02020603050405020304" pitchFamily="18" charset="0"/>
                                <a:ea typeface="宋体" panose="02010600030101010101" pitchFamily="2" charset="-122"/>
                                <a:cs typeface="Songti SC"/>
                                <a:sym typeface="+mn-ea"/>
                              </a:rPr>
                              <m:t>0</m:t>
                            </m:r>
                          </m:sub>
                        </m:sSub>
                        <m:r>
                          <a:rPr lang="en-US" sz="3200" dirty="0">
                            <a:uFillTx/>
                            <a:latin typeface="Times New Roman" panose="02020603050405020304" pitchFamily="18" charset="0"/>
                            <a:ea typeface="宋体" panose="02010600030101010101" pitchFamily="2" charset="-122"/>
                            <a:cs typeface="Songti SC"/>
                            <a:sym typeface="+mn-ea"/>
                          </a:rPr>
                          <m:t>,</m:t>
                        </m:r>
                        <m:sSub>
                          <m:sSubPr>
                            <m:ctrlPr>
                              <a:rPr lang="en-US" sz="3200" dirty="0">
                                <a:uFillTx/>
                                <a:latin typeface="Times New Roman" panose="02020603050405020304" pitchFamily="18" charset="0"/>
                                <a:ea typeface="宋体" panose="02010600030101010101" pitchFamily="2" charset="-122"/>
                                <a:cs typeface="Songti SC"/>
                                <a:sym typeface="+mn-ea"/>
                              </a:rPr>
                            </m:ctrlPr>
                          </m:sSubPr>
                          <m:e>
                            <m:r>
                              <m:rPr>
                                <m:sty m:val="p"/>
                              </m:rPr>
                              <a:rPr lang="en-US" sz="3200" dirty="0">
                                <a:uFillTx/>
                                <a:latin typeface="Times New Roman" panose="02020603050405020304" pitchFamily="18" charset="0"/>
                                <a:ea typeface="宋体" panose="02010600030101010101" pitchFamily="2" charset="-122"/>
                                <a:cs typeface="Songti SC"/>
                                <a:sym typeface="+mn-ea"/>
                              </a:rPr>
                              <m:t>g</m:t>
                            </m:r>
                          </m:e>
                          <m:sub>
                            <m:r>
                              <a:rPr lang="en-US" sz="3200" dirty="0">
                                <a:uFillTx/>
                                <a:latin typeface="Times New Roman" panose="02020603050405020304" pitchFamily="18" charset="0"/>
                                <a:ea typeface="宋体" panose="02010600030101010101" pitchFamily="2" charset="-122"/>
                                <a:cs typeface="Songti SC"/>
                                <a:sym typeface="+mn-ea"/>
                              </a:rPr>
                              <m:t>1</m:t>
                            </m:r>
                          </m:sub>
                        </m:sSub>
                        <m:r>
                          <a:rPr lang="en-US" sz="3200" dirty="0">
                            <a:uFillTx/>
                            <a:latin typeface="Times New Roman" panose="02020603050405020304" pitchFamily="18" charset="0"/>
                            <a:ea typeface="宋体" panose="02010600030101010101" pitchFamily="2" charset="-122"/>
                            <a:cs typeface="Songti SC"/>
                            <a:sym typeface="+mn-ea"/>
                          </a:rPr>
                          <m:t>,</m:t>
                        </m:r>
                        <m:sSub>
                          <m:sSubPr>
                            <m:ctrlPr>
                              <a:rPr lang="en-US" sz="3200" dirty="0">
                                <a:uFillTx/>
                                <a:latin typeface="Times New Roman" panose="02020603050405020304" pitchFamily="18" charset="0"/>
                                <a:ea typeface="宋体" panose="02010600030101010101" pitchFamily="2" charset="-122"/>
                                <a:cs typeface="Songti SC"/>
                                <a:sym typeface="+mn-ea"/>
                              </a:rPr>
                            </m:ctrlPr>
                          </m:sSubPr>
                          <m:e>
                            <m:r>
                              <m:rPr>
                                <m:sty m:val="p"/>
                              </m:rPr>
                              <a:rPr lang="en-US" sz="3200" dirty="0">
                                <a:uFillTx/>
                                <a:latin typeface="Times New Roman" panose="02020603050405020304" pitchFamily="18" charset="0"/>
                                <a:ea typeface="宋体" panose="02010600030101010101" pitchFamily="2" charset="-122"/>
                                <a:cs typeface="Songti SC"/>
                                <a:sym typeface="+mn-ea"/>
                              </a:rPr>
                              <m:t>g</m:t>
                            </m:r>
                          </m:e>
                          <m:sub>
                            <m:r>
                              <a:rPr lang="en-US" sz="3200" dirty="0">
                                <a:uFillTx/>
                                <a:latin typeface="Times New Roman" panose="02020603050405020304" pitchFamily="18" charset="0"/>
                                <a:ea typeface="宋体" panose="02010600030101010101" pitchFamily="2" charset="-122"/>
                                <a:cs typeface="Songti SC"/>
                                <a:sym typeface="+mn-ea"/>
                              </a:rPr>
                              <m:t>2</m:t>
                            </m:r>
                          </m:sub>
                        </m:sSub>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L</m:t>
                        </m:r>
                        <m:r>
                          <a:rPr lang="en-US" sz="3200" dirty="0">
                            <a:uFillTx/>
                            <a:latin typeface="Times New Roman" panose="02020603050405020304" pitchFamily="18" charset="0"/>
                            <a:ea typeface="宋体" panose="02010600030101010101" pitchFamily="2" charset="-122"/>
                            <a:cs typeface="Songti SC"/>
                            <a:sym typeface="+mn-ea"/>
                          </a:rPr>
                          <m:t>,</m:t>
                        </m:r>
                        <m:sSub>
                          <m:sSubPr>
                            <m:ctrlPr>
                              <a:rPr lang="en-US" sz="3200" dirty="0">
                                <a:uFillTx/>
                                <a:latin typeface="Times New Roman" panose="02020603050405020304" pitchFamily="18" charset="0"/>
                                <a:ea typeface="宋体" panose="02010600030101010101" pitchFamily="2" charset="-122"/>
                                <a:cs typeface="Songti SC"/>
                                <a:sym typeface="+mn-ea"/>
                              </a:rPr>
                            </m:ctrlPr>
                          </m:sSubPr>
                          <m:e>
                            <m:r>
                              <m:rPr>
                                <m:sty m:val="p"/>
                              </m:rPr>
                              <a:rPr lang="en-US" sz="3200" dirty="0">
                                <a:uFillTx/>
                                <a:latin typeface="Times New Roman" panose="02020603050405020304" pitchFamily="18" charset="0"/>
                                <a:ea typeface="宋体" panose="02010600030101010101" pitchFamily="2" charset="-122"/>
                                <a:cs typeface="Songti SC"/>
                                <a:sym typeface="+mn-ea"/>
                              </a:rPr>
                              <m:t>g</m:t>
                            </m:r>
                          </m:e>
                          <m:sub>
                            <m:r>
                              <m:rPr>
                                <m:sty m:val="p"/>
                              </m:rPr>
                              <a:rPr lang="en-US" sz="3200" dirty="0">
                                <a:uFillTx/>
                                <a:latin typeface="Times New Roman" panose="02020603050405020304" pitchFamily="18" charset="0"/>
                                <a:ea typeface="宋体" panose="02010600030101010101" pitchFamily="2" charset="-122"/>
                                <a:cs typeface="Songti SC"/>
                                <a:sym typeface="+mn-ea"/>
                              </a:rPr>
                              <m:t>n</m:t>
                            </m:r>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1</m:t>
                            </m:r>
                          </m:sub>
                        </m:sSub>
                      </m:e>
                    </m:d>
                  </m:oMath>
                </a14:m>
                <a:r>
                  <a:rPr lang="en-US" sz="3200" dirty="0">
                    <a:uFillTx/>
                    <a:latin typeface="Times New Roman" panose="02020603050405020304" pitchFamily="18" charset="0"/>
                    <a:ea typeface="宋体" panose="02010600030101010101" pitchFamily="2" charset="-122"/>
                    <a:cs typeface="Songti SC"/>
                    <a:sym typeface="+mn-ea"/>
                  </a:rPr>
                  <a:t>。公钥</a:t>
                </a:r>
                <a14:m>
                  <m:oMath xmlns:m="http://schemas.openxmlformats.org/officeDocument/2006/math">
                    <m:r>
                      <m:rPr>
                        <m:sty m:val="p"/>
                      </m:rPr>
                      <a:rPr lang="en-US" sz="3200" dirty="0">
                        <a:uFillTx/>
                        <a:latin typeface="Times New Roman" panose="02020603050405020304" pitchFamily="18" charset="0"/>
                        <a:ea typeface="宋体" panose="02010600030101010101" pitchFamily="2" charset="-122"/>
                        <a:cs typeface="Songti SC"/>
                        <a:sym typeface="+mn-ea"/>
                      </a:rPr>
                      <m:t>h</m:t>
                    </m:r>
                    <m:d>
                      <m:dPr>
                        <m:ctrlPr>
                          <a:rPr lang="en-US" sz="3200" dirty="0">
                            <a:uFillTx/>
                            <a:latin typeface="Times New Roman" panose="02020603050405020304" pitchFamily="18" charset="0"/>
                            <a:ea typeface="宋体" panose="02010600030101010101" pitchFamily="2" charset="-122"/>
                            <a:cs typeface="Songti SC"/>
                            <a:sym typeface="+mn-ea"/>
                          </a:rPr>
                        </m:ctrlPr>
                      </m:dPr>
                      <m:e>
                        <m:r>
                          <m:rPr>
                            <m:sty m:val="p"/>
                          </m:rPr>
                          <a:rPr lang="en-US" sz="3200" dirty="0">
                            <a:uFillTx/>
                            <a:latin typeface="Times New Roman" panose="02020603050405020304" pitchFamily="18" charset="0"/>
                            <a:ea typeface="宋体" panose="02010600030101010101" pitchFamily="2" charset="-122"/>
                            <a:cs typeface="Songti SC"/>
                            <a:sym typeface="+mn-ea"/>
                          </a:rPr>
                          <m:t>x</m:t>
                        </m:r>
                      </m:e>
                    </m:d>
                  </m:oMath>
                </a14:m>
                <a:r>
                  <a:rPr lang="en-US" sz="3200" dirty="0">
                    <a:uFillTx/>
                    <a:latin typeface="Times New Roman" panose="02020603050405020304" pitchFamily="18" charset="0"/>
                    <a:ea typeface="宋体" panose="02010600030101010101" pitchFamily="2" charset="-122"/>
                    <a:cs typeface="Songti SC"/>
                    <a:sym typeface="+mn-ea"/>
                  </a:rPr>
                  <a:t>生成的</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mn-ea"/>
                      </a:rPr>
                      <m:t>2</m:t>
                    </m:r>
                    <m:r>
                      <m:rPr>
                        <m:sty m:val="p"/>
                      </m:rPr>
                      <a:rPr lang="en-US" sz="3200" dirty="0">
                        <a:uFillTx/>
                        <a:latin typeface="Times New Roman" panose="02020603050405020304" pitchFamily="18" charset="0"/>
                        <a:ea typeface="宋体" panose="02010600030101010101" pitchFamily="2" charset="-122"/>
                        <a:cs typeface="Songti SC"/>
                        <a:sym typeface="+mn-ea"/>
                      </a:rPr>
                      <m:t>n</m:t>
                    </m:r>
                  </m:oMath>
                </a14:m>
                <a:r>
                  <a:rPr lang="en-US" sz="3200" dirty="0">
                    <a:uFillTx/>
                    <a:latin typeface="Times New Roman" panose="02020603050405020304" pitchFamily="18" charset="0"/>
                    <a:ea typeface="宋体" panose="02010600030101010101" pitchFamily="2" charset="-122"/>
                    <a:cs typeface="Songti SC"/>
                    <a:sym typeface="+mn-ea"/>
                  </a:rPr>
                  <a:t>维的格为</a:t>
                </a:r>
                <a:endParaRPr lang="en-US" sz="3200" dirty="0">
                  <a:uFillTx/>
                  <a:latin typeface="Times New Roman" panose="02020603050405020304" pitchFamily="18" charset="0"/>
                  <a:ea typeface="宋体" panose="02010600030101010101" pitchFamily="2" charset="-122"/>
                  <a:cs typeface="Songti SC"/>
                  <a:sym typeface="+mn-ea"/>
                </a:endParaRPr>
              </a:p>
              <a:p>
                <a:pPr lvl="0" indent="914400" algn="just" defTabSz="914400">
                  <a:lnSpc>
                    <a:spcPct val="125000"/>
                  </a:lnSpc>
                  <a:buSzTx/>
                  <a:defRPr/>
                </a:pPr>
                <a:endParaRPr lang="en-US" sz="3200" dirty="0">
                  <a:uFillTx/>
                  <a:latin typeface="Times New Roman" panose="02020603050405020304" pitchFamily="18" charset="0"/>
                  <a:ea typeface="宋体" panose="02010600030101010101" pitchFamily="2" charset="-122"/>
                  <a:cs typeface="Songti SC"/>
                  <a:sym typeface="+mn-ea"/>
                </a:endParaRPr>
              </a:p>
            </p:txBody>
          </p:sp>
        </mc:Choice>
        <mc:Fallback>
          <p:sp>
            <p:nvSpPr>
              <p:cNvPr id="8" name="AutoShape 8"/>
              <p:cNvSpPr txBox="1">
                <a:spLocks noRot="1" noChangeAspect="1" noMove="1" noResize="1" noEditPoints="1" noAdjustHandles="1" noChangeArrowheads="1" noChangeShapeType="1" noTextEdit="1"/>
              </p:cNvSpPr>
              <p:nvPr/>
            </p:nvSpPr>
            <p:spPr>
              <a:xfrm>
                <a:off x="1270000" y="1651000"/>
                <a:ext cx="15162696" cy="8370824"/>
              </a:xfrm>
              <a:prstGeom prst="rect">
                <a:avLst/>
              </a:prstGeom>
              <a:blipFill rotWithShape="1">
                <a:blip r:embed="rId3"/>
                <a:stretch>
                  <a:fillRect r="1" b="3"/>
                </a:stretch>
              </a:blipFill>
              <a:ln w="19050" cap="flat" cmpd="sng">
                <a:noFill/>
                <a:prstDash val="solid"/>
                <a:round/>
              </a:ln>
            </p:spPr>
            <p:txBody>
              <a:bodyPr/>
              <a:lstStyle/>
              <a:p>
                <a:r>
                  <a:rPr lang="zh-CN" altLang="en-US">
                    <a:noFill/>
                  </a:rPr>
                  <a:t> </a:t>
                </a:r>
              </a:p>
            </p:txBody>
          </p:sp>
        </mc:Fallback>
      </mc:AlternateContent>
      <p:sp>
        <p:nvSpPr>
          <p:cNvPr id="9" name="AutoShape 9"/>
          <p:cNvSpPr txBox="1"/>
          <p:nvPr/>
        </p:nvSpPr>
        <p:spPr>
          <a:xfrm>
            <a:off x="15544800" y="9410700"/>
            <a:ext cx="2133600" cy="441325"/>
          </a:xfrm>
          <a:prstGeom prst="rect">
            <a:avLst/>
          </a:prstGeom>
          <a:noFill/>
          <a:ln w="19050" cap="flat" cmpd="sng">
            <a:noFill/>
            <a:prstDash val="solid"/>
            <a:round/>
          </a:ln>
        </p:spPr>
        <p:txBody>
          <a:bodyPr vert="horz" wrap="square" lIns="91440" tIns="45720" rIns="91440" bIns="45720" rtlCol="0" anchor="ctr" anchorCtr="0"/>
          <a:lstStyle/>
          <a:p>
            <a:pPr marL="0" indent="0" algn="r" defTabSz="914400">
              <a:lnSpc>
                <a:spcPct val="100000"/>
              </a:lnSpc>
              <a:defRPr/>
            </a:pPr>
            <a:fld id="{C980D6ED-4929-4314-82EF-403DA6412A1E}" type="slidenum">
              <a:rPr sz="1400" b="0" i="0" u="none" strike="noStrike">
                <a:solidFill>
                  <a:srgbClr val="FFC000"/>
                </a:solidFill>
                <a:latin typeface="Calibri" panose="020F0502020204030204"/>
                <a:ea typeface="Calibri" panose="020F0502020204030204"/>
                <a:cs typeface="Calibri" panose="020F0502020204030204"/>
                <a:sym typeface="Calibri" panose="020F0502020204030204"/>
              </a:rPr>
            </a:fld>
            <a:endParaRPr lang="en-US" sz="1100"/>
          </a:p>
        </p:txBody>
      </p:sp>
      <p:sp>
        <p:nvSpPr>
          <p:cNvPr id="4" name="AutoShape 35"/>
          <p:cNvSpPr txBox="1"/>
          <p:nvPr/>
        </p:nvSpPr>
        <p:spPr>
          <a:xfrm>
            <a:off x="13694774" y="709652"/>
            <a:ext cx="3700052" cy="369332"/>
          </a:xfrm>
          <a:prstGeom prst="rect">
            <a:avLst/>
          </a:prstGeom>
          <a:noFill/>
          <a:ln w="19050" cap="flat" cmpd="sng">
            <a:noFill/>
            <a:prstDash val="solid"/>
            <a:round/>
          </a:ln>
        </p:spPr>
        <p:txBody>
          <a:bodyPr vert="horz" wrap="none" lIns="91440" tIns="45720" rIns="91440" bIns="45720" rtlCol="0" anchor="t" anchorCtr="0"/>
          <a:lstStyle/>
          <a:p>
            <a:pPr>
              <a:defRPr/>
            </a:pPr>
            <a:r>
              <a:rPr lang="zh-CN" altLang="zh-CN" sz="18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仿宋" panose="02010609060101010101" pitchFamily="49" charset="-122"/>
                <a:ea typeface="仿宋" panose="02010609060101010101" pitchFamily="49" charset="-122"/>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密码学</a:t>
            </a:r>
            <a:r>
              <a:rPr lang="en-US" sz="1800" b="1" i="0" u="none" strike="noStrike" dirty="0">
                <a:solidFill>
                  <a:srgbClr val="1F497D"/>
                </a:solidFill>
                <a:latin typeface="仿宋" panose="02010609060101010101" pitchFamily="49" charset="-122"/>
                <a:ea typeface="仿宋" panose="02010609060101010101" pitchFamily="49" charset="-122"/>
                <a:cs typeface="Zhuque Fangsong"/>
                <a:sym typeface="Zhuque Fangsong"/>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基础理论与应用</a:t>
            </a:r>
            <a:endParaRPr lang="en-US" sz="1100" dirty="0">
              <a:latin typeface="仿宋" panose="02010609060101010101" pitchFamily="49" charset="-122"/>
              <a:ea typeface="仿宋" panose="02010609060101010101" pitchFamily="49" charset="-122"/>
            </a:endParaRPr>
          </a:p>
        </p:txBody>
      </p:sp>
      <p:sp>
        <p:nvSpPr>
          <p:cNvPr id="11" name="TextBox 30"/>
          <p:cNvSpPr txBox="1"/>
          <p:nvPr/>
        </p:nvSpPr>
        <p:spPr>
          <a:xfrm>
            <a:off x="3192684" y="493890"/>
            <a:ext cx="9458717" cy="717550"/>
          </a:xfrm>
          <a:prstGeom prst="rect">
            <a:avLst/>
          </a:prstGeom>
        </p:spPr>
        <p:txBody>
          <a:bodyPr lIns="0" tIns="0" rIns="0" bIns="0" rtlCol="0" anchor="t">
            <a:spAutoFit/>
          </a:bodyPr>
          <a:lstStyle/>
          <a:p>
            <a:pPr algn="l">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Times New Roman" panose="02020603050405020304" pitchFamily="18" charset="0"/>
                <a:sym typeface="字由文艺黑" panose="00020600040101010101" charset="-122"/>
              </a:rPr>
              <a:t>NTRU</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算法分析</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3" name="TextBox 31"/>
          <p:cNvSpPr txBox="1"/>
          <p:nvPr/>
        </p:nvSpPr>
        <p:spPr>
          <a:xfrm>
            <a:off x="1183005" y="368935"/>
            <a:ext cx="2134235" cy="842645"/>
          </a:xfrm>
          <a:prstGeom prst="rect">
            <a:avLst/>
          </a:prstGeom>
        </p:spPr>
        <p:txBody>
          <a:bodyPr wrap="square" lIns="0" tIns="0" rIns="0" bIns="0" rtlCol="0" anchor="t">
            <a:spAutoFit/>
          </a:bodyPr>
          <a:lstStyle/>
          <a:p>
            <a:pPr lvl="0" algn="ctr">
              <a:lnSpc>
                <a:spcPts val="6575"/>
              </a:lnSpc>
              <a:buSzTx/>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Times New Roman" panose="02020603050405020304" pitchFamily="18" charset="0"/>
                <a:sym typeface="字由文艺黑" panose="00020600040101010101" charset="-122"/>
              </a:rPr>
              <a:t>10.3.2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Times New Roman" panose="02020603050405020304" pitchFamily="18" charset="0"/>
              <a:sym typeface="字由文艺黑" panose="00020600040101010101" charset="-122"/>
            </a:endParaRPr>
          </a:p>
        </p:txBody>
      </p:sp>
      <p:pic>
        <p:nvPicPr>
          <p:cNvPr id="15" name="图片 14"/>
          <p:cNvPicPr>
            <a:picLocks noChangeAspect="1"/>
          </p:cNvPicPr>
          <p:nvPr/>
        </p:nvPicPr>
        <p:blipFill>
          <a:blip r:embed="rId4"/>
          <a:stretch>
            <a:fillRect/>
          </a:stretch>
        </p:blipFill>
        <p:spPr>
          <a:xfrm>
            <a:off x="4811946" y="5836412"/>
            <a:ext cx="8078804" cy="3725865"/>
          </a:xfrm>
          <a:prstGeom prst="rect">
            <a:avLst/>
          </a:prstGeom>
        </p:spPr>
      </p:pic>
      <p:sp>
        <p:nvSpPr>
          <p:cNvPr id="17" name="文本框 16"/>
          <p:cNvSpPr txBox="1"/>
          <p:nvPr/>
        </p:nvSpPr>
        <p:spPr>
          <a:xfrm>
            <a:off x="8302752" y="9616674"/>
            <a:ext cx="1682496" cy="523220"/>
          </a:xfrm>
          <a:prstGeom prst="rect">
            <a:avLst/>
          </a:prstGeom>
          <a:noFill/>
        </p:spPr>
        <p:txBody>
          <a:bodyPr wrap="square">
            <a:spAutoFit/>
          </a:bodyPr>
          <a:lstStyle/>
          <a:p>
            <a:r>
              <a:rPr lang="zh-CN" altLang="en-US" sz="2800" dirty="0">
                <a:latin typeface="宋体" panose="02010600030101010101" pitchFamily="2" charset="-122"/>
                <a:ea typeface="宋体" panose="02010600030101010101" pitchFamily="2" charset="-122"/>
              </a:rPr>
              <a:t>图</a:t>
            </a:r>
            <a:r>
              <a:rPr lang="en-US" altLang="zh-CN" sz="2800" dirty="0">
                <a:latin typeface="宋体" panose="02010600030101010101" pitchFamily="2" charset="-122"/>
                <a:ea typeface="宋体" panose="02010600030101010101" pitchFamily="2" charset="-122"/>
              </a:rPr>
              <a:t>10.3.1</a:t>
            </a:r>
            <a:endParaRPr lang="zh-CN" altLang="en-US" sz="2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412090" y="1028700"/>
            <a:ext cx="7800783" cy="275915"/>
          </a:xfrm>
          <a:custGeom>
            <a:avLst/>
            <a:gdLst/>
            <a:ahLst/>
            <a:cxnLst/>
            <a:rect l="l" t="t" r="r" b="b"/>
            <a:pathLst>
              <a:path w="7800783" h="275915">
                <a:moveTo>
                  <a:pt x="137960" y="0"/>
                </a:moveTo>
                <a:lnTo>
                  <a:pt x="7662827" y="0"/>
                </a:lnTo>
                <a:cubicBezTo>
                  <a:pt x="7699414" y="0"/>
                  <a:pt x="7734504" y="14534"/>
                  <a:pt x="7760377" y="40406"/>
                </a:cubicBezTo>
                <a:cubicBezTo>
                  <a:pt x="7786248" y="66279"/>
                  <a:pt x="7800783" y="101369"/>
                  <a:pt x="7800783" y="137959"/>
                </a:cubicBezTo>
                <a:lnTo>
                  <a:pt x="7800783" y="137959"/>
                </a:lnTo>
                <a:cubicBezTo>
                  <a:pt x="7800783" y="174546"/>
                  <a:pt x="7786248" y="209636"/>
                  <a:pt x="7760377" y="235509"/>
                </a:cubicBezTo>
                <a:cubicBezTo>
                  <a:pt x="7734504" y="261380"/>
                  <a:pt x="7699414" y="275915"/>
                  <a:pt x="7662827" y="275915"/>
                </a:cubicBezTo>
                <a:lnTo>
                  <a:pt x="137960" y="275915"/>
                </a:lnTo>
                <a:cubicBezTo>
                  <a:pt x="101369" y="275915"/>
                  <a:pt x="66279" y="261380"/>
                  <a:pt x="40406" y="235509"/>
                </a:cubicBezTo>
                <a:cubicBezTo>
                  <a:pt x="14534" y="209636"/>
                  <a:pt x="0" y="174546"/>
                  <a:pt x="0" y="137959"/>
                </a:cubicBezTo>
                <a:lnTo>
                  <a:pt x="0" y="137959"/>
                </a:lnTo>
                <a:cubicBezTo>
                  <a:pt x="0" y="101369"/>
                  <a:pt x="14534" y="66279"/>
                  <a:pt x="40406" y="40406"/>
                </a:cubicBezTo>
                <a:cubicBezTo>
                  <a:pt x="66279" y="14534"/>
                  <a:pt x="101369" y="0"/>
                  <a:pt x="137960" y="0"/>
                </a:cubicBezTo>
                <a:close/>
              </a:path>
            </a:pathLst>
          </a:custGeom>
          <a:gradFill rotWithShape="1">
            <a:gsLst>
              <a:gs pos="0">
                <a:srgbClr val="DDEEFF">
                  <a:alpha val="100000"/>
                </a:srgbClr>
              </a:gs>
              <a:gs pos="100000">
                <a:srgbClr val="FFFFFF">
                  <a:alpha val="0"/>
                </a:srgbClr>
              </a:gs>
            </a:gsLst>
            <a:lin ang="0"/>
          </a:gradFill>
          <a:ln w="25400" cap="flat" cmpd="sng">
            <a:noFill/>
            <a:prstDash val="solid"/>
            <a:round/>
          </a:ln>
        </p:spPr>
        <p:txBody>
          <a:bodyPr vert="horz" wrap="square" lIns="91440" tIns="45720" rIns="91440" bIns="45720" rtlCol="0" anchor="t" anchorCtr="0"/>
          <a:lstStyle/>
          <a:p>
            <a:pPr algn="l">
              <a:defRPr/>
            </a:pPr>
          </a:p>
        </p:txBody>
      </p:sp>
      <p:pic>
        <p:nvPicPr>
          <p:cNvPr id="5" name="Picture 5"/>
          <p:cNvPicPr>
            <a:picLocks noChangeAspect="1"/>
          </p:cNvPicPr>
          <p:nvPr/>
        </p:nvPicPr>
        <p:blipFill>
          <a:blip r:embed="rId1">
            <a:alphaModFix amt="80000"/>
          </a:blip>
          <a:srcRect/>
          <a:stretch>
            <a:fillRect/>
          </a:stretch>
        </p:blipFill>
        <p:spPr>
          <a:xfrm>
            <a:off x="762000" y="494030"/>
            <a:ext cx="1069975" cy="656590"/>
          </a:xfrm>
          <a:prstGeom prst="rect">
            <a:avLst/>
          </a:prstGeom>
          <a:noFill/>
          <a:ln w="25400" cap="flat" cmpd="sng">
            <a:noFill/>
            <a:prstDash val="solid"/>
            <a:round/>
          </a:ln>
          <a:effectLst>
            <a:outerShdw blurRad="50800" dist="38100" dir="2700000" algn="tl">
              <a:srgbClr val="000000">
                <a:alpha val="40000"/>
              </a:srgbClr>
            </a:outerShdw>
            <a:reflection blurRad="6350" stA="50000" endA="300" endPos="55000" dir="5400000" sy="-100000" algn="bl" rotWithShape="0"/>
          </a:effectLst>
        </p:spPr>
      </p:pic>
      <p:pic>
        <p:nvPicPr>
          <p:cNvPr id="7" name="Picture 7"/>
          <p:cNvPicPr>
            <a:picLocks noChangeAspect="1"/>
          </p:cNvPicPr>
          <p:nvPr/>
        </p:nvPicPr>
        <p:blipFill>
          <a:blip r:embed="rId2"/>
          <a:srcRect/>
          <a:stretch>
            <a:fillRect/>
          </a:stretch>
        </p:blipFill>
        <p:spPr>
          <a:xfrm>
            <a:off x="13772537" y="1102753"/>
            <a:ext cx="2771429" cy="47619"/>
          </a:xfrm>
          <a:prstGeom prst="rect">
            <a:avLst/>
          </a:prstGeom>
          <a:noFill/>
          <a:ln w="25400" cap="flat" cmpd="sng">
            <a:noFill/>
            <a:prstDash val="solid"/>
            <a:round/>
          </a:ln>
        </p:spPr>
      </p:pic>
      <mc:AlternateContent xmlns:mc="http://schemas.openxmlformats.org/markup-compatibility/2006">
        <mc:Choice xmlns:a14="http://schemas.microsoft.com/office/drawing/2010/main" Requires="a14">
          <p:sp>
            <p:nvSpPr>
              <p:cNvPr id="8" name="AutoShape 8"/>
              <p:cNvSpPr txBox="1"/>
              <p:nvPr/>
            </p:nvSpPr>
            <p:spPr>
              <a:xfrm>
                <a:off x="1296987" y="1660220"/>
                <a:ext cx="15162696" cy="1143853"/>
              </a:xfrm>
              <a:prstGeom prst="rect">
                <a:avLst/>
              </a:prstGeom>
              <a:noFill/>
              <a:ln w="19050" cap="flat" cmpd="sng">
                <a:noFill/>
                <a:prstDash val="solid"/>
                <a:round/>
              </a:ln>
            </p:spPr>
            <p:txBody>
              <a:bodyPr vert="horz" wrap="square" lIns="0" tIns="0" rIns="0" bIns="0" rtlCol="0" anchor="t" anchorCtr="0">
                <a:noAutofit/>
              </a:bodyPr>
              <a:lstStyle/>
              <a:p>
                <a:pPr lvl="0" indent="914400" algn="just" defTabSz="914400">
                  <a:lnSpc>
                    <a:spcPct val="125000"/>
                  </a:lnSpc>
                  <a:buSzTx/>
                  <a:defRPr/>
                </a:pPr>
                <a:r>
                  <a:rPr lang="en-US" sz="3200" dirty="0">
                    <a:uFillTx/>
                    <a:latin typeface="Times New Roman" panose="02020603050405020304" pitchFamily="18" charset="0"/>
                    <a:ea typeface="宋体" panose="02010600030101010101" pitchFamily="2" charset="-122"/>
                    <a:cs typeface="Songti SC"/>
                    <a:sym typeface="+mn-ea"/>
                  </a:rPr>
                  <a:t>由</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mn-ea"/>
                      </a:rPr>
                      <m:t>ℎ</m:t>
                    </m:r>
                    <m:d>
                      <m:dPr>
                        <m:ctrlPr>
                          <a:rPr lang="en-US" sz="3200" dirty="0">
                            <a:uFillTx/>
                            <a:latin typeface="Times New Roman" panose="02020603050405020304" pitchFamily="18" charset="0"/>
                            <a:ea typeface="宋体" panose="02010600030101010101" pitchFamily="2" charset="-122"/>
                            <a:cs typeface="Songti SC"/>
                            <a:sym typeface="+mn-ea"/>
                          </a:rPr>
                        </m:ctrlPr>
                      </m:dPr>
                      <m:e>
                        <m:r>
                          <a:rPr lang="en-US" sz="3200" dirty="0">
                            <a:uFillTx/>
                            <a:latin typeface="Times New Roman" panose="02020603050405020304" pitchFamily="18" charset="0"/>
                            <a:ea typeface="宋体" panose="02010600030101010101" pitchFamily="2" charset="-122"/>
                            <a:cs typeface="Songti SC"/>
                            <a:sym typeface="+mn-ea"/>
                          </a:rPr>
                          <m:t>𝑥</m:t>
                        </m:r>
                      </m:e>
                    </m:d>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𝑓</m:t>
                    </m:r>
                    <m:d>
                      <m:dPr>
                        <m:ctrlPr>
                          <a:rPr lang="en-US" sz="3200" dirty="0">
                            <a:uFillTx/>
                            <a:latin typeface="Times New Roman" panose="02020603050405020304" pitchFamily="18" charset="0"/>
                            <a:ea typeface="宋体" panose="02010600030101010101" pitchFamily="2" charset="-122"/>
                            <a:cs typeface="Songti SC"/>
                            <a:sym typeface="+mn-ea"/>
                          </a:rPr>
                        </m:ctrlPr>
                      </m:dPr>
                      <m:e>
                        <m:r>
                          <a:rPr lang="en-US" sz="3200" dirty="0">
                            <a:uFillTx/>
                            <a:latin typeface="Times New Roman" panose="02020603050405020304" pitchFamily="18" charset="0"/>
                            <a:ea typeface="宋体" panose="02010600030101010101" pitchFamily="2" charset="-122"/>
                            <a:cs typeface="Songti SC"/>
                            <a:sym typeface="+mn-ea"/>
                          </a:rPr>
                          <m:t>𝑥</m:t>
                        </m:r>
                      </m:e>
                    </m:d>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𝑔</m:t>
                    </m:r>
                    <m:d>
                      <m:dPr>
                        <m:ctrlPr>
                          <a:rPr lang="en-US" sz="3200" dirty="0">
                            <a:uFillTx/>
                            <a:latin typeface="Times New Roman" panose="02020603050405020304" pitchFamily="18" charset="0"/>
                            <a:ea typeface="宋体" panose="02010600030101010101" pitchFamily="2" charset="-122"/>
                            <a:cs typeface="Songti SC"/>
                            <a:sym typeface="+mn-ea"/>
                          </a:rPr>
                        </m:ctrlPr>
                      </m:dPr>
                      <m:e>
                        <m:r>
                          <a:rPr lang="en-US" sz="3200" dirty="0">
                            <a:uFillTx/>
                            <a:latin typeface="Times New Roman" panose="02020603050405020304" pitchFamily="18" charset="0"/>
                            <a:ea typeface="宋体" panose="02010600030101010101" pitchFamily="2" charset="-122"/>
                            <a:cs typeface="Songti SC"/>
                            <a:sym typeface="+mn-ea"/>
                          </a:rPr>
                          <m:t>𝑥</m:t>
                        </m:r>
                      </m:e>
                    </m:d>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mod</m:t>
                    </m:r>
                    <m:r>
                      <a:rPr lang="en-US" sz="3200" dirty="0">
                        <a:uFillTx/>
                        <a:latin typeface="Times New Roman" panose="02020603050405020304" pitchFamily="18" charset="0"/>
                        <a:ea typeface="宋体" panose="02010600030101010101" pitchFamily="2" charset="-122"/>
                        <a:cs typeface="Songti SC"/>
                        <a:sym typeface="+mn-ea"/>
                      </a:rPr>
                      <m:t>𝑞</m:t>
                    </m:r>
                    <m:r>
                      <a:rPr lang="en-US" sz="3200" dirty="0">
                        <a:uFillTx/>
                        <a:latin typeface="Times New Roman" panose="02020603050405020304" pitchFamily="18" charset="0"/>
                        <a:ea typeface="宋体" panose="02010600030101010101" pitchFamily="2" charset="-122"/>
                        <a:cs typeface="Songti SC"/>
                        <a:sym typeface="+mn-ea"/>
                      </a:rPr>
                      <m:t>）</m:t>
                    </m:r>
                  </m:oMath>
                </a14:m>
                <a:r>
                  <a:rPr lang="en-US" sz="3200" dirty="0">
                    <a:uFillTx/>
                    <a:latin typeface="Times New Roman" panose="02020603050405020304" pitchFamily="18" charset="0"/>
                    <a:ea typeface="宋体" panose="02010600030101010101" pitchFamily="2" charset="-122"/>
                    <a:cs typeface="Songti SC"/>
                    <a:sym typeface="+mn-ea"/>
                  </a:rPr>
                  <a:t>可知</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mn-ea"/>
                      </a:rPr>
                      <m:t>ℎ</m:t>
                    </m:r>
                    <m:d>
                      <m:dPr>
                        <m:ctrlPr>
                          <a:rPr lang="en-US" sz="3200" dirty="0">
                            <a:uFillTx/>
                            <a:latin typeface="Times New Roman" panose="02020603050405020304" pitchFamily="18" charset="0"/>
                            <a:ea typeface="宋体" panose="02010600030101010101" pitchFamily="2" charset="-122"/>
                            <a:cs typeface="Songti SC"/>
                            <a:sym typeface="+mn-ea"/>
                          </a:rPr>
                        </m:ctrlPr>
                      </m:dPr>
                      <m:e>
                        <m:r>
                          <a:rPr lang="en-US" sz="3200" dirty="0">
                            <a:uFillTx/>
                            <a:latin typeface="Times New Roman" panose="02020603050405020304" pitchFamily="18" charset="0"/>
                            <a:ea typeface="宋体" panose="02010600030101010101" pitchFamily="2" charset="-122"/>
                            <a:cs typeface="Songti SC"/>
                            <a:sym typeface="+mn-ea"/>
                          </a:rPr>
                          <m:t>𝑥</m:t>
                        </m:r>
                      </m:e>
                    </m:d>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𝑓</m:t>
                    </m:r>
                    <m:d>
                      <m:dPr>
                        <m:ctrlPr>
                          <a:rPr lang="en-US" sz="3200" dirty="0">
                            <a:uFillTx/>
                            <a:latin typeface="Times New Roman" panose="02020603050405020304" pitchFamily="18" charset="0"/>
                            <a:ea typeface="宋体" panose="02010600030101010101" pitchFamily="2" charset="-122"/>
                            <a:cs typeface="Songti SC"/>
                            <a:sym typeface="+mn-ea"/>
                          </a:rPr>
                        </m:ctrlPr>
                      </m:dPr>
                      <m:e>
                        <m:r>
                          <a:rPr lang="en-US" sz="3200" dirty="0">
                            <a:uFillTx/>
                            <a:latin typeface="Times New Roman" panose="02020603050405020304" pitchFamily="18" charset="0"/>
                            <a:ea typeface="宋体" panose="02010600030101010101" pitchFamily="2" charset="-122"/>
                            <a:cs typeface="Songti SC"/>
                            <a:sym typeface="+mn-ea"/>
                          </a:rPr>
                          <m:t>𝑥</m:t>
                        </m:r>
                      </m:e>
                    </m:d>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𝑔</m:t>
                    </m:r>
                    <m:d>
                      <m:dPr>
                        <m:ctrlPr>
                          <a:rPr lang="en-US" sz="3200" dirty="0">
                            <a:uFillTx/>
                            <a:latin typeface="Times New Roman" panose="02020603050405020304" pitchFamily="18" charset="0"/>
                            <a:ea typeface="宋体" panose="02010600030101010101" pitchFamily="2" charset="-122"/>
                            <a:cs typeface="Songti SC"/>
                            <a:sym typeface="+mn-ea"/>
                          </a:rPr>
                        </m:ctrlPr>
                      </m:dPr>
                      <m:e>
                        <m:r>
                          <a:rPr lang="en-US" sz="3200" dirty="0">
                            <a:uFillTx/>
                            <a:latin typeface="Times New Roman" panose="02020603050405020304" pitchFamily="18" charset="0"/>
                            <a:ea typeface="宋体" panose="02010600030101010101" pitchFamily="2" charset="-122"/>
                            <a:cs typeface="Songti SC"/>
                            <a:sym typeface="+mn-ea"/>
                          </a:rPr>
                          <m:t>𝑥</m:t>
                        </m:r>
                      </m:e>
                    </m:d>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𝑞𝑘</m:t>
                    </m:r>
                  </m:oMath>
                </a14:m>
                <a:r>
                  <a:rPr lang="en-US" sz="3200" dirty="0">
                    <a:uFillTx/>
                    <a:latin typeface="Times New Roman" panose="02020603050405020304" pitchFamily="18" charset="0"/>
                    <a:ea typeface="宋体" panose="02010600030101010101" pitchFamily="2" charset="-122"/>
                    <a:cs typeface="Songti SC"/>
                    <a:sym typeface="+mn-ea"/>
                  </a:rPr>
                  <a:t>，</a:t>
                </a:r>
                <a:r>
                  <a:rPr lang="en-US" sz="3200" dirty="0">
                    <a:uFillTx/>
                    <a:latin typeface="Times New Roman" panose="02020603050405020304" pitchFamily="18" charset="0"/>
                    <a:ea typeface="宋体" panose="02010600030101010101" pitchFamily="2" charset="-122"/>
                    <a:cs typeface="Songti SC"/>
                    <a:sym typeface="+mn-ea"/>
                  </a:rPr>
                  <a:t>存在</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mn-ea"/>
                      </a:rPr>
                      <m:t>𝑛</m:t>
                    </m:r>
                  </m:oMath>
                </a14:m>
                <a:r>
                  <a:rPr lang="en-US" sz="3200" dirty="0">
                    <a:uFillTx/>
                    <a:latin typeface="Times New Roman" panose="02020603050405020304" pitchFamily="18" charset="0"/>
                    <a:ea typeface="宋体" panose="02010600030101010101" pitchFamily="2" charset="-122"/>
                    <a:cs typeface="Songti SC"/>
                    <a:sym typeface="+mn-ea"/>
                  </a:rPr>
                  <a:t>维向量</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mn-ea"/>
                      </a:rPr>
                      <m:t>𝑘</m:t>
                    </m:r>
                    <m:r>
                      <a:rPr lang="en-US" sz="3200" dirty="0">
                        <a:uFillTx/>
                        <a:latin typeface="Times New Roman" panose="02020603050405020304" pitchFamily="18" charset="0"/>
                        <a:ea typeface="宋体" panose="02010600030101010101" pitchFamily="2" charset="-122"/>
                        <a:cs typeface="Songti SC"/>
                        <a:sym typeface="+mn-ea"/>
                      </a:rPr>
                      <m:t>=</m:t>
                    </m:r>
                    <m:d>
                      <m:dPr>
                        <m:ctrlPr>
                          <a:rPr lang="en-US" sz="3200" dirty="0">
                            <a:uFillTx/>
                            <a:latin typeface="Times New Roman" panose="02020603050405020304" pitchFamily="18" charset="0"/>
                            <a:ea typeface="宋体" panose="02010600030101010101" pitchFamily="2" charset="-122"/>
                            <a:cs typeface="Songti SC"/>
                            <a:sym typeface="+mn-ea"/>
                          </a:rPr>
                        </m:ctrlPr>
                      </m:dPr>
                      <m:e>
                        <m:sSub>
                          <m:sSubPr>
                            <m:ctrlPr>
                              <a:rPr lang="en-US" sz="3200" dirty="0">
                                <a:uFillTx/>
                                <a:latin typeface="Times New Roman" panose="02020603050405020304" pitchFamily="18" charset="0"/>
                                <a:ea typeface="宋体" panose="02010600030101010101" pitchFamily="2" charset="-122"/>
                                <a:cs typeface="Songti SC"/>
                                <a:sym typeface="+mn-ea"/>
                              </a:rPr>
                            </m:ctrlPr>
                          </m:sSubPr>
                          <m:e>
                            <m:r>
                              <a:rPr lang="en-US" sz="3200" dirty="0">
                                <a:uFillTx/>
                                <a:latin typeface="Times New Roman" panose="02020603050405020304" pitchFamily="18" charset="0"/>
                                <a:ea typeface="宋体" panose="02010600030101010101" pitchFamily="2" charset="-122"/>
                                <a:cs typeface="Songti SC"/>
                                <a:sym typeface="+mn-ea"/>
                              </a:rPr>
                              <m:t>𝑘</m:t>
                            </m:r>
                          </m:e>
                          <m:sub>
                            <m:r>
                              <a:rPr lang="en-US" sz="3200" dirty="0">
                                <a:uFillTx/>
                                <a:latin typeface="Times New Roman" panose="02020603050405020304" pitchFamily="18" charset="0"/>
                                <a:ea typeface="宋体" panose="02010600030101010101" pitchFamily="2" charset="-122"/>
                                <a:cs typeface="Songti SC"/>
                                <a:sym typeface="+mn-ea"/>
                              </a:rPr>
                              <m:t>0</m:t>
                            </m:r>
                          </m:sub>
                        </m:sSub>
                        <m:r>
                          <a:rPr lang="en-US" sz="3200" dirty="0">
                            <a:uFillTx/>
                            <a:latin typeface="Times New Roman" panose="02020603050405020304" pitchFamily="18" charset="0"/>
                            <a:ea typeface="宋体" panose="02010600030101010101" pitchFamily="2" charset="-122"/>
                            <a:cs typeface="Songti SC"/>
                            <a:sym typeface="+mn-ea"/>
                          </a:rPr>
                          <m:t>,</m:t>
                        </m:r>
                        <m:sSub>
                          <m:sSubPr>
                            <m:ctrlPr>
                              <a:rPr lang="en-US" sz="3200" dirty="0">
                                <a:uFillTx/>
                                <a:latin typeface="Times New Roman" panose="02020603050405020304" pitchFamily="18" charset="0"/>
                                <a:ea typeface="宋体" panose="02010600030101010101" pitchFamily="2" charset="-122"/>
                                <a:cs typeface="Songti SC"/>
                                <a:sym typeface="+mn-ea"/>
                              </a:rPr>
                            </m:ctrlPr>
                          </m:sSubPr>
                          <m:e>
                            <m:r>
                              <a:rPr lang="en-US" sz="3200" dirty="0">
                                <a:uFillTx/>
                                <a:latin typeface="Times New Roman" panose="02020603050405020304" pitchFamily="18" charset="0"/>
                                <a:ea typeface="宋体" panose="02010600030101010101" pitchFamily="2" charset="-122"/>
                                <a:cs typeface="Songti SC"/>
                                <a:sym typeface="+mn-ea"/>
                              </a:rPr>
                              <m:t>𝑘</m:t>
                            </m:r>
                          </m:e>
                          <m:sub>
                            <m:r>
                              <a:rPr lang="en-US" sz="3200" dirty="0">
                                <a:uFillTx/>
                                <a:latin typeface="Times New Roman" panose="02020603050405020304" pitchFamily="18" charset="0"/>
                                <a:ea typeface="宋体" panose="02010600030101010101" pitchFamily="2" charset="-122"/>
                                <a:cs typeface="Songti SC"/>
                                <a:sym typeface="+mn-ea"/>
                              </a:rPr>
                              <m:t>1</m:t>
                            </m:r>
                          </m:sub>
                        </m:sSub>
                        <m:r>
                          <a:rPr lang="en-US" sz="3200" dirty="0">
                            <a:uFillTx/>
                            <a:latin typeface="Times New Roman" panose="02020603050405020304" pitchFamily="18" charset="0"/>
                            <a:ea typeface="宋体" panose="02010600030101010101" pitchFamily="2" charset="-122"/>
                            <a:cs typeface="Songti SC"/>
                            <a:sym typeface="+mn-ea"/>
                          </a:rPr>
                          <m:t>,</m:t>
                        </m:r>
                        <m:sSub>
                          <m:sSubPr>
                            <m:ctrlPr>
                              <a:rPr lang="en-US" sz="3200" dirty="0">
                                <a:uFillTx/>
                                <a:latin typeface="Times New Roman" panose="02020603050405020304" pitchFamily="18" charset="0"/>
                                <a:ea typeface="宋体" panose="02010600030101010101" pitchFamily="2" charset="-122"/>
                                <a:cs typeface="Songti SC"/>
                                <a:sym typeface="+mn-ea"/>
                              </a:rPr>
                            </m:ctrlPr>
                          </m:sSubPr>
                          <m:e>
                            <m:r>
                              <a:rPr lang="en-US" sz="3200" dirty="0">
                                <a:uFillTx/>
                                <a:latin typeface="Times New Roman" panose="02020603050405020304" pitchFamily="18" charset="0"/>
                                <a:ea typeface="宋体" panose="02010600030101010101" pitchFamily="2" charset="-122"/>
                                <a:cs typeface="Songti SC"/>
                                <a:sym typeface="+mn-ea"/>
                              </a:rPr>
                              <m:t>𝑘</m:t>
                            </m:r>
                          </m:e>
                          <m:sub>
                            <m:r>
                              <a:rPr lang="en-US" sz="3200" dirty="0">
                                <a:uFillTx/>
                                <a:latin typeface="Times New Roman" panose="02020603050405020304" pitchFamily="18" charset="0"/>
                                <a:ea typeface="宋体" panose="02010600030101010101" pitchFamily="2" charset="-122"/>
                                <a:cs typeface="Songti SC"/>
                                <a:sym typeface="+mn-ea"/>
                              </a:rPr>
                              <m:t>2</m:t>
                            </m:r>
                          </m:sub>
                        </m:sSub>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m:t>
                        </m:r>
                        <m:sSub>
                          <m:sSubPr>
                            <m:ctrlPr>
                              <a:rPr lang="en-US" sz="3200" dirty="0">
                                <a:uFillTx/>
                                <a:latin typeface="Times New Roman" panose="02020603050405020304" pitchFamily="18" charset="0"/>
                                <a:ea typeface="宋体" panose="02010600030101010101" pitchFamily="2" charset="-122"/>
                                <a:cs typeface="Songti SC"/>
                                <a:sym typeface="+mn-ea"/>
                              </a:rPr>
                            </m:ctrlPr>
                          </m:sSubPr>
                          <m:e>
                            <m:r>
                              <a:rPr lang="en-US" sz="3200" dirty="0">
                                <a:uFillTx/>
                                <a:latin typeface="Times New Roman" panose="02020603050405020304" pitchFamily="18" charset="0"/>
                                <a:ea typeface="宋体" panose="02010600030101010101" pitchFamily="2" charset="-122"/>
                                <a:cs typeface="Songti SC"/>
                                <a:sym typeface="+mn-ea"/>
                              </a:rPr>
                              <m:t>𝑘</m:t>
                            </m:r>
                          </m:e>
                          <m:sub>
                            <m:r>
                              <a:rPr lang="en-US" sz="3200" dirty="0">
                                <a:uFillTx/>
                                <a:latin typeface="Times New Roman" panose="02020603050405020304" pitchFamily="18" charset="0"/>
                                <a:ea typeface="宋体" panose="02010600030101010101" pitchFamily="2" charset="-122"/>
                                <a:cs typeface="Songti SC"/>
                                <a:sym typeface="+mn-ea"/>
                              </a:rPr>
                              <m:t>𝑛</m:t>
                            </m:r>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1</m:t>
                            </m:r>
                          </m:sub>
                        </m:sSub>
                      </m:e>
                    </m:d>
                  </m:oMath>
                </a14:m>
                <a:r>
                  <a:rPr lang="en-US" sz="3200" dirty="0">
                    <a:uFillTx/>
                    <a:latin typeface="Times New Roman" panose="02020603050405020304" pitchFamily="18" charset="0"/>
                    <a:ea typeface="宋体" panose="02010600030101010101" pitchFamily="2" charset="-122"/>
                    <a:cs typeface="Songti SC"/>
                    <a:sym typeface="+mn-ea"/>
                  </a:rPr>
                  <a:t>满足</a:t>
                </a:r>
                <a:endParaRPr lang="en-US" sz="3200" dirty="0">
                  <a:uFillTx/>
                  <a:latin typeface="Times New Roman" panose="02020603050405020304" pitchFamily="18" charset="0"/>
                  <a:ea typeface="宋体" panose="02010600030101010101" pitchFamily="2" charset="-122"/>
                  <a:cs typeface="Songti SC"/>
                  <a:sym typeface="+mn-ea"/>
                </a:endParaRPr>
              </a:p>
              <a:p>
                <a:pPr lvl="0" indent="914400" algn="just" defTabSz="914400">
                  <a:lnSpc>
                    <a:spcPct val="125000"/>
                  </a:lnSpc>
                  <a:buSzTx/>
                  <a:defRPr/>
                </a:pPr>
                <a:endParaRPr lang="en-US" sz="3200" dirty="0">
                  <a:uFillTx/>
                  <a:latin typeface="Times New Roman" panose="02020603050405020304" pitchFamily="18" charset="0"/>
                  <a:ea typeface="宋体" panose="02010600030101010101" pitchFamily="2" charset="-122"/>
                  <a:cs typeface="Songti SC"/>
                  <a:sym typeface="+mn-ea"/>
                </a:endParaRPr>
              </a:p>
              <a:p>
                <a:pPr lvl="0" indent="914400" algn="just" defTabSz="914400">
                  <a:lnSpc>
                    <a:spcPct val="125000"/>
                  </a:lnSpc>
                  <a:buSzTx/>
                  <a:defRPr/>
                </a:pPr>
                <a:endParaRPr lang="en-US" sz="3200" dirty="0">
                  <a:uFillTx/>
                  <a:latin typeface="Times New Roman" panose="02020603050405020304" pitchFamily="18" charset="0"/>
                  <a:ea typeface="宋体" panose="02010600030101010101" pitchFamily="2" charset="-122"/>
                  <a:cs typeface="Songti SC"/>
                  <a:sym typeface="+mn-ea"/>
                </a:endParaRPr>
              </a:p>
              <a:p>
                <a:pPr lvl="0" indent="914400" algn="just" defTabSz="914400">
                  <a:lnSpc>
                    <a:spcPct val="125000"/>
                  </a:lnSpc>
                  <a:buSzTx/>
                  <a:defRPr/>
                </a:pPr>
                <a:endParaRPr lang="en-US" sz="3200" dirty="0">
                  <a:uFillTx/>
                  <a:latin typeface="Times New Roman" panose="02020603050405020304" pitchFamily="18" charset="0"/>
                  <a:ea typeface="宋体" panose="02010600030101010101" pitchFamily="2" charset="-122"/>
                  <a:cs typeface="Songti SC"/>
                  <a:sym typeface="+mn-ea"/>
                </a:endParaRPr>
              </a:p>
              <a:p>
                <a:pPr lvl="0" indent="914400" algn="just" defTabSz="914400">
                  <a:lnSpc>
                    <a:spcPct val="125000"/>
                  </a:lnSpc>
                  <a:buSzTx/>
                  <a:defRPr/>
                </a:pPr>
                <a:endParaRPr lang="en-US" sz="3200" dirty="0">
                  <a:uFillTx/>
                  <a:latin typeface="Times New Roman" panose="02020603050405020304" pitchFamily="18" charset="0"/>
                  <a:ea typeface="宋体" panose="02010600030101010101" pitchFamily="2" charset="-122"/>
                  <a:cs typeface="Songti SC"/>
                  <a:sym typeface="+mn-ea"/>
                </a:endParaRPr>
              </a:p>
              <a:p>
                <a:pPr lvl="0" indent="914400" algn="just" defTabSz="914400">
                  <a:lnSpc>
                    <a:spcPct val="125000"/>
                  </a:lnSpc>
                  <a:buSzTx/>
                  <a:defRPr/>
                </a:pPr>
                <a:r>
                  <a:rPr lang="en-US" sz="3200" dirty="0">
                    <a:uFillTx/>
                    <a:latin typeface="Times New Roman" panose="02020603050405020304" pitchFamily="18" charset="0"/>
                    <a:ea typeface="宋体" panose="02010600030101010101" pitchFamily="2" charset="-122"/>
                    <a:cs typeface="Songti SC"/>
                    <a:sym typeface="+mn-ea"/>
                  </a:rPr>
                  <a:t>即</a:t>
                </a:r>
                <a:endParaRPr lang="en-US" sz="3200" dirty="0">
                  <a:uFillTx/>
                  <a:latin typeface="Times New Roman" panose="02020603050405020304" pitchFamily="18" charset="0"/>
                  <a:ea typeface="宋体" panose="02010600030101010101" pitchFamily="2" charset="-122"/>
                  <a:cs typeface="Songti SC"/>
                  <a:sym typeface="+mn-ea"/>
                </a:endParaRPr>
              </a:p>
            </p:txBody>
          </p:sp>
        </mc:Choice>
        <mc:Fallback>
          <p:sp>
            <p:nvSpPr>
              <p:cNvPr id="8" name="AutoShape 8"/>
              <p:cNvSpPr txBox="1">
                <a:spLocks noRot="1" noChangeAspect="1" noMove="1" noResize="1" noEditPoints="1" noAdjustHandles="1" noChangeArrowheads="1" noChangeShapeType="1" noTextEdit="1"/>
              </p:cNvSpPr>
              <p:nvPr/>
            </p:nvSpPr>
            <p:spPr>
              <a:xfrm>
                <a:off x="1296987" y="1660220"/>
                <a:ext cx="15162696" cy="1143853"/>
              </a:xfrm>
              <a:prstGeom prst="rect">
                <a:avLst/>
              </a:prstGeom>
              <a:blipFill rotWithShape="1">
                <a:blip r:embed="rId3"/>
                <a:stretch>
                  <a:fillRect l="-2" t="-29" r="3" b="-278744"/>
                </a:stretch>
              </a:blipFill>
              <a:ln w="19050" cap="flat" cmpd="sng">
                <a:noFill/>
                <a:prstDash val="solid"/>
                <a:round/>
              </a:ln>
            </p:spPr>
            <p:txBody>
              <a:bodyPr/>
              <a:lstStyle/>
              <a:p>
                <a:r>
                  <a:rPr lang="zh-CN" altLang="en-US">
                    <a:noFill/>
                  </a:rPr>
                  <a:t> </a:t>
                </a:r>
              </a:p>
            </p:txBody>
          </p:sp>
        </mc:Fallback>
      </mc:AlternateContent>
      <p:sp>
        <p:nvSpPr>
          <p:cNvPr id="9" name="AutoShape 9"/>
          <p:cNvSpPr txBox="1"/>
          <p:nvPr/>
        </p:nvSpPr>
        <p:spPr>
          <a:xfrm>
            <a:off x="15544800" y="9410700"/>
            <a:ext cx="2133600" cy="441325"/>
          </a:xfrm>
          <a:prstGeom prst="rect">
            <a:avLst/>
          </a:prstGeom>
          <a:noFill/>
          <a:ln w="19050" cap="flat" cmpd="sng">
            <a:noFill/>
            <a:prstDash val="solid"/>
            <a:round/>
          </a:ln>
        </p:spPr>
        <p:txBody>
          <a:bodyPr vert="horz" wrap="square" lIns="91440" tIns="45720" rIns="91440" bIns="45720" rtlCol="0" anchor="ctr" anchorCtr="0"/>
          <a:lstStyle/>
          <a:p>
            <a:pPr marL="0" indent="0" algn="r" defTabSz="914400">
              <a:lnSpc>
                <a:spcPct val="100000"/>
              </a:lnSpc>
              <a:defRPr/>
            </a:pPr>
            <a:fld id="{C980D6ED-4929-4314-82EF-403DA6412A1E}" type="slidenum">
              <a:rPr sz="1400" b="0" i="0" u="none" strike="noStrike">
                <a:solidFill>
                  <a:srgbClr val="FFC000"/>
                </a:solidFill>
                <a:latin typeface="Calibri" panose="020F0502020204030204"/>
                <a:ea typeface="Calibri" panose="020F0502020204030204"/>
                <a:cs typeface="Calibri" panose="020F0502020204030204"/>
                <a:sym typeface="Calibri" panose="020F0502020204030204"/>
              </a:rPr>
            </a:fld>
            <a:endParaRPr lang="en-US" sz="1100"/>
          </a:p>
        </p:txBody>
      </p:sp>
      <p:sp>
        <p:nvSpPr>
          <p:cNvPr id="4" name="AutoShape 35"/>
          <p:cNvSpPr txBox="1"/>
          <p:nvPr/>
        </p:nvSpPr>
        <p:spPr>
          <a:xfrm>
            <a:off x="13694774" y="709652"/>
            <a:ext cx="3700052" cy="369332"/>
          </a:xfrm>
          <a:prstGeom prst="rect">
            <a:avLst/>
          </a:prstGeom>
          <a:noFill/>
          <a:ln w="19050" cap="flat" cmpd="sng">
            <a:noFill/>
            <a:prstDash val="solid"/>
            <a:round/>
          </a:ln>
        </p:spPr>
        <p:txBody>
          <a:bodyPr vert="horz" wrap="none" lIns="91440" tIns="45720" rIns="91440" bIns="45720" rtlCol="0" anchor="t" anchorCtr="0"/>
          <a:lstStyle/>
          <a:p>
            <a:pPr>
              <a:defRPr/>
            </a:pPr>
            <a:r>
              <a:rPr lang="zh-CN" altLang="zh-CN" sz="18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仿宋" panose="02010609060101010101" pitchFamily="49" charset="-122"/>
                <a:ea typeface="仿宋" panose="02010609060101010101" pitchFamily="49" charset="-122"/>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密码学</a:t>
            </a:r>
            <a:r>
              <a:rPr lang="en-US" sz="1800" b="1" i="0" u="none" strike="noStrike" dirty="0">
                <a:solidFill>
                  <a:srgbClr val="1F497D"/>
                </a:solidFill>
                <a:latin typeface="仿宋" panose="02010609060101010101" pitchFamily="49" charset="-122"/>
                <a:ea typeface="仿宋" panose="02010609060101010101" pitchFamily="49" charset="-122"/>
                <a:cs typeface="Zhuque Fangsong"/>
                <a:sym typeface="Zhuque Fangsong"/>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基础理论与应用</a:t>
            </a:r>
            <a:endParaRPr lang="en-US" sz="1100" dirty="0">
              <a:latin typeface="仿宋" panose="02010609060101010101" pitchFamily="49" charset="-122"/>
              <a:ea typeface="仿宋" panose="02010609060101010101" pitchFamily="49" charset="-122"/>
            </a:endParaRPr>
          </a:p>
        </p:txBody>
      </p:sp>
      <p:sp>
        <p:nvSpPr>
          <p:cNvPr id="11" name="TextBox 30"/>
          <p:cNvSpPr txBox="1"/>
          <p:nvPr/>
        </p:nvSpPr>
        <p:spPr>
          <a:xfrm>
            <a:off x="3132359" y="472935"/>
            <a:ext cx="9458717" cy="717550"/>
          </a:xfrm>
          <a:prstGeom prst="rect">
            <a:avLst/>
          </a:prstGeom>
        </p:spPr>
        <p:txBody>
          <a:bodyPr lIns="0" tIns="0" rIns="0" bIns="0" rtlCol="0" anchor="t">
            <a:spAutoFit/>
          </a:bodyPr>
          <a:lstStyle/>
          <a:p>
            <a:pPr algn="l">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Times New Roman" panose="02020603050405020304" pitchFamily="18" charset="0"/>
                <a:sym typeface="字由文艺黑" panose="00020600040101010101" charset="-122"/>
              </a:rPr>
              <a:t>NTRU</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算法分析</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3" name="TextBox 31"/>
          <p:cNvSpPr txBox="1"/>
          <p:nvPr/>
        </p:nvSpPr>
        <p:spPr>
          <a:xfrm>
            <a:off x="1106170" y="411480"/>
            <a:ext cx="2132965" cy="842645"/>
          </a:xfrm>
          <a:prstGeom prst="rect">
            <a:avLst/>
          </a:prstGeom>
        </p:spPr>
        <p:txBody>
          <a:bodyPr wrap="square" lIns="0" tIns="0" rIns="0" bIns="0" rtlCol="0" anchor="t">
            <a:spAutoFit/>
          </a:bodyPr>
          <a:lstStyle/>
          <a:p>
            <a:pPr lvl="0" algn="ctr">
              <a:lnSpc>
                <a:spcPts val="6575"/>
              </a:lnSpc>
              <a:buSzTx/>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Times New Roman" panose="02020603050405020304" pitchFamily="18" charset="0"/>
                <a:sym typeface="字由文艺黑" panose="00020600040101010101" charset="-122"/>
              </a:rPr>
              <a:t>10.3.2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Times New Roman" panose="02020603050405020304" pitchFamily="18" charset="0"/>
              <a:sym typeface="字由文艺黑" panose="00020600040101010101" charset="-122"/>
            </a:endParaRPr>
          </a:p>
        </p:txBody>
      </p:sp>
      <p:pic>
        <p:nvPicPr>
          <p:cNvPr id="6" name="图片 5"/>
          <p:cNvPicPr>
            <a:picLocks noChangeAspect="1"/>
          </p:cNvPicPr>
          <p:nvPr/>
        </p:nvPicPr>
        <p:blipFill>
          <a:blip r:embed="rId4"/>
          <a:stretch>
            <a:fillRect/>
          </a:stretch>
        </p:blipFill>
        <p:spPr>
          <a:xfrm>
            <a:off x="6027590" y="2958316"/>
            <a:ext cx="4370563" cy="1583213"/>
          </a:xfrm>
          <a:prstGeom prst="rect">
            <a:avLst/>
          </a:prstGeom>
        </p:spPr>
      </p:pic>
      <p:sp>
        <p:nvSpPr>
          <p:cNvPr id="12" name="文本框 11"/>
          <p:cNvSpPr txBox="1"/>
          <p:nvPr/>
        </p:nvSpPr>
        <p:spPr>
          <a:xfrm>
            <a:off x="7516368" y="4541529"/>
            <a:ext cx="1773936" cy="523220"/>
          </a:xfrm>
          <a:prstGeom prst="rect">
            <a:avLst/>
          </a:prstGeom>
          <a:noFill/>
        </p:spPr>
        <p:txBody>
          <a:bodyPr wrap="square">
            <a:spAutoFit/>
          </a:bodyPr>
          <a:lstStyle/>
          <a:p>
            <a:r>
              <a:rPr lang="zh-CN" altLang="en-US" sz="2800" dirty="0">
                <a:latin typeface="宋体" panose="02010600030101010101" pitchFamily="2" charset="-122"/>
                <a:ea typeface="宋体" panose="02010600030101010101" pitchFamily="2" charset="-122"/>
              </a:rPr>
              <a:t>图</a:t>
            </a:r>
            <a:r>
              <a:rPr lang="en-US" altLang="zh-CN" sz="2800" dirty="0">
                <a:latin typeface="宋体" panose="02010600030101010101" pitchFamily="2" charset="-122"/>
                <a:ea typeface="宋体" panose="02010600030101010101" pitchFamily="2" charset="-122"/>
              </a:rPr>
              <a:t>10.3.2</a:t>
            </a:r>
            <a:endParaRPr lang="zh-CN" altLang="en-US" sz="2800" dirty="0"/>
          </a:p>
        </p:txBody>
      </p:sp>
      <p:pic>
        <p:nvPicPr>
          <p:cNvPr id="16" name="图片 15"/>
          <p:cNvPicPr>
            <a:picLocks noChangeAspect="1"/>
          </p:cNvPicPr>
          <p:nvPr/>
        </p:nvPicPr>
        <p:blipFill>
          <a:blip r:embed="rId5"/>
          <a:stretch>
            <a:fillRect/>
          </a:stretch>
        </p:blipFill>
        <p:spPr>
          <a:xfrm>
            <a:off x="4215468" y="5064749"/>
            <a:ext cx="8375736" cy="3883910"/>
          </a:xfrm>
          <a:prstGeom prst="rect">
            <a:avLst/>
          </a:prstGeom>
        </p:spPr>
      </p:pic>
      <p:sp>
        <p:nvSpPr>
          <p:cNvPr id="18" name="文本框 17"/>
          <p:cNvSpPr txBox="1"/>
          <p:nvPr/>
        </p:nvSpPr>
        <p:spPr>
          <a:xfrm>
            <a:off x="7516368" y="9108142"/>
            <a:ext cx="1773936" cy="523220"/>
          </a:xfrm>
          <a:prstGeom prst="rect">
            <a:avLst/>
          </a:prstGeom>
          <a:noFill/>
        </p:spPr>
        <p:txBody>
          <a:bodyPr wrap="square">
            <a:spAutoFit/>
          </a:bodyPr>
          <a:lstStyle/>
          <a:p>
            <a:r>
              <a:rPr lang="zh-CN" altLang="en-US" sz="2800" dirty="0">
                <a:latin typeface="宋体" panose="02010600030101010101" pitchFamily="2" charset="-122"/>
                <a:ea typeface="宋体" panose="02010600030101010101" pitchFamily="2" charset="-122"/>
              </a:rPr>
              <a:t>图</a:t>
            </a:r>
            <a:r>
              <a:rPr lang="en-US" altLang="zh-CN" sz="2800" dirty="0">
                <a:latin typeface="宋体" panose="02010600030101010101" pitchFamily="2" charset="-122"/>
                <a:ea typeface="宋体" panose="02010600030101010101" pitchFamily="2" charset="-122"/>
              </a:rPr>
              <a:t>10.3.3</a:t>
            </a:r>
            <a:endParaRPr lang="zh-CN" altLang="en-US" sz="2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412090" y="1028700"/>
            <a:ext cx="7800783" cy="275915"/>
          </a:xfrm>
          <a:custGeom>
            <a:avLst/>
            <a:gdLst/>
            <a:ahLst/>
            <a:cxnLst/>
            <a:rect l="l" t="t" r="r" b="b"/>
            <a:pathLst>
              <a:path w="7800783" h="275915">
                <a:moveTo>
                  <a:pt x="137960" y="0"/>
                </a:moveTo>
                <a:lnTo>
                  <a:pt x="7662827" y="0"/>
                </a:lnTo>
                <a:cubicBezTo>
                  <a:pt x="7699414" y="0"/>
                  <a:pt x="7734504" y="14534"/>
                  <a:pt x="7760377" y="40406"/>
                </a:cubicBezTo>
                <a:cubicBezTo>
                  <a:pt x="7786248" y="66279"/>
                  <a:pt x="7800783" y="101369"/>
                  <a:pt x="7800783" y="137959"/>
                </a:cubicBezTo>
                <a:lnTo>
                  <a:pt x="7800783" y="137959"/>
                </a:lnTo>
                <a:cubicBezTo>
                  <a:pt x="7800783" y="174546"/>
                  <a:pt x="7786248" y="209636"/>
                  <a:pt x="7760377" y="235509"/>
                </a:cubicBezTo>
                <a:cubicBezTo>
                  <a:pt x="7734504" y="261380"/>
                  <a:pt x="7699414" y="275915"/>
                  <a:pt x="7662827" y="275915"/>
                </a:cubicBezTo>
                <a:lnTo>
                  <a:pt x="137960" y="275915"/>
                </a:lnTo>
                <a:cubicBezTo>
                  <a:pt x="101369" y="275915"/>
                  <a:pt x="66279" y="261380"/>
                  <a:pt x="40406" y="235509"/>
                </a:cubicBezTo>
                <a:cubicBezTo>
                  <a:pt x="14534" y="209636"/>
                  <a:pt x="0" y="174546"/>
                  <a:pt x="0" y="137959"/>
                </a:cubicBezTo>
                <a:lnTo>
                  <a:pt x="0" y="137959"/>
                </a:lnTo>
                <a:cubicBezTo>
                  <a:pt x="0" y="101369"/>
                  <a:pt x="14534" y="66279"/>
                  <a:pt x="40406" y="40406"/>
                </a:cubicBezTo>
                <a:cubicBezTo>
                  <a:pt x="66279" y="14534"/>
                  <a:pt x="101369" y="0"/>
                  <a:pt x="137960" y="0"/>
                </a:cubicBezTo>
                <a:close/>
              </a:path>
            </a:pathLst>
          </a:custGeom>
          <a:gradFill rotWithShape="1">
            <a:gsLst>
              <a:gs pos="0">
                <a:srgbClr val="DDEEFF">
                  <a:alpha val="100000"/>
                </a:srgbClr>
              </a:gs>
              <a:gs pos="100000">
                <a:srgbClr val="FFFFFF">
                  <a:alpha val="0"/>
                </a:srgbClr>
              </a:gs>
            </a:gsLst>
            <a:lin ang="0"/>
          </a:gradFill>
          <a:ln w="25400" cap="flat" cmpd="sng">
            <a:noFill/>
            <a:prstDash val="solid"/>
            <a:round/>
          </a:ln>
        </p:spPr>
        <p:txBody>
          <a:bodyPr vert="horz" wrap="square" lIns="91440" tIns="45720" rIns="91440" bIns="45720" rtlCol="0" anchor="t" anchorCtr="0"/>
          <a:lstStyle/>
          <a:p>
            <a:pPr algn="l">
              <a:defRPr/>
            </a:pPr>
          </a:p>
        </p:txBody>
      </p:sp>
      <p:pic>
        <p:nvPicPr>
          <p:cNvPr id="5" name="Picture 5"/>
          <p:cNvPicPr>
            <a:picLocks noChangeAspect="1"/>
          </p:cNvPicPr>
          <p:nvPr/>
        </p:nvPicPr>
        <p:blipFill>
          <a:blip r:embed="rId1">
            <a:alphaModFix amt="80000"/>
          </a:blip>
          <a:srcRect/>
          <a:stretch>
            <a:fillRect/>
          </a:stretch>
        </p:blipFill>
        <p:spPr>
          <a:xfrm>
            <a:off x="762000" y="494030"/>
            <a:ext cx="1069975" cy="656590"/>
          </a:xfrm>
          <a:prstGeom prst="rect">
            <a:avLst/>
          </a:prstGeom>
          <a:noFill/>
          <a:ln w="25400" cap="flat" cmpd="sng">
            <a:noFill/>
            <a:prstDash val="solid"/>
            <a:round/>
          </a:ln>
          <a:effectLst>
            <a:outerShdw blurRad="50800" dist="38100" dir="2700000" algn="tl">
              <a:srgbClr val="000000">
                <a:alpha val="40000"/>
              </a:srgbClr>
            </a:outerShdw>
            <a:reflection blurRad="6350" stA="50000" endA="300" endPos="55000" dir="5400000" sy="-100000" algn="bl" rotWithShape="0"/>
          </a:effectLst>
        </p:spPr>
      </p:pic>
      <p:pic>
        <p:nvPicPr>
          <p:cNvPr id="7" name="Picture 7"/>
          <p:cNvPicPr>
            <a:picLocks noChangeAspect="1"/>
          </p:cNvPicPr>
          <p:nvPr/>
        </p:nvPicPr>
        <p:blipFill>
          <a:blip r:embed="rId2"/>
          <a:srcRect/>
          <a:stretch>
            <a:fillRect/>
          </a:stretch>
        </p:blipFill>
        <p:spPr>
          <a:xfrm>
            <a:off x="13772537" y="1102753"/>
            <a:ext cx="2771429" cy="47619"/>
          </a:xfrm>
          <a:prstGeom prst="rect">
            <a:avLst/>
          </a:prstGeom>
          <a:noFill/>
          <a:ln w="25400" cap="flat" cmpd="sng">
            <a:noFill/>
            <a:prstDash val="solid"/>
            <a:round/>
          </a:ln>
        </p:spPr>
      </p:pic>
      <mc:AlternateContent xmlns:mc="http://schemas.openxmlformats.org/markup-compatibility/2006">
        <mc:Choice xmlns:a14="http://schemas.microsoft.com/office/drawing/2010/main" Requires="a14">
          <p:sp>
            <p:nvSpPr>
              <p:cNvPr id="8" name="AutoShape 8"/>
              <p:cNvSpPr txBox="1"/>
              <p:nvPr/>
            </p:nvSpPr>
            <p:spPr>
              <a:xfrm>
                <a:off x="1270000" y="1651000"/>
                <a:ext cx="15162696" cy="6985000"/>
              </a:xfrm>
              <a:prstGeom prst="rect">
                <a:avLst/>
              </a:prstGeom>
              <a:noFill/>
              <a:ln w="19050" cap="flat" cmpd="sng">
                <a:noFill/>
                <a:prstDash val="solid"/>
                <a:round/>
              </a:ln>
            </p:spPr>
            <p:txBody>
              <a:bodyPr vert="horz" wrap="square" lIns="0" tIns="0" rIns="0" bIns="0" rtlCol="0" anchor="t" anchorCtr="0">
                <a:noAutofit/>
              </a:bodyPr>
              <a:lstStyle/>
              <a:p>
                <a:pPr lvl="0" indent="914400" algn="just" defTabSz="914400">
                  <a:lnSpc>
                    <a:spcPct val="125000"/>
                  </a:lnSpc>
                  <a:buSzTx/>
                  <a:defRPr/>
                </a:pPr>
                <a:r>
                  <a:rPr lang="en-US" sz="3200" b="1" dirty="0">
                    <a:uFillTx/>
                    <a:latin typeface="Times New Roman" panose="02020603050405020304" pitchFamily="18" charset="0"/>
                    <a:ea typeface="宋体" panose="02010600030101010101" pitchFamily="2" charset="-122"/>
                    <a:cs typeface="Songti SC"/>
                    <a:sym typeface="Zhuque Fangsong"/>
                  </a:rPr>
                  <a:t>安全性分析</a:t>
                </a:r>
                <a:r>
                  <a:rPr lang="en-US" sz="3200" b="1" dirty="0">
                    <a:uFillTx/>
                    <a:latin typeface="Times New Roman" panose="02020603050405020304" pitchFamily="18" charset="0"/>
                    <a:ea typeface="宋体" panose="02010600030101010101" pitchFamily="2" charset="-122"/>
                    <a:cs typeface="Songti SC"/>
                    <a:sym typeface="Zhuque Fangsong"/>
                  </a:rPr>
                  <a:t>：</a:t>
                </a:r>
                <a:endParaRPr lang="en-US" sz="3200" b="1" dirty="0">
                  <a:uFillTx/>
                  <a:latin typeface="Times New Roman" panose="02020603050405020304" pitchFamily="18" charset="0"/>
                  <a:ea typeface="宋体" panose="02010600030101010101" pitchFamily="2" charset="-122"/>
                  <a:cs typeface="Songti SC"/>
                  <a:sym typeface="Zhuque Fangsong"/>
                </a:endParaRPr>
              </a:p>
              <a:p>
                <a:pPr lvl="0" indent="914400" algn="just" defTabSz="914400">
                  <a:lnSpc>
                    <a:spcPct val="125000"/>
                  </a:lnSpc>
                  <a:buSzTx/>
                  <a:defRPr/>
                </a:pPr>
                <a:r>
                  <a:rPr lang="en-US" sz="3200" dirty="0">
                    <a:uFillTx/>
                    <a:latin typeface="Times New Roman" panose="02020603050405020304" pitchFamily="18" charset="0"/>
                    <a:ea typeface="宋体" panose="02010600030101010101" pitchFamily="2" charset="-122"/>
                    <a:cs typeface="Songti SC"/>
                    <a:sym typeface="Songti SC"/>
                  </a:rPr>
                  <a:t>（1）</a:t>
                </a:r>
                <a:r>
                  <a:rPr lang="en-US" sz="3200" dirty="0">
                    <a:uFillTx/>
                    <a:latin typeface="Times New Roman" panose="02020603050405020304" pitchFamily="18" charset="0"/>
                    <a:ea typeface="宋体" panose="02010600030101010101" pitchFamily="2" charset="-122"/>
                    <a:cs typeface="Songti SC"/>
                    <a:sym typeface="Songti SC"/>
                  </a:rPr>
                  <a:t>强</a:t>
                </a:r>
                <a:r>
                  <a:rPr lang="en-US" sz="3200" dirty="0">
                    <a:uFillTx/>
                    <a:latin typeface="Times New Roman" panose="02020603050405020304" pitchFamily="18" charset="0"/>
                    <a:ea typeface="宋体" panose="02010600030101010101" pitchFamily="2" charset="-122"/>
                    <a:cs typeface="Songti SC"/>
                    <a:sym typeface="Songti SC"/>
                  </a:rPr>
                  <a:t>力攻击</a:t>
                </a:r>
                <a:r>
                  <a:rPr lang="en-US" sz="3200" dirty="0">
                    <a:uFillTx/>
                    <a:latin typeface="Times New Roman" panose="02020603050405020304" pitchFamily="18" charset="0"/>
                    <a:ea typeface="宋体" panose="02010600030101010101" pitchFamily="2" charset="-122"/>
                    <a:cs typeface="Songti SC"/>
                    <a:sym typeface="Songti SC"/>
                  </a:rPr>
                  <a:t>：</a:t>
                </a:r>
                <a:r>
                  <a:rPr lang="en-US" sz="3200" dirty="0">
                    <a:uFillTx/>
                    <a:latin typeface="Times New Roman" panose="02020603050405020304" pitchFamily="18" charset="0"/>
                    <a:ea typeface="宋体" panose="02010600030101010101" pitchFamily="2" charset="-122"/>
                    <a:cs typeface="Songti SC"/>
                    <a:sym typeface="+mn-ea"/>
                  </a:rPr>
                  <a:t>主要思想是在一个整数格中寻找一个足够短的向量以代替私钥实现对密文的解密。</a:t>
                </a:r>
                <a:r>
                  <a:rPr lang="en-US" sz="3200" dirty="0">
                    <a:uFillTx/>
                    <a:latin typeface="Times New Roman" panose="02020603050405020304" pitchFamily="18" charset="0"/>
                    <a:ea typeface="宋体" panose="02010600030101010101" pitchFamily="2" charset="-122"/>
                    <a:cs typeface="Songti SC"/>
                    <a:sym typeface="+mn-ea"/>
                  </a:rPr>
                  <a:t>任意两个多项式</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mn-ea"/>
                      </a:rPr>
                      <m:t>𝐴</m:t>
                    </m:r>
                  </m:oMath>
                </a14:m>
                <a:r>
                  <a:rPr lang="en-US" sz="3200" dirty="0">
                    <a:uFillTx/>
                    <a:latin typeface="Times New Roman" panose="02020603050405020304" pitchFamily="18" charset="0"/>
                    <a:ea typeface="宋体" panose="02010600030101010101" pitchFamily="2" charset="-122"/>
                    <a:cs typeface="Songti SC"/>
                    <a:sym typeface="+mn-ea"/>
                  </a:rPr>
                  <a:t>和</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mn-ea"/>
                      </a:rPr>
                      <m:t>𝐵</m:t>
                    </m:r>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𝑅</m:t>
                    </m:r>
                  </m:oMath>
                </a14:m>
                <a:r>
                  <a:rPr lang="en-US" sz="3200" dirty="0">
                    <a:uFillTx/>
                    <a:latin typeface="Times New Roman" panose="02020603050405020304" pitchFamily="18" charset="0"/>
                    <a:ea typeface="宋体" panose="02010600030101010101" pitchFamily="2" charset="-122"/>
                    <a:cs typeface="Songti SC"/>
                    <a:sym typeface="+mn-ea"/>
                  </a:rPr>
                  <a:t>，只要满足：①</a:t>
                </a:r>
                <a14:m>
                  <m:oMath xmlns:m="http://schemas.openxmlformats.org/officeDocument/2006/math">
                    <m:sSup>
                      <m:sSupPr>
                        <m:ctrlPr>
                          <a:rPr lang="en-US" sz="3200" dirty="0">
                            <a:uFillTx/>
                            <a:latin typeface="Times New Roman" panose="02020603050405020304" pitchFamily="18" charset="0"/>
                            <a:ea typeface="宋体" panose="02010600030101010101" pitchFamily="2" charset="-122"/>
                            <a:cs typeface="Songti SC"/>
                            <a:sym typeface="+mn-ea"/>
                          </a:rPr>
                        </m:ctrlPr>
                      </m:sSupPr>
                      <m:e>
                        <m:r>
                          <a:rPr lang="en-US" sz="3200" dirty="0">
                            <a:uFillTx/>
                            <a:latin typeface="Times New Roman" panose="02020603050405020304" pitchFamily="18" charset="0"/>
                            <a:ea typeface="宋体" panose="02010600030101010101" pitchFamily="2" charset="-122"/>
                            <a:cs typeface="Songti SC"/>
                            <a:sym typeface="+mn-ea"/>
                          </a:rPr>
                          <m:t>𝐴</m:t>
                        </m:r>
                      </m:e>
                      <m:sup>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1</m:t>
                        </m:r>
                      </m:sup>
                    </m:sSup>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𝐵</m:t>
                    </m:r>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ℎ</m:t>
                    </m:r>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mod</m:t>
                    </m:r>
                    <m:r>
                      <a:rPr lang="en-US" sz="3200" dirty="0">
                        <a:uFillTx/>
                        <a:latin typeface="Times New Roman" panose="02020603050405020304" pitchFamily="18" charset="0"/>
                        <a:ea typeface="宋体" panose="02010600030101010101" pitchFamily="2" charset="-122"/>
                        <a:cs typeface="Songti SC"/>
                        <a:sym typeface="+mn-ea"/>
                      </a:rPr>
                      <m:t>𝑞</m:t>
                    </m:r>
                    <m:r>
                      <a:rPr lang="en-US" sz="3200" dirty="0">
                        <a:uFillTx/>
                        <a:latin typeface="Times New Roman" panose="02020603050405020304" pitchFamily="18" charset="0"/>
                        <a:ea typeface="宋体" panose="02010600030101010101" pitchFamily="2" charset="-122"/>
                        <a:cs typeface="Songti SC"/>
                        <a:sym typeface="+mn-ea"/>
                      </a:rPr>
                      <m:t>）</m:t>
                    </m:r>
                  </m:oMath>
                </a14:m>
                <a:r>
                  <a:rPr lang="en-US" sz="3200" dirty="0">
                    <a:uFillTx/>
                    <a:latin typeface="Times New Roman" panose="02020603050405020304" pitchFamily="18" charset="0"/>
                    <a:ea typeface="宋体" panose="02010600030101010101" pitchFamily="2" charset="-122"/>
                    <a:cs typeface="Songti SC"/>
                    <a:sym typeface="+mn-ea"/>
                  </a:rPr>
                  <a:t>；②</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mn-ea"/>
                      </a:rPr>
                      <m:t>𝐴</m:t>
                    </m:r>
                  </m:oMath>
                </a14:m>
                <a:r>
                  <a:rPr lang="en-US" sz="3200" dirty="0">
                    <a:uFillTx/>
                    <a:latin typeface="Times New Roman" panose="02020603050405020304" pitchFamily="18" charset="0"/>
                    <a:ea typeface="宋体" panose="02010600030101010101" pitchFamily="2" charset="-122"/>
                    <a:cs typeface="Songti SC"/>
                    <a:sym typeface="+mn-ea"/>
                  </a:rPr>
                  <a:t>和</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mn-ea"/>
                      </a:rPr>
                      <m:t>𝐵</m:t>
                    </m:r>
                  </m:oMath>
                </a14:m>
                <a:r>
                  <a:rPr lang="en-US" sz="3200" dirty="0">
                    <a:uFillTx/>
                    <a:latin typeface="Times New Roman" panose="02020603050405020304" pitchFamily="18" charset="0"/>
                    <a:ea typeface="宋体" panose="02010600030101010101" pitchFamily="2" charset="-122"/>
                    <a:cs typeface="Songti SC"/>
                    <a:sym typeface="+mn-ea"/>
                  </a:rPr>
                  <a:t>的系数足够小，从而使</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mn-ea"/>
                      </a:rPr>
                      <m:t>𝑝𝑟</m:t>
                    </m:r>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𝐵</m:t>
                    </m:r>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𝐴</m:t>
                    </m:r>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𝑚</m:t>
                    </m:r>
                  </m:oMath>
                </a14:m>
                <a:r>
                  <a:rPr lang="en-US" sz="3200" dirty="0">
                    <a:uFillTx/>
                    <a:latin typeface="Times New Roman" panose="02020603050405020304" pitchFamily="18" charset="0"/>
                    <a:ea typeface="宋体" panose="02010600030101010101" pitchFamily="2" charset="-122"/>
                    <a:cs typeface="Songti SC"/>
                    <a:sym typeface="+mn-ea"/>
                  </a:rPr>
                  <a:t>的系数在</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𝑞</m:t>
                    </m:r>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2</m:t>
                    </m:r>
                  </m:oMath>
                </a14:m>
                <a:r>
                  <a:rPr lang="en-US" sz="3200" dirty="0">
                    <a:uFillTx/>
                    <a:latin typeface="Times New Roman" panose="02020603050405020304" pitchFamily="18" charset="0"/>
                    <a:ea typeface="宋体" panose="02010600030101010101" pitchFamily="2" charset="-122"/>
                    <a:cs typeface="Songti SC"/>
                    <a:sym typeface="+mn-ea"/>
                  </a:rPr>
                  <a:t>和</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mn-ea"/>
                      </a:rPr>
                      <m:t>𝑞</m:t>
                    </m:r>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2</m:t>
                    </m:r>
                  </m:oMath>
                </a14:m>
                <a:r>
                  <a:rPr lang="en-US" sz="3200" dirty="0">
                    <a:uFillTx/>
                    <a:latin typeface="Times New Roman" panose="02020603050405020304" pitchFamily="18" charset="0"/>
                    <a:ea typeface="宋体" panose="02010600030101010101" pitchFamily="2" charset="-122"/>
                    <a:cs typeface="Songti SC"/>
                    <a:sym typeface="+mn-ea"/>
                  </a:rPr>
                  <a:t>之间就可能替代</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mn-ea"/>
                      </a:rPr>
                      <m:t>𝑓</m:t>
                    </m:r>
                  </m:oMath>
                </a14:m>
                <a:r>
                  <a:rPr lang="en-US" sz="3200" dirty="0">
                    <a:uFillTx/>
                    <a:latin typeface="Times New Roman" panose="02020603050405020304" pitchFamily="18" charset="0"/>
                    <a:ea typeface="宋体" panose="02010600030101010101" pitchFamily="2" charset="-122"/>
                    <a:cs typeface="Songti SC"/>
                    <a:sym typeface="+mn-ea"/>
                  </a:rPr>
                  <a:t>和</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mn-ea"/>
                      </a:rPr>
                      <m:t>𝑔</m:t>
                    </m:r>
                  </m:oMath>
                </a14:m>
                <a:r>
                  <a:rPr lang="en-US" sz="3200" dirty="0">
                    <a:uFillTx/>
                    <a:latin typeface="Times New Roman" panose="02020603050405020304" pitchFamily="18" charset="0"/>
                    <a:ea typeface="宋体" panose="02010600030101010101" pitchFamily="2" charset="-122"/>
                    <a:cs typeface="Songti SC"/>
                    <a:sym typeface="+mn-ea"/>
                  </a:rPr>
                  <a:t>实现解密成功。</a:t>
                </a:r>
                <a:endParaRPr lang="en-US" sz="3200" dirty="0">
                  <a:uFillTx/>
                  <a:latin typeface="Times New Roman" panose="02020603050405020304" pitchFamily="18" charset="0"/>
                  <a:ea typeface="宋体" panose="02010600030101010101" pitchFamily="2" charset="-122"/>
                  <a:cs typeface="Songti SC"/>
                  <a:sym typeface="+mn-ea"/>
                </a:endParaRPr>
              </a:p>
              <a:p>
                <a:pPr lvl="0" indent="914400" algn="just" defTabSz="914400">
                  <a:lnSpc>
                    <a:spcPct val="125000"/>
                  </a:lnSpc>
                  <a:buSzTx/>
                  <a:defRPr/>
                </a:pPr>
                <a:r>
                  <a:rPr lang="en-US" sz="3200" dirty="0">
                    <a:uFillTx/>
                    <a:latin typeface="Times New Roman" panose="02020603050405020304" pitchFamily="18" charset="0"/>
                    <a:ea typeface="宋体" panose="02010600030101010101" pitchFamily="2" charset="-122"/>
                    <a:cs typeface="Songti SC"/>
                    <a:sym typeface="+mn-ea"/>
                  </a:rPr>
                  <a:t>（</a:t>
                </a:r>
                <a:r>
                  <a:rPr lang="en-US" sz="3200" dirty="0">
                    <a:uFillTx/>
                    <a:latin typeface="Times New Roman" panose="02020603050405020304" pitchFamily="18" charset="0"/>
                    <a:ea typeface="宋体" panose="02010600030101010101" pitchFamily="2" charset="-122"/>
                    <a:cs typeface="Songti SC"/>
                    <a:sym typeface="+mn-ea"/>
                  </a:rPr>
                  <a:t>2</a:t>
                </a:r>
                <a:r>
                  <a:rPr lang="en-US" sz="3200" dirty="0">
                    <a:uFillTx/>
                    <a:latin typeface="Times New Roman" panose="02020603050405020304" pitchFamily="18" charset="0"/>
                    <a:ea typeface="宋体" panose="02010600030101010101" pitchFamily="2" charset="-122"/>
                    <a:cs typeface="Songti SC"/>
                    <a:sym typeface="+mn-ea"/>
                  </a:rPr>
                  <a:t>）中间相遇攻击：中间相遇攻击是强力攻击的一种，它的主要思路是将</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mn-ea"/>
                      </a:rPr>
                      <m:t>𝑓</m:t>
                    </m:r>
                  </m:oMath>
                </a14:m>
                <a:r>
                  <a:rPr lang="en-US" sz="3200" dirty="0">
                    <a:uFillTx/>
                    <a:latin typeface="Times New Roman" panose="02020603050405020304" pitchFamily="18" charset="0"/>
                    <a:ea typeface="宋体" panose="02010600030101010101" pitchFamily="2" charset="-122"/>
                    <a:cs typeface="Songti SC"/>
                    <a:sym typeface="+mn-ea"/>
                  </a:rPr>
                  <a:t>拆分为</a:t>
                </a:r>
                <a14:m>
                  <m:oMath xmlns:m="http://schemas.openxmlformats.org/officeDocument/2006/math">
                    <m:sSub>
                      <m:sSubPr>
                        <m:ctrlPr>
                          <a:rPr lang="en-US" sz="3200" dirty="0">
                            <a:uFillTx/>
                            <a:latin typeface="Times New Roman" panose="02020603050405020304" pitchFamily="18" charset="0"/>
                            <a:ea typeface="宋体" panose="02010600030101010101" pitchFamily="2" charset="-122"/>
                            <a:cs typeface="Songti SC"/>
                            <a:sym typeface="+mn-ea"/>
                          </a:rPr>
                        </m:ctrlPr>
                      </m:sSubPr>
                      <m:e>
                        <m:r>
                          <a:rPr lang="en-US" sz="3200" dirty="0">
                            <a:uFillTx/>
                            <a:latin typeface="Times New Roman" panose="02020603050405020304" pitchFamily="18" charset="0"/>
                            <a:ea typeface="宋体" panose="02010600030101010101" pitchFamily="2" charset="-122"/>
                            <a:cs typeface="Songti SC"/>
                            <a:sym typeface="+mn-ea"/>
                          </a:rPr>
                          <m:t>𝑓</m:t>
                        </m:r>
                      </m:e>
                      <m:sub>
                        <m:r>
                          <a:rPr lang="en-US" sz="3200" dirty="0">
                            <a:uFillTx/>
                            <a:latin typeface="Times New Roman" panose="02020603050405020304" pitchFamily="18" charset="0"/>
                            <a:ea typeface="宋体" panose="02010600030101010101" pitchFamily="2" charset="-122"/>
                            <a:cs typeface="Songti SC"/>
                            <a:sym typeface="+mn-ea"/>
                          </a:rPr>
                          <m:t>1</m:t>
                        </m:r>
                      </m:sub>
                    </m:sSub>
                  </m:oMath>
                </a14:m>
                <a:r>
                  <a:rPr lang="en-US" sz="3200" dirty="0">
                    <a:uFillTx/>
                    <a:latin typeface="Times New Roman" panose="02020603050405020304" pitchFamily="18" charset="0"/>
                    <a:ea typeface="宋体" panose="02010600030101010101" pitchFamily="2" charset="-122"/>
                    <a:cs typeface="Songti SC"/>
                    <a:sym typeface="+mn-ea"/>
                  </a:rPr>
                  <a:t>和</a:t>
                </a:r>
                <a14:m>
                  <m:oMath xmlns:m="http://schemas.openxmlformats.org/officeDocument/2006/math">
                    <m:sSub>
                      <m:sSubPr>
                        <m:ctrlPr>
                          <a:rPr lang="en-US" sz="3200" dirty="0">
                            <a:uFillTx/>
                            <a:latin typeface="Times New Roman" panose="02020603050405020304" pitchFamily="18" charset="0"/>
                            <a:ea typeface="宋体" panose="02010600030101010101" pitchFamily="2" charset="-122"/>
                            <a:cs typeface="Songti SC"/>
                            <a:sym typeface="+mn-ea"/>
                          </a:rPr>
                        </m:ctrlPr>
                      </m:sSubPr>
                      <m:e>
                        <m:r>
                          <a:rPr lang="en-US" sz="3200" dirty="0">
                            <a:uFillTx/>
                            <a:latin typeface="Times New Roman" panose="02020603050405020304" pitchFamily="18" charset="0"/>
                            <a:ea typeface="宋体" panose="02010600030101010101" pitchFamily="2" charset="-122"/>
                            <a:cs typeface="Songti SC"/>
                            <a:sym typeface="+mn-ea"/>
                          </a:rPr>
                          <m:t>𝑓</m:t>
                        </m:r>
                      </m:e>
                      <m:sub>
                        <m:r>
                          <a:rPr lang="en-US" sz="3200" dirty="0">
                            <a:uFillTx/>
                            <a:latin typeface="Times New Roman" panose="02020603050405020304" pitchFamily="18" charset="0"/>
                            <a:ea typeface="宋体" panose="02010600030101010101" pitchFamily="2" charset="-122"/>
                            <a:cs typeface="Songti SC"/>
                            <a:sym typeface="+mn-ea"/>
                          </a:rPr>
                          <m:t>2</m:t>
                        </m:r>
                      </m:sub>
                    </m:sSub>
                  </m:oMath>
                </a14:m>
                <a:r>
                  <a:rPr lang="en-US" sz="3200" dirty="0">
                    <a:uFillTx/>
                    <a:latin typeface="Times New Roman" panose="02020603050405020304" pitchFamily="18" charset="0"/>
                    <a:ea typeface="宋体" panose="02010600030101010101" pitchFamily="2" charset="-122"/>
                    <a:cs typeface="Songti SC"/>
                    <a:sym typeface="+mn-ea"/>
                  </a:rPr>
                  <a:t>，即</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mn-ea"/>
                      </a:rPr>
                      <m:t>𝑓</m:t>
                    </m:r>
                    <m:r>
                      <a:rPr lang="en-US" sz="3200" dirty="0">
                        <a:uFillTx/>
                        <a:latin typeface="Times New Roman" panose="02020603050405020304" pitchFamily="18" charset="0"/>
                        <a:ea typeface="宋体" panose="02010600030101010101" pitchFamily="2" charset="-122"/>
                        <a:cs typeface="Songti SC"/>
                        <a:sym typeface="+mn-ea"/>
                      </a:rPr>
                      <m:t>=</m:t>
                    </m:r>
                    <m:sSub>
                      <m:sSubPr>
                        <m:ctrlPr>
                          <a:rPr lang="en-US" sz="3200" dirty="0">
                            <a:uFillTx/>
                            <a:latin typeface="Times New Roman" panose="02020603050405020304" pitchFamily="18" charset="0"/>
                            <a:ea typeface="宋体" panose="02010600030101010101" pitchFamily="2" charset="-122"/>
                            <a:cs typeface="Songti SC"/>
                            <a:sym typeface="+mn-ea"/>
                          </a:rPr>
                        </m:ctrlPr>
                      </m:sSubPr>
                      <m:e>
                        <m:r>
                          <a:rPr lang="en-US" sz="3200" dirty="0">
                            <a:uFillTx/>
                            <a:latin typeface="Times New Roman" panose="02020603050405020304" pitchFamily="18" charset="0"/>
                            <a:ea typeface="宋体" panose="02010600030101010101" pitchFamily="2" charset="-122"/>
                            <a:cs typeface="Songti SC"/>
                            <a:sym typeface="+mn-ea"/>
                          </a:rPr>
                          <m:t>𝑓</m:t>
                        </m:r>
                      </m:e>
                      <m:sub>
                        <m:r>
                          <a:rPr lang="en-US" sz="3200" dirty="0">
                            <a:uFillTx/>
                            <a:latin typeface="Times New Roman" panose="02020603050405020304" pitchFamily="18" charset="0"/>
                            <a:ea typeface="宋体" panose="02010600030101010101" pitchFamily="2" charset="-122"/>
                            <a:cs typeface="Songti SC"/>
                            <a:sym typeface="+mn-ea"/>
                          </a:rPr>
                          <m:t>1</m:t>
                        </m:r>
                      </m:sub>
                    </m:sSub>
                    <m:r>
                      <a:rPr lang="en-US" sz="3200" dirty="0">
                        <a:uFillTx/>
                        <a:latin typeface="Times New Roman" panose="02020603050405020304" pitchFamily="18" charset="0"/>
                        <a:ea typeface="宋体" panose="02010600030101010101" pitchFamily="2" charset="-122"/>
                        <a:cs typeface="Songti SC"/>
                        <a:sym typeface="+mn-ea"/>
                      </a:rPr>
                      <m:t>+</m:t>
                    </m:r>
                    <m:sSub>
                      <m:sSubPr>
                        <m:ctrlPr>
                          <a:rPr lang="en-US" sz="3200" dirty="0">
                            <a:uFillTx/>
                            <a:latin typeface="Times New Roman" panose="02020603050405020304" pitchFamily="18" charset="0"/>
                            <a:ea typeface="宋体" panose="02010600030101010101" pitchFamily="2" charset="-122"/>
                            <a:cs typeface="Songti SC"/>
                            <a:sym typeface="+mn-ea"/>
                          </a:rPr>
                        </m:ctrlPr>
                      </m:sSubPr>
                      <m:e>
                        <m:r>
                          <a:rPr lang="en-US" sz="3200" dirty="0">
                            <a:uFillTx/>
                            <a:latin typeface="Times New Roman" panose="02020603050405020304" pitchFamily="18" charset="0"/>
                            <a:ea typeface="宋体" panose="02010600030101010101" pitchFamily="2" charset="-122"/>
                            <a:cs typeface="Songti SC"/>
                            <a:sym typeface="+mn-ea"/>
                          </a:rPr>
                          <m:t>𝑓</m:t>
                        </m:r>
                      </m:e>
                      <m:sub>
                        <m:r>
                          <a:rPr lang="en-US" sz="3200" dirty="0">
                            <a:uFillTx/>
                            <a:latin typeface="Times New Roman" panose="02020603050405020304" pitchFamily="18" charset="0"/>
                            <a:ea typeface="宋体" panose="02010600030101010101" pitchFamily="2" charset="-122"/>
                            <a:cs typeface="Songti SC"/>
                            <a:sym typeface="+mn-ea"/>
                          </a:rPr>
                          <m:t>2</m:t>
                        </m:r>
                      </m:sub>
                    </m:sSub>
                  </m:oMath>
                </a14:m>
                <a:r>
                  <a:rPr lang="en-US" sz="3200" dirty="0">
                    <a:uFillTx/>
                    <a:latin typeface="Times New Roman" panose="02020603050405020304" pitchFamily="18" charset="0"/>
                    <a:ea typeface="宋体" panose="02010600030101010101" pitchFamily="2" charset="-122"/>
                    <a:cs typeface="Songti SC"/>
                    <a:sym typeface="+mn-ea"/>
                  </a:rPr>
                  <a:t>，这可以将搜索</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mn-ea"/>
                      </a:rPr>
                      <m:t>𝑓</m:t>
                    </m:r>
                  </m:oMath>
                </a14:m>
                <a:r>
                  <a:rPr lang="en-US" sz="3200" dirty="0">
                    <a:uFillTx/>
                    <a:latin typeface="Times New Roman" panose="02020603050405020304" pitchFamily="18" charset="0"/>
                    <a:ea typeface="宋体" panose="02010600030101010101" pitchFamily="2" charset="-122"/>
                    <a:cs typeface="Songti SC"/>
                    <a:sym typeface="+mn-ea"/>
                  </a:rPr>
                  <a:t>的困难问题转为搜索</a:t>
                </a:r>
                <a14:m>
                  <m:oMath xmlns:m="http://schemas.openxmlformats.org/officeDocument/2006/math">
                    <m:sSub>
                      <m:sSubPr>
                        <m:ctrlPr>
                          <a:rPr lang="en-US" sz="3200" dirty="0">
                            <a:uFillTx/>
                            <a:latin typeface="Times New Roman" panose="02020603050405020304" pitchFamily="18" charset="0"/>
                            <a:ea typeface="宋体" panose="02010600030101010101" pitchFamily="2" charset="-122"/>
                            <a:cs typeface="Songti SC"/>
                            <a:sym typeface="+mn-ea"/>
                          </a:rPr>
                        </m:ctrlPr>
                      </m:sSubPr>
                      <m:e>
                        <m:r>
                          <a:rPr lang="en-US" sz="3200" dirty="0">
                            <a:uFillTx/>
                            <a:latin typeface="Times New Roman" panose="02020603050405020304" pitchFamily="18" charset="0"/>
                            <a:ea typeface="宋体" panose="02010600030101010101" pitchFamily="2" charset="-122"/>
                            <a:cs typeface="Songti SC"/>
                            <a:sym typeface="+mn-ea"/>
                          </a:rPr>
                          <m:t>𝑓</m:t>
                        </m:r>
                      </m:e>
                      <m:sub>
                        <m:r>
                          <a:rPr lang="en-US" sz="3200" dirty="0">
                            <a:uFillTx/>
                            <a:latin typeface="Times New Roman" panose="02020603050405020304" pitchFamily="18" charset="0"/>
                            <a:ea typeface="宋体" panose="02010600030101010101" pitchFamily="2" charset="-122"/>
                            <a:cs typeface="Songti SC"/>
                            <a:sym typeface="+mn-ea"/>
                          </a:rPr>
                          <m:t>1</m:t>
                        </m:r>
                      </m:sub>
                    </m:sSub>
                  </m:oMath>
                </a14:m>
                <a:r>
                  <a:rPr lang="en-US" sz="3200" dirty="0">
                    <a:uFillTx/>
                    <a:latin typeface="Times New Roman" panose="02020603050405020304" pitchFamily="18" charset="0"/>
                    <a:ea typeface="宋体" panose="02010600030101010101" pitchFamily="2" charset="-122"/>
                    <a:cs typeface="Songti SC"/>
                    <a:sym typeface="+mn-ea"/>
                  </a:rPr>
                  <a:t>和</a:t>
                </a:r>
                <a14:m>
                  <m:oMath xmlns:m="http://schemas.openxmlformats.org/officeDocument/2006/math">
                    <m:sSub>
                      <m:sSubPr>
                        <m:ctrlPr>
                          <a:rPr lang="en-US" sz="3200" dirty="0">
                            <a:uFillTx/>
                            <a:latin typeface="Times New Roman" panose="02020603050405020304" pitchFamily="18" charset="0"/>
                            <a:ea typeface="宋体" panose="02010600030101010101" pitchFamily="2" charset="-122"/>
                            <a:cs typeface="Songti SC"/>
                            <a:sym typeface="+mn-ea"/>
                          </a:rPr>
                        </m:ctrlPr>
                      </m:sSubPr>
                      <m:e>
                        <m:r>
                          <a:rPr lang="en-US" sz="3200" dirty="0">
                            <a:uFillTx/>
                            <a:latin typeface="Times New Roman" panose="02020603050405020304" pitchFamily="18" charset="0"/>
                            <a:ea typeface="宋体" panose="02010600030101010101" pitchFamily="2" charset="-122"/>
                            <a:cs typeface="Songti SC"/>
                            <a:sym typeface="+mn-ea"/>
                          </a:rPr>
                          <m:t>𝑓</m:t>
                        </m:r>
                      </m:e>
                      <m:sub>
                        <m:r>
                          <a:rPr lang="en-US" sz="3200" dirty="0">
                            <a:uFillTx/>
                            <a:latin typeface="Times New Roman" panose="02020603050405020304" pitchFamily="18" charset="0"/>
                            <a:ea typeface="宋体" panose="02010600030101010101" pitchFamily="2" charset="-122"/>
                            <a:cs typeface="Songti SC"/>
                            <a:sym typeface="+mn-ea"/>
                          </a:rPr>
                          <m:t>2</m:t>
                        </m:r>
                      </m:sub>
                    </m:sSub>
                  </m:oMath>
                </a14:m>
                <a:r>
                  <a:rPr lang="en-US" sz="3200" dirty="0">
                    <a:uFillTx/>
                    <a:latin typeface="Times New Roman" panose="02020603050405020304" pitchFamily="18" charset="0"/>
                    <a:ea typeface="宋体" panose="02010600030101010101" pitchFamily="2" charset="-122"/>
                    <a:cs typeface="Songti SC"/>
                    <a:sym typeface="+mn-ea"/>
                  </a:rPr>
                  <a:t>，采用这种方法能够降低强力攻击的上界。中间相遇攻击的运行时间可近似表示为</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mn-ea"/>
                      </a:rPr>
                      <m:t>𝑂</m:t>
                    </m:r>
                  </m:oMath>
                </a14:m>
                <a:r>
                  <a:rPr lang="en-US" sz="3200" dirty="0">
                    <a:uFillTx/>
                    <a:latin typeface="Times New Roman" panose="02020603050405020304" pitchFamily="18" charset="0"/>
                    <a:ea typeface="宋体" panose="02010600030101010101" pitchFamily="2" charset="-122"/>
                    <a:cs typeface="Songti SC"/>
                    <a:sym typeface="+mn-ea"/>
                  </a:rPr>
                  <a:t>(</a:t>
                </a:r>
                <a14:m>
                  <m:oMath xmlns:m="http://schemas.openxmlformats.org/officeDocument/2006/math">
                    <m:rad>
                      <m:radPr>
                        <m:degHide m:val="on"/>
                        <m:ctrlPr>
                          <a:rPr lang="en-US" sz="3200" dirty="0">
                            <a:uFillTx/>
                            <a:latin typeface="Times New Roman" panose="02020603050405020304" pitchFamily="18" charset="0"/>
                            <a:ea typeface="宋体" panose="02010600030101010101" pitchFamily="2" charset="-122"/>
                            <a:cs typeface="Songti SC"/>
                            <a:sym typeface="+mn-ea"/>
                          </a:rPr>
                        </m:ctrlPr>
                      </m:radPr>
                      <m:deg/>
                      <m:e>
                        <m:sSubSup>
                          <m:sSubSupPr>
                            <m:ctrlPr>
                              <a:rPr lang="en-US" sz="3200" dirty="0">
                                <a:uFillTx/>
                                <a:latin typeface="Times New Roman" panose="02020603050405020304" pitchFamily="18" charset="0"/>
                                <a:ea typeface="宋体" panose="02010600030101010101" pitchFamily="2" charset="-122"/>
                                <a:cs typeface="Songti SC"/>
                                <a:sym typeface="+mn-ea"/>
                              </a:rPr>
                            </m:ctrlPr>
                          </m:sSubSupPr>
                          <m:e>
                            <m:r>
                              <a:rPr lang="en-US" sz="3200" dirty="0">
                                <a:uFillTx/>
                                <a:latin typeface="Times New Roman" panose="02020603050405020304" pitchFamily="18" charset="0"/>
                                <a:ea typeface="宋体" panose="02010600030101010101" pitchFamily="2" charset="-122"/>
                                <a:cs typeface="Songti SC"/>
                                <a:sym typeface="+mn-ea"/>
                              </a:rPr>
                              <m:t>𝐶</m:t>
                            </m:r>
                          </m:e>
                          <m:sub>
                            <m:r>
                              <a:rPr lang="en-US" sz="3200" dirty="0">
                                <a:uFillTx/>
                                <a:latin typeface="Times New Roman" panose="02020603050405020304" pitchFamily="18" charset="0"/>
                                <a:ea typeface="宋体" panose="02010600030101010101" pitchFamily="2" charset="-122"/>
                                <a:cs typeface="Songti SC"/>
                                <a:sym typeface="+mn-ea"/>
                              </a:rPr>
                              <m:t>𝑁</m:t>
                            </m:r>
                          </m:sub>
                          <m:sup>
                            <m:sSub>
                              <m:sSubPr>
                                <m:ctrlPr>
                                  <a:rPr lang="en-US" sz="3200" dirty="0">
                                    <a:uFillTx/>
                                    <a:latin typeface="Times New Roman" panose="02020603050405020304" pitchFamily="18" charset="0"/>
                                    <a:ea typeface="宋体" panose="02010600030101010101" pitchFamily="2" charset="-122"/>
                                    <a:cs typeface="Songti SC"/>
                                    <a:sym typeface="+mn-ea"/>
                                  </a:rPr>
                                </m:ctrlPr>
                              </m:sSubPr>
                              <m:e>
                                <m:r>
                                  <a:rPr lang="en-US" sz="3200" dirty="0">
                                    <a:uFillTx/>
                                    <a:latin typeface="Times New Roman" panose="02020603050405020304" pitchFamily="18" charset="0"/>
                                    <a:ea typeface="宋体" panose="02010600030101010101" pitchFamily="2" charset="-122"/>
                                    <a:cs typeface="Songti SC"/>
                                    <a:sym typeface="+mn-ea"/>
                                  </a:rPr>
                                  <m:t>d</m:t>
                                </m:r>
                              </m:e>
                              <m:sub>
                                <m:r>
                                  <a:rPr lang="en-US" sz="3200" dirty="0">
                                    <a:uFillTx/>
                                    <a:latin typeface="Times New Roman" panose="02020603050405020304" pitchFamily="18" charset="0"/>
                                    <a:ea typeface="宋体" panose="02010600030101010101" pitchFamily="2" charset="-122"/>
                                    <a:cs typeface="Songti SC"/>
                                    <a:sym typeface="+mn-ea"/>
                                  </a:rPr>
                                  <m:t>f</m:t>
                                </m:r>
                              </m:sub>
                            </m:sSub>
                          </m:sup>
                        </m:sSubSup>
                        <m:sSubSup>
                          <m:sSubSupPr>
                            <m:ctrlPr>
                              <a:rPr lang="en-US" sz="3200" dirty="0">
                                <a:uFillTx/>
                                <a:latin typeface="Times New Roman" panose="02020603050405020304" pitchFamily="18" charset="0"/>
                                <a:ea typeface="宋体" panose="02010600030101010101" pitchFamily="2" charset="-122"/>
                                <a:cs typeface="Songti SC"/>
                                <a:sym typeface="+mn-ea"/>
                              </a:rPr>
                            </m:ctrlPr>
                          </m:sSubSupPr>
                          <m:e>
                            <m:r>
                              <a:rPr lang="en-US" sz="3200" dirty="0">
                                <a:uFillTx/>
                                <a:latin typeface="Times New Roman" panose="02020603050405020304" pitchFamily="18" charset="0"/>
                                <a:ea typeface="宋体" panose="02010600030101010101" pitchFamily="2" charset="-122"/>
                                <a:cs typeface="Songti SC"/>
                                <a:sym typeface="+mn-ea"/>
                              </a:rPr>
                              <m:t>𝐶</m:t>
                            </m:r>
                          </m:e>
                          <m:sub>
                            <m:r>
                              <a:rPr lang="en-US" sz="3200" dirty="0">
                                <a:uFillTx/>
                                <a:latin typeface="Times New Roman" panose="02020603050405020304" pitchFamily="18" charset="0"/>
                                <a:ea typeface="宋体" panose="02010600030101010101" pitchFamily="2" charset="-122"/>
                                <a:cs typeface="Songti SC"/>
                                <a:sym typeface="+mn-ea"/>
                              </a:rPr>
                              <m:t>𝑁</m:t>
                            </m:r>
                            <m:r>
                              <a:rPr lang="en-US" sz="3200" dirty="0">
                                <a:uFillTx/>
                                <a:latin typeface="Times New Roman" panose="02020603050405020304" pitchFamily="18" charset="0"/>
                                <a:ea typeface="宋体" panose="02010600030101010101" pitchFamily="2" charset="-122"/>
                                <a:cs typeface="Songti SC"/>
                                <a:sym typeface="+mn-ea"/>
                              </a:rPr>
                              <m:t>−</m:t>
                            </m:r>
                            <m:sSub>
                              <m:sSubPr>
                                <m:ctrlPr>
                                  <a:rPr lang="en-US" sz="3200" dirty="0">
                                    <a:uFillTx/>
                                    <a:latin typeface="Times New Roman" panose="02020603050405020304" pitchFamily="18" charset="0"/>
                                    <a:ea typeface="宋体" panose="02010600030101010101" pitchFamily="2" charset="-122"/>
                                    <a:cs typeface="Songti SC"/>
                                    <a:sym typeface="+mn-ea"/>
                                  </a:rPr>
                                </m:ctrlPr>
                              </m:sSubPr>
                              <m:e>
                                <m:r>
                                  <a:rPr lang="en-US" sz="3200" dirty="0">
                                    <a:uFillTx/>
                                    <a:latin typeface="Times New Roman" panose="02020603050405020304" pitchFamily="18" charset="0"/>
                                    <a:ea typeface="宋体" panose="02010600030101010101" pitchFamily="2" charset="-122"/>
                                    <a:cs typeface="Songti SC"/>
                                    <a:sym typeface="+mn-ea"/>
                                  </a:rPr>
                                  <m:t>d</m:t>
                                </m:r>
                              </m:e>
                              <m:sub>
                                <m:r>
                                  <a:rPr lang="en-US" sz="3200" dirty="0">
                                    <a:uFillTx/>
                                    <a:latin typeface="Times New Roman" panose="02020603050405020304" pitchFamily="18" charset="0"/>
                                    <a:ea typeface="宋体" panose="02010600030101010101" pitchFamily="2" charset="-122"/>
                                    <a:cs typeface="Songti SC"/>
                                    <a:sym typeface="+mn-ea"/>
                                  </a:rPr>
                                  <m:t>f</m:t>
                                </m:r>
                              </m:sub>
                            </m:sSub>
                          </m:sub>
                          <m:sup>
                            <m:sSub>
                              <m:sSubPr>
                                <m:ctrlPr>
                                  <a:rPr lang="en-US" sz="3200" dirty="0">
                                    <a:uFillTx/>
                                    <a:latin typeface="Times New Roman" panose="02020603050405020304" pitchFamily="18" charset="0"/>
                                    <a:ea typeface="宋体" panose="02010600030101010101" pitchFamily="2" charset="-122"/>
                                    <a:cs typeface="Songti SC"/>
                                    <a:sym typeface="+mn-ea"/>
                                  </a:rPr>
                                </m:ctrlPr>
                              </m:sSubPr>
                              <m:e>
                                <m:r>
                                  <a:rPr lang="en-US" sz="3200" dirty="0">
                                    <a:uFillTx/>
                                    <a:latin typeface="Times New Roman" panose="02020603050405020304" pitchFamily="18" charset="0"/>
                                    <a:ea typeface="宋体" panose="02010600030101010101" pitchFamily="2" charset="-122"/>
                                    <a:cs typeface="Songti SC"/>
                                    <a:sym typeface="+mn-ea"/>
                                  </a:rPr>
                                  <m:t>d</m:t>
                                </m:r>
                              </m:e>
                              <m:sub>
                                <m:r>
                                  <a:rPr lang="en-US" sz="3200" dirty="0">
                                    <a:uFillTx/>
                                    <a:latin typeface="Times New Roman" panose="02020603050405020304" pitchFamily="18" charset="0"/>
                                    <a:ea typeface="宋体" panose="02010600030101010101" pitchFamily="2" charset="-122"/>
                                    <a:cs typeface="Songti SC"/>
                                    <a:sym typeface="+mn-ea"/>
                                  </a:rPr>
                                  <m:t>f</m:t>
                                </m:r>
                              </m:sub>
                            </m:sSub>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1</m:t>
                            </m:r>
                          </m:sup>
                        </m:sSubSup>
                      </m:e>
                    </m:rad>
                  </m:oMath>
                </a14:m>
                <a:r>
                  <a:rPr lang="en-US" sz="3200" dirty="0">
                    <a:uFillTx/>
                    <a:latin typeface="Times New Roman" panose="02020603050405020304" pitchFamily="18" charset="0"/>
                    <a:ea typeface="宋体" panose="02010600030101010101" pitchFamily="2" charset="-122"/>
                    <a:cs typeface="Songti SC"/>
                    <a:sym typeface="+mn-ea"/>
                  </a:rPr>
                  <a:t>)</a:t>
                </a:r>
                <a:endParaRPr lang="en-US" sz="3200" dirty="0">
                  <a:uFillTx/>
                  <a:latin typeface="Times New Roman" panose="02020603050405020304" pitchFamily="18" charset="0"/>
                  <a:ea typeface="宋体" panose="02010600030101010101" pitchFamily="2" charset="-122"/>
                  <a:cs typeface="Songti SC"/>
                  <a:sym typeface="+mn-ea"/>
                </a:endParaRPr>
              </a:p>
              <a:p>
                <a:pPr lvl="0" indent="914400" algn="just" defTabSz="914400">
                  <a:lnSpc>
                    <a:spcPct val="125000"/>
                  </a:lnSpc>
                  <a:buSzTx/>
                  <a:defRPr/>
                </a:pPr>
                <a:endParaRPr lang="en-US" sz="3200" dirty="0">
                  <a:uFillTx/>
                  <a:latin typeface="Times New Roman" panose="02020603050405020304" pitchFamily="18" charset="0"/>
                  <a:ea typeface="宋体" panose="02010600030101010101" pitchFamily="2" charset="-122"/>
                  <a:cs typeface="Songti SC"/>
                  <a:sym typeface="+mn-ea"/>
                </a:endParaRPr>
              </a:p>
              <a:p>
                <a:pPr lvl="0" indent="914400" algn="just" defTabSz="914400">
                  <a:lnSpc>
                    <a:spcPct val="125000"/>
                  </a:lnSpc>
                  <a:buSzTx/>
                  <a:defRPr/>
                </a:pPr>
                <a:endParaRPr lang="en-US" sz="3200" dirty="0">
                  <a:uFillTx/>
                  <a:latin typeface="Times New Roman" panose="02020603050405020304" pitchFamily="18" charset="0"/>
                  <a:ea typeface="宋体" panose="02010600030101010101" pitchFamily="2" charset="-122"/>
                  <a:cs typeface="Songti SC"/>
                  <a:sym typeface="+mn-ea"/>
                </a:endParaRPr>
              </a:p>
              <a:p>
                <a:pPr lvl="0" indent="914400" algn="just" defTabSz="914400">
                  <a:lnSpc>
                    <a:spcPct val="125000"/>
                  </a:lnSpc>
                  <a:buSzTx/>
                  <a:defRPr/>
                </a:pPr>
                <a:endParaRPr lang="en-US" sz="3200" dirty="0">
                  <a:uFillTx/>
                  <a:latin typeface="Times New Roman" panose="02020603050405020304" pitchFamily="18" charset="0"/>
                  <a:ea typeface="宋体" panose="02010600030101010101" pitchFamily="2" charset="-122"/>
                  <a:cs typeface="Songti SC"/>
                  <a:sym typeface="+mn-ea"/>
                </a:endParaRPr>
              </a:p>
            </p:txBody>
          </p:sp>
        </mc:Choice>
        <mc:Fallback>
          <p:sp>
            <p:nvSpPr>
              <p:cNvPr id="8" name="AutoShape 8"/>
              <p:cNvSpPr txBox="1">
                <a:spLocks noRot="1" noChangeAspect="1" noMove="1" noResize="1" noEditPoints="1" noAdjustHandles="1" noChangeArrowheads="1" noChangeShapeType="1" noTextEdit="1"/>
              </p:cNvSpPr>
              <p:nvPr/>
            </p:nvSpPr>
            <p:spPr>
              <a:xfrm>
                <a:off x="1270000" y="1651000"/>
                <a:ext cx="15162696" cy="6985000"/>
              </a:xfrm>
              <a:prstGeom prst="rect">
                <a:avLst/>
              </a:prstGeom>
              <a:blipFill rotWithShape="1">
                <a:blip r:embed="rId3"/>
                <a:stretch>
                  <a:fillRect r="-744" b="-7682"/>
                </a:stretch>
              </a:blipFill>
              <a:ln w="19050" cap="flat" cmpd="sng">
                <a:noFill/>
                <a:prstDash val="solid"/>
                <a:round/>
              </a:ln>
            </p:spPr>
            <p:txBody>
              <a:bodyPr/>
              <a:lstStyle/>
              <a:p>
                <a:r>
                  <a:rPr lang="zh-CN" altLang="en-US">
                    <a:noFill/>
                  </a:rPr>
                  <a:t> </a:t>
                </a:r>
              </a:p>
            </p:txBody>
          </p:sp>
        </mc:Fallback>
      </mc:AlternateContent>
      <p:sp>
        <p:nvSpPr>
          <p:cNvPr id="9" name="AutoShape 9"/>
          <p:cNvSpPr txBox="1"/>
          <p:nvPr/>
        </p:nvSpPr>
        <p:spPr>
          <a:xfrm>
            <a:off x="15544800" y="9410700"/>
            <a:ext cx="2133600" cy="441325"/>
          </a:xfrm>
          <a:prstGeom prst="rect">
            <a:avLst/>
          </a:prstGeom>
          <a:noFill/>
          <a:ln w="19050" cap="flat" cmpd="sng">
            <a:noFill/>
            <a:prstDash val="solid"/>
            <a:round/>
          </a:ln>
        </p:spPr>
        <p:txBody>
          <a:bodyPr vert="horz" wrap="square" lIns="91440" tIns="45720" rIns="91440" bIns="45720" rtlCol="0" anchor="ctr" anchorCtr="0"/>
          <a:lstStyle/>
          <a:p>
            <a:pPr marL="0" indent="0" algn="r" defTabSz="914400">
              <a:lnSpc>
                <a:spcPct val="100000"/>
              </a:lnSpc>
              <a:defRPr/>
            </a:pPr>
            <a:fld id="{C980D6ED-4929-4314-82EF-403DA6412A1E}" type="slidenum">
              <a:rPr sz="1400" b="0" i="0" u="none" strike="noStrike">
                <a:solidFill>
                  <a:srgbClr val="FFC000"/>
                </a:solidFill>
                <a:latin typeface="Calibri" panose="020F0502020204030204"/>
                <a:ea typeface="Calibri" panose="020F0502020204030204"/>
                <a:cs typeface="Calibri" panose="020F0502020204030204"/>
                <a:sym typeface="Calibri" panose="020F0502020204030204"/>
              </a:rPr>
            </a:fld>
            <a:endParaRPr lang="en-US" sz="1100"/>
          </a:p>
        </p:txBody>
      </p:sp>
      <p:sp>
        <p:nvSpPr>
          <p:cNvPr id="4" name="AutoShape 35"/>
          <p:cNvSpPr txBox="1"/>
          <p:nvPr/>
        </p:nvSpPr>
        <p:spPr>
          <a:xfrm>
            <a:off x="13694774" y="709652"/>
            <a:ext cx="3700052" cy="369332"/>
          </a:xfrm>
          <a:prstGeom prst="rect">
            <a:avLst/>
          </a:prstGeom>
          <a:noFill/>
          <a:ln w="19050" cap="flat" cmpd="sng">
            <a:noFill/>
            <a:prstDash val="solid"/>
            <a:round/>
          </a:ln>
        </p:spPr>
        <p:txBody>
          <a:bodyPr vert="horz" wrap="none" lIns="91440" tIns="45720" rIns="91440" bIns="45720" rtlCol="0" anchor="t" anchorCtr="0"/>
          <a:lstStyle/>
          <a:p>
            <a:pPr>
              <a:defRPr/>
            </a:pPr>
            <a:r>
              <a:rPr lang="zh-CN" altLang="zh-CN" sz="18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仿宋" panose="02010609060101010101" pitchFamily="49" charset="-122"/>
                <a:ea typeface="仿宋" panose="02010609060101010101" pitchFamily="49" charset="-122"/>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密码学</a:t>
            </a:r>
            <a:r>
              <a:rPr lang="en-US" sz="1800" b="1" i="0" u="none" strike="noStrike" dirty="0">
                <a:solidFill>
                  <a:srgbClr val="1F497D"/>
                </a:solidFill>
                <a:latin typeface="仿宋" panose="02010609060101010101" pitchFamily="49" charset="-122"/>
                <a:ea typeface="仿宋" panose="02010609060101010101" pitchFamily="49" charset="-122"/>
                <a:cs typeface="Zhuque Fangsong"/>
                <a:sym typeface="Zhuque Fangsong"/>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基础理论与应用</a:t>
            </a:r>
            <a:endParaRPr lang="en-US" sz="1100" dirty="0">
              <a:latin typeface="仿宋" panose="02010609060101010101" pitchFamily="49" charset="-122"/>
              <a:ea typeface="仿宋" panose="02010609060101010101" pitchFamily="49" charset="-122"/>
            </a:endParaRPr>
          </a:p>
        </p:txBody>
      </p:sp>
      <p:sp>
        <p:nvSpPr>
          <p:cNvPr id="11" name="TextBox 30"/>
          <p:cNvSpPr txBox="1"/>
          <p:nvPr/>
        </p:nvSpPr>
        <p:spPr>
          <a:xfrm>
            <a:off x="3207289" y="472935"/>
            <a:ext cx="9458717" cy="717550"/>
          </a:xfrm>
          <a:prstGeom prst="rect">
            <a:avLst/>
          </a:prstGeom>
        </p:spPr>
        <p:txBody>
          <a:bodyPr lIns="0" tIns="0" rIns="0" bIns="0" rtlCol="0" anchor="t">
            <a:spAutoFit/>
          </a:bodyPr>
          <a:lstStyle/>
          <a:p>
            <a:pPr algn="l">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Times New Roman" panose="02020603050405020304" pitchFamily="18" charset="0"/>
                <a:sym typeface="字由文艺黑" panose="00020600040101010101" charset="-122"/>
              </a:rPr>
              <a:t>NTRU</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安全性</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分析</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3" name="TextBox 31"/>
          <p:cNvSpPr txBox="1"/>
          <p:nvPr/>
        </p:nvSpPr>
        <p:spPr>
          <a:xfrm>
            <a:off x="1270000" y="411480"/>
            <a:ext cx="2007870" cy="842645"/>
          </a:xfrm>
          <a:prstGeom prst="rect">
            <a:avLst/>
          </a:prstGeom>
        </p:spPr>
        <p:txBody>
          <a:bodyPr wrap="square" lIns="0" tIns="0" rIns="0" bIns="0" rtlCol="0" anchor="t">
            <a:spAutoFit/>
          </a:bodyPr>
          <a:lstStyle/>
          <a:p>
            <a:pPr lvl="0" algn="ctr">
              <a:lnSpc>
                <a:spcPts val="6575"/>
              </a:lnSpc>
              <a:buSzTx/>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Times New Roman" panose="02020603050405020304" pitchFamily="18" charset="0"/>
                <a:sym typeface="字由文艺黑" panose="00020600040101010101" charset="-122"/>
              </a:rPr>
              <a:t>10.3.2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Times New Roman" panose="02020603050405020304" pitchFamily="18" charset="0"/>
              <a:sym typeface="字由文艺黑" panose="00020600040101010101"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412090" y="1028700"/>
            <a:ext cx="7800783" cy="275915"/>
          </a:xfrm>
          <a:custGeom>
            <a:avLst/>
            <a:gdLst/>
            <a:ahLst/>
            <a:cxnLst/>
            <a:rect l="l" t="t" r="r" b="b"/>
            <a:pathLst>
              <a:path w="7800783" h="275915">
                <a:moveTo>
                  <a:pt x="137960" y="0"/>
                </a:moveTo>
                <a:lnTo>
                  <a:pt x="7662827" y="0"/>
                </a:lnTo>
                <a:cubicBezTo>
                  <a:pt x="7699414" y="0"/>
                  <a:pt x="7734504" y="14534"/>
                  <a:pt x="7760377" y="40406"/>
                </a:cubicBezTo>
                <a:cubicBezTo>
                  <a:pt x="7786248" y="66279"/>
                  <a:pt x="7800783" y="101369"/>
                  <a:pt x="7800783" y="137959"/>
                </a:cubicBezTo>
                <a:lnTo>
                  <a:pt x="7800783" y="137959"/>
                </a:lnTo>
                <a:cubicBezTo>
                  <a:pt x="7800783" y="174546"/>
                  <a:pt x="7786248" y="209636"/>
                  <a:pt x="7760377" y="235509"/>
                </a:cubicBezTo>
                <a:cubicBezTo>
                  <a:pt x="7734504" y="261380"/>
                  <a:pt x="7699414" y="275915"/>
                  <a:pt x="7662827" y="275915"/>
                </a:cubicBezTo>
                <a:lnTo>
                  <a:pt x="137960" y="275915"/>
                </a:lnTo>
                <a:cubicBezTo>
                  <a:pt x="101369" y="275915"/>
                  <a:pt x="66279" y="261380"/>
                  <a:pt x="40406" y="235509"/>
                </a:cubicBezTo>
                <a:cubicBezTo>
                  <a:pt x="14534" y="209636"/>
                  <a:pt x="0" y="174546"/>
                  <a:pt x="0" y="137959"/>
                </a:cubicBezTo>
                <a:lnTo>
                  <a:pt x="0" y="137959"/>
                </a:lnTo>
                <a:cubicBezTo>
                  <a:pt x="0" y="101369"/>
                  <a:pt x="14534" y="66279"/>
                  <a:pt x="40406" y="40406"/>
                </a:cubicBezTo>
                <a:cubicBezTo>
                  <a:pt x="66279" y="14534"/>
                  <a:pt x="101369" y="0"/>
                  <a:pt x="137960" y="0"/>
                </a:cubicBezTo>
                <a:close/>
              </a:path>
            </a:pathLst>
          </a:custGeom>
          <a:gradFill rotWithShape="1">
            <a:gsLst>
              <a:gs pos="0">
                <a:srgbClr val="DDEEFF">
                  <a:alpha val="100000"/>
                </a:srgbClr>
              </a:gs>
              <a:gs pos="100000">
                <a:srgbClr val="FFFFFF">
                  <a:alpha val="0"/>
                </a:srgbClr>
              </a:gs>
            </a:gsLst>
            <a:lin ang="0"/>
          </a:gradFill>
          <a:ln w="25400" cap="flat" cmpd="sng">
            <a:noFill/>
            <a:prstDash val="solid"/>
            <a:round/>
          </a:ln>
        </p:spPr>
        <p:txBody>
          <a:bodyPr vert="horz" wrap="square" lIns="91440" tIns="45720" rIns="91440" bIns="45720" rtlCol="0" anchor="t" anchorCtr="0"/>
          <a:lstStyle/>
          <a:p>
            <a:pPr algn="l">
              <a:defRPr/>
            </a:pPr>
          </a:p>
        </p:txBody>
      </p:sp>
      <p:pic>
        <p:nvPicPr>
          <p:cNvPr id="5" name="Picture 5"/>
          <p:cNvPicPr>
            <a:picLocks noChangeAspect="1"/>
          </p:cNvPicPr>
          <p:nvPr/>
        </p:nvPicPr>
        <p:blipFill>
          <a:blip r:embed="rId1">
            <a:alphaModFix amt="80000"/>
          </a:blip>
          <a:srcRect/>
          <a:stretch>
            <a:fillRect/>
          </a:stretch>
        </p:blipFill>
        <p:spPr>
          <a:xfrm>
            <a:off x="762000" y="494030"/>
            <a:ext cx="1069975" cy="656590"/>
          </a:xfrm>
          <a:prstGeom prst="rect">
            <a:avLst/>
          </a:prstGeom>
          <a:noFill/>
          <a:ln w="25400" cap="flat" cmpd="sng">
            <a:noFill/>
            <a:prstDash val="solid"/>
            <a:round/>
          </a:ln>
          <a:effectLst>
            <a:outerShdw blurRad="50800" dist="38100" dir="2700000" algn="tl">
              <a:srgbClr val="000000">
                <a:alpha val="40000"/>
              </a:srgbClr>
            </a:outerShdw>
            <a:reflection blurRad="6350" stA="50000" endA="300" endPos="55000" dir="5400000" sy="-100000" algn="bl" rotWithShape="0"/>
          </a:effectLst>
        </p:spPr>
      </p:pic>
      <p:pic>
        <p:nvPicPr>
          <p:cNvPr id="7" name="Picture 7"/>
          <p:cNvPicPr>
            <a:picLocks noChangeAspect="1"/>
          </p:cNvPicPr>
          <p:nvPr/>
        </p:nvPicPr>
        <p:blipFill>
          <a:blip r:embed="rId2"/>
          <a:srcRect/>
          <a:stretch>
            <a:fillRect/>
          </a:stretch>
        </p:blipFill>
        <p:spPr>
          <a:xfrm>
            <a:off x="13772537" y="1102753"/>
            <a:ext cx="2771429" cy="47619"/>
          </a:xfrm>
          <a:prstGeom prst="rect">
            <a:avLst/>
          </a:prstGeom>
          <a:noFill/>
          <a:ln w="25400" cap="flat" cmpd="sng">
            <a:noFill/>
            <a:prstDash val="solid"/>
            <a:round/>
          </a:ln>
        </p:spPr>
      </p:pic>
      <mc:AlternateContent xmlns:mc="http://schemas.openxmlformats.org/markup-compatibility/2006">
        <mc:Choice xmlns:a14="http://schemas.microsoft.com/office/drawing/2010/main" Requires="a14">
          <p:sp>
            <p:nvSpPr>
              <p:cNvPr id="8" name="AutoShape 8"/>
              <p:cNvSpPr txBox="1"/>
              <p:nvPr/>
            </p:nvSpPr>
            <p:spPr>
              <a:xfrm>
                <a:off x="1270000" y="1651000"/>
                <a:ext cx="15162696" cy="6985000"/>
              </a:xfrm>
              <a:prstGeom prst="rect">
                <a:avLst/>
              </a:prstGeom>
              <a:noFill/>
              <a:ln w="19050" cap="flat" cmpd="sng">
                <a:noFill/>
                <a:prstDash val="solid"/>
                <a:round/>
              </a:ln>
            </p:spPr>
            <p:txBody>
              <a:bodyPr vert="horz" wrap="square" lIns="0" tIns="0" rIns="0" bIns="0" rtlCol="0" anchor="t" anchorCtr="0">
                <a:noAutofit/>
              </a:bodyPr>
              <a:lstStyle/>
              <a:p>
                <a:pPr lvl="0" indent="914400" algn="just" defTabSz="914400">
                  <a:lnSpc>
                    <a:spcPct val="125000"/>
                  </a:lnSpc>
                  <a:buSzTx/>
                  <a:defRPr/>
                </a:pPr>
                <a:r>
                  <a:rPr lang="en-US" sz="3200" b="1" dirty="0">
                    <a:uFillTx/>
                    <a:latin typeface="Times New Roman" panose="02020603050405020304" pitchFamily="18" charset="0"/>
                    <a:ea typeface="宋体" panose="02010600030101010101" pitchFamily="2" charset="-122"/>
                    <a:cs typeface="Songti SC"/>
                    <a:sym typeface="Zhuque Fangsong"/>
                  </a:rPr>
                  <a:t>安全性分析</a:t>
                </a:r>
                <a:r>
                  <a:rPr lang="en-US" sz="3200" b="1" dirty="0">
                    <a:uFillTx/>
                    <a:latin typeface="Times New Roman" panose="02020603050405020304" pitchFamily="18" charset="0"/>
                    <a:ea typeface="宋体" panose="02010600030101010101" pitchFamily="2" charset="-122"/>
                    <a:cs typeface="Songti SC"/>
                    <a:sym typeface="Zhuque Fangsong"/>
                  </a:rPr>
                  <a:t>：</a:t>
                </a:r>
                <a:endParaRPr lang="en-US" sz="3200" b="1" dirty="0">
                  <a:uFillTx/>
                  <a:latin typeface="Times New Roman" panose="02020603050405020304" pitchFamily="18" charset="0"/>
                  <a:ea typeface="宋体" panose="02010600030101010101" pitchFamily="2" charset="-122"/>
                  <a:cs typeface="Songti SC"/>
                  <a:sym typeface="Zhuque Fangsong"/>
                </a:endParaRPr>
              </a:p>
              <a:p>
                <a:pPr lvl="0" indent="914400" algn="just" defTabSz="914400">
                  <a:lnSpc>
                    <a:spcPct val="125000"/>
                  </a:lnSpc>
                  <a:buSzTx/>
                  <a:defRPr/>
                </a:pPr>
                <a:r>
                  <a:rPr lang="en-US" sz="3200" dirty="0">
                    <a:uFillTx/>
                    <a:latin typeface="Times New Roman" panose="02020603050405020304" pitchFamily="18" charset="0"/>
                    <a:ea typeface="宋体" panose="02010600030101010101" pitchFamily="2" charset="-122"/>
                    <a:cs typeface="Songti SC"/>
                    <a:sym typeface="Songti SC"/>
                  </a:rPr>
                  <a:t>（</a:t>
                </a:r>
                <a:r>
                  <a:rPr lang="en-US" sz="3200" dirty="0">
                    <a:uFillTx/>
                    <a:latin typeface="Times New Roman" panose="02020603050405020304" pitchFamily="18" charset="0"/>
                    <a:ea typeface="宋体" panose="02010600030101010101" pitchFamily="2" charset="-122"/>
                    <a:cs typeface="Songti SC"/>
                    <a:sym typeface="Songti SC"/>
                  </a:rPr>
                  <a:t>3</a:t>
                </a:r>
                <a:r>
                  <a:rPr lang="en-US" sz="3200" dirty="0">
                    <a:uFillTx/>
                    <a:latin typeface="Times New Roman" panose="02020603050405020304" pitchFamily="18" charset="0"/>
                    <a:ea typeface="宋体" panose="02010600030101010101" pitchFamily="2" charset="-122"/>
                    <a:cs typeface="Songti SC"/>
                    <a:sym typeface="Songti SC"/>
                  </a:rPr>
                  <a:t>）</a:t>
                </a:r>
                <a:r>
                  <a:rPr lang="en-US" sz="3200" dirty="0">
                    <a:uFillTx/>
                    <a:latin typeface="Times New Roman" panose="02020603050405020304" pitchFamily="18" charset="0"/>
                    <a:ea typeface="宋体" panose="02010600030101010101" pitchFamily="2" charset="-122"/>
                    <a:cs typeface="Songti SC"/>
                    <a:sym typeface="+mn-ea"/>
                  </a:rPr>
                  <a:t>多次发送攻击</a:t>
                </a:r>
                <a:r>
                  <a:rPr lang="en-US" sz="3200" dirty="0">
                    <a:uFillTx/>
                    <a:latin typeface="Times New Roman" panose="02020603050405020304" pitchFamily="18" charset="0"/>
                    <a:ea typeface="宋体" panose="02010600030101010101" pitchFamily="2" charset="-122"/>
                    <a:cs typeface="Songti SC"/>
                    <a:sym typeface="+mn-ea"/>
                  </a:rPr>
                  <a:t>:</a:t>
                </a:r>
                <a:r>
                  <a:rPr lang="en-US" sz="3200" dirty="0">
                    <a:uFillTx/>
                    <a:latin typeface="Times New Roman" panose="02020603050405020304" pitchFamily="18" charset="0"/>
                    <a:ea typeface="宋体" panose="02010600030101010101" pitchFamily="2" charset="-122"/>
                    <a:cs typeface="Songti SC"/>
                    <a:sym typeface="+mn-ea"/>
                  </a:rPr>
                  <a:t>这种攻击方法的前提是明文</a:t>
                </a:r>
                <a14:m>
                  <m:oMath xmlns:m="http://schemas.openxmlformats.org/officeDocument/2006/math">
                    <m:r>
                      <m:rPr>
                        <m:sty m:val="p"/>
                      </m:rPr>
                      <a:rPr lang="en-US" sz="3200" dirty="0">
                        <a:uFillTx/>
                        <a:latin typeface="Times New Roman" panose="02020603050405020304" pitchFamily="18" charset="0"/>
                        <a:ea typeface="宋体" panose="02010600030101010101" pitchFamily="2" charset="-122"/>
                        <a:cs typeface="Songti SC"/>
                        <a:sym typeface="+mn-ea"/>
                      </a:rPr>
                      <m:t>m</m:t>
                    </m:r>
                  </m:oMath>
                </a14:m>
                <a:r>
                  <a:rPr lang="en-US" sz="3200" dirty="0">
                    <a:uFillTx/>
                    <a:latin typeface="Times New Roman" panose="02020603050405020304" pitchFamily="18" charset="0"/>
                    <a:ea typeface="宋体" panose="02010600030101010101" pitchFamily="2" charset="-122"/>
                    <a:cs typeface="Songti SC"/>
                    <a:sym typeface="+mn-ea"/>
                  </a:rPr>
                  <a:t>被加密发送了</a:t>
                </a:r>
                <a14:m>
                  <m:oMath xmlns:m="http://schemas.openxmlformats.org/officeDocument/2006/math">
                    <m:r>
                      <m:rPr>
                        <m:sty m:val="p"/>
                      </m:rPr>
                      <a:rPr lang="en-US" sz="3200" dirty="0">
                        <a:uFillTx/>
                        <a:latin typeface="Times New Roman" panose="02020603050405020304" pitchFamily="18" charset="0"/>
                        <a:ea typeface="宋体" panose="02010600030101010101" pitchFamily="2" charset="-122"/>
                        <a:cs typeface="Songti SC"/>
                        <a:sym typeface="+mn-ea"/>
                      </a:rPr>
                      <m:t>n</m:t>
                    </m:r>
                  </m:oMath>
                </a14:m>
                <a:r>
                  <a:rPr lang="en-US" sz="3200" dirty="0">
                    <a:uFillTx/>
                    <a:latin typeface="Times New Roman" panose="02020603050405020304" pitchFamily="18" charset="0"/>
                    <a:ea typeface="宋体" panose="02010600030101010101" pitchFamily="2" charset="-122"/>
                    <a:cs typeface="Songti SC"/>
                    <a:sym typeface="+mn-ea"/>
                  </a:rPr>
                  <a:t>次，且每次均使用相同的公钥</a:t>
                </a:r>
                <a14:m>
                  <m:oMath xmlns:m="http://schemas.openxmlformats.org/officeDocument/2006/math">
                    <m:r>
                      <m:rPr>
                        <m:sty m:val="p"/>
                      </m:rPr>
                      <a:rPr lang="en-US" sz="3200" dirty="0">
                        <a:uFillTx/>
                        <a:latin typeface="Times New Roman" panose="02020603050405020304" pitchFamily="18" charset="0"/>
                        <a:ea typeface="宋体" panose="02010600030101010101" pitchFamily="2" charset="-122"/>
                        <a:cs typeface="Songti SC"/>
                        <a:sym typeface="+mn-ea"/>
                      </a:rPr>
                      <m:t>h</m:t>
                    </m:r>
                  </m:oMath>
                </a14:m>
                <a:r>
                  <a:rPr lang="en-US" sz="3200" dirty="0">
                    <a:uFillTx/>
                    <a:latin typeface="Times New Roman" panose="02020603050405020304" pitchFamily="18" charset="0"/>
                    <a:ea typeface="宋体" panose="02010600030101010101" pitchFamily="2" charset="-122"/>
                    <a:cs typeface="Songti SC"/>
                    <a:sym typeface="+mn-ea"/>
                  </a:rPr>
                  <a:t>，</a:t>
                </a:r>
                <a14:m>
                  <m:oMath xmlns:m="http://schemas.openxmlformats.org/officeDocument/2006/math">
                    <m:r>
                      <m:rPr>
                        <m:sty m:val="p"/>
                      </m:rPr>
                      <a:rPr lang="en-US" sz="3200" dirty="0">
                        <a:uFillTx/>
                        <a:latin typeface="Times New Roman" panose="02020603050405020304" pitchFamily="18" charset="0"/>
                        <a:ea typeface="宋体" panose="02010600030101010101" pitchFamily="2" charset="-122"/>
                        <a:cs typeface="Songti SC"/>
                        <a:sym typeface="+mn-ea"/>
                      </a:rPr>
                      <m:t>h</m:t>
                    </m:r>
                  </m:oMath>
                </a14:m>
                <a:r>
                  <a:rPr lang="en-US" sz="3200" dirty="0">
                    <a:uFillTx/>
                    <a:latin typeface="Times New Roman" panose="02020603050405020304" pitchFamily="18" charset="0"/>
                    <a:ea typeface="宋体" panose="02010600030101010101" pitchFamily="2" charset="-122"/>
                    <a:cs typeface="Songti SC"/>
                    <a:sym typeface="+mn-ea"/>
                  </a:rPr>
                  <a:t>在环中有逆元，这个过程不要求每次采用相同的随机多项式。第</a:t>
                </a:r>
                <a14:m>
                  <m:oMath xmlns:m="http://schemas.openxmlformats.org/officeDocument/2006/math">
                    <m:r>
                      <m:rPr>
                        <m:sty m:val="p"/>
                      </m:rPr>
                      <a:rPr lang="en-US" sz="3200" dirty="0">
                        <a:uFillTx/>
                        <a:latin typeface="Times New Roman" panose="02020603050405020304" pitchFamily="18" charset="0"/>
                        <a:ea typeface="宋体" panose="02010600030101010101" pitchFamily="2" charset="-122"/>
                        <a:cs typeface="Songti SC"/>
                        <a:sym typeface="+mn-ea"/>
                      </a:rPr>
                      <m:t>i</m:t>
                    </m:r>
                  </m:oMath>
                </a14:m>
                <a:r>
                  <a:rPr lang="en-US" sz="3200" dirty="0">
                    <a:uFillTx/>
                    <a:latin typeface="Times New Roman" panose="02020603050405020304" pitchFamily="18" charset="0"/>
                    <a:ea typeface="宋体" panose="02010600030101010101" pitchFamily="2" charset="-122"/>
                    <a:cs typeface="Songti SC"/>
                    <a:sym typeface="+mn-ea"/>
                  </a:rPr>
                  <a:t>次发送的密文为</a:t>
                </a:r>
                <a14:m>
                  <m:oMath xmlns:m="http://schemas.openxmlformats.org/officeDocument/2006/math">
                    <m:sSub>
                      <m:sSubPr>
                        <m:ctrlPr>
                          <a:rPr lang="en-US" sz="3200" dirty="0">
                            <a:uFillTx/>
                            <a:latin typeface="Times New Roman" panose="02020603050405020304" pitchFamily="18" charset="0"/>
                            <a:ea typeface="宋体" panose="02010600030101010101" pitchFamily="2" charset="-122"/>
                            <a:cs typeface="Songti SC"/>
                            <a:sym typeface="+mn-ea"/>
                          </a:rPr>
                        </m:ctrlPr>
                      </m:sSubPr>
                      <m:e>
                        <m:r>
                          <m:rPr>
                            <m:sty m:val="p"/>
                          </m:rPr>
                          <a:rPr lang="en-US" sz="3200" dirty="0">
                            <a:uFillTx/>
                            <a:latin typeface="Times New Roman" panose="02020603050405020304" pitchFamily="18" charset="0"/>
                            <a:ea typeface="宋体" panose="02010600030101010101" pitchFamily="2" charset="-122"/>
                            <a:cs typeface="Songti SC"/>
                            <a:sym typeface="+mn-ea"/>
                          </a:rPr>
                          <m:t>c</m:t>
                        </m:r>
                      </m:e>
                      <m:sub>
                        <m:r>
                          <m:rPr>
                            <m:sty m:val="p"/>
                          </m:rPr>
                          <a:rPr lang="en-US" sz="3200" dirty="0">
                            <a:uFillTx/>
                            <a:latin typeface="Times New Roman" panose="02020603050405020304" pitchFamily="18" charset="0"/>
                            <a:ea typeface="宋体" panose="02010600030101010101" pitchFamily="2" charset="-122"/>
                            <a:cs typeface="Songti SC"/>
                            <a:sym typeface="+mn-ea"/>
                          </a:rPr>
                          <m:t>i</m:t>
                        </m:r>
                      </m:sub>
                    </m:sSub>
                    <m:r>
                      <a:rPr lang="en-US" sz="3200" dirty="0">
                        <a:uFillTx/>
                        <a:latin typeface="Times New Roman" panose="02020603050405020304" pitchFamily="18" charset="0"/>
                        <a:ea typeface="宋体" panose="02010600030101010101" pitchFamily="2" charset="-122"/>
                        <a:cs typeface="Songti SC"/>
                        <a:sym typeface="+mn-ea"/>
                      </a:rPr>
                      <m:t>=</m:t>
                    </m:r>
                    <m:sSub>
                      <m:sSubPr>
                        <m:ctrlPr>
                          <a:rPr lang="en-US" sz="3200" dirty="0">
                            <a:uFillTx/>
                            <a:latin typeface="Times New Roman" panose="02020603050405020304" pitchFamily="18" charset="0"/>
                            <a:ea typeface="宋体" panose="02010600030101010101" pitchFamily="2" charset="-122"/>
                            <a:cs typeface="Songti SC"/>
                            <a:sym typeface="+mn-ea"/>
                          </a:rPr>
                        </m:ctrlPr>
                      </m:sSubPr>
                      <m:e>
                        <m:r>
                          <m:rPr>
                            <m:sty m:val="p"/>
                          </m:rPr>
                          <a:rPr lang="en-US" sz="3200" dirty="0">
                            <a:uFillTx/>
                            <a:latin typeface="Times New Roman" panose="02020603050405020304" pitchFamily="18" charset="0"/>
                            <a:ea typeface="宋体" panose="02010600030101010101" pitchFamily="2" charset="-122"/>
                            <a:cs typeface="Songti SC"/>
                            <a:sym typeface="+mn-ea"/>
                          </a:rPr>
                          <m:t>r</m:t>
                        </m:r>
                      </m:e>
                      <m:sub>
                        <m:r>
                          <m:rPr>
                            <m:sty m:val="p"/>
                          </m:rPr>
                          <a:rPr lang="en-US" sz="3200" dirty="0">
                            <a:uFillTx/>
                            <a:latin typeface="Times New Roman" panose="02020603050405020304" pitchFamily="18" charset="0"/>
                            <a:ea typeface="宋体" panose="02010600030101010101" pitchFamily="2" charset="-122"/>
                            <a:cs typeface="Songti SC"/>
                            <a:sym typeface="+mn-ea"/>
                          </a:rPr>
                          <m:t>i</m:t>
                        </m:r>
                      </m:sub>
                    </m:sSub>
                    <m:r>
                      <a:rPr lang="en-US" sz="3200" dirty="0">
                        <a:uFillTx/>
                        <a:latin typeface="Times New Roman" panose="02020603050405020304" pitchFamily="18" charset="0"/>
                        <a:ea typeface="宋体" panose="02010600030101010101" pitchFamily="2" charset="-122"/>
                        <a:cs typeface="Songti SC"/>
                        <a:sym typeface="+mn-ea"/>
                      </a:rPr>
                      <m:t>⊗</m:t>
                    </m:r>
                    <m:r>
                      <m:rPr>
                        <m:sty m:val="p"/>
                      </m:rPr>
                      <a:rPr lang="en-US" sz="3200" dirty="0">
                        <a:uFillTx/>
                        <a:latin typeface="Times New Roman" panose="02020603050405020304" pitchFamily="18" charset="0"/>
                        <a:ea typeface="宋体" panose="02010600030101010101" pitchFamily="2" charset="-122"/>
                        <a:cs typeface="Songti SC"/>
                        <a:sym typeface="+mn-ea"/>
                      </a:rPr>
                      <m:t>h</m:t>
                    </m:r>
                    <m:r>
                      <a:rPr lang="en-US" sz="3200" dirty="0">
                        <a:uFillTx/>
                        <a:latin typeface="Times New Roman" panose="02020603050405020304" pitchFamily="18" charset="0"/>
                        <a:ea typeface="宋体" panose="02010600030101010101" pitchFamily="2" charset="-122"/>
                        <a:cs typeface="Songti SC"/>
                        <a:sym typeface="+mn-ea"/>
                      </a:rPr>
                      <m:t>+</m:t>
                    </m:r>
                    <m:r>
                      <m:rPr>
                        <m:sty m:val="p"/>
                      </m:rPr>
                      <a:rPr lang="en-US" sz="3200" dirty="0">
                        <a:uFillTx/>
                        <a:latin typeface="Times New Roman" panose="02020603050405020304" pitchFamily="18" charset="0"/>
                        <a:ea typeface="宋体" panose="02010600030101010101" pitchFamily="2" charset="-122"/>
                        <a:cs typeface="Songti SC"/>
                        <a:sym typeface="+mn-ea"/>
                      </a:rPr>
                      <m:t>m</m:t>
                    </m:r>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mod</m:t>
                    </m:r>
                    <m:r>
                      <m:rPr>
                        <m:sty m:val="p"/>
                      </m:rPr>
                      <a:rPr lang="en-US" sz="3200" dirty="0">
                        <a:uFillTx/>
                        <a:latin typeface="Times New Roman" panose="02020603050405020304" pitchFamily="18" charset="0"/>
                        <a:ea typeface="宋体" panose="02010600030101010101" pitchFamily="2" charset="-122"/>
                        <a:cs typeface="Songti SC"/>
                        <a:sym typeface="+mn-ea"/>
                      </a:rPr>
                      <m:t>q</m:t>
                    </m:r>
                    <m:r>
                      <a:rPr lang="en-US" sz="3200" dirty="0">
                        <a:uFillTx/>
                        <a:latin typeface="Times New Roman" panose="02020603050405020304" pitchFamily="18" charset="0"/>
                        <a:ea typeface="宋体" panose="02010600030101010101" pitchFamily="2" charset="-122"/>
                        <a:cs typeface="Songti SC"/>
                        <a:sym typeface="+mn-ea"/>
                      </a:rPr>
                      <m:t>)</m:t>
                    </m:r>
                  </m:oMath>
                </a14:m>
                <a:r>
                  <a:rPr lang="en-US" sz="3200" dirty="0">
                    <a:uFillTx/>
                    <a:latin typeface="Times New Roman" panose="02020603050405020304" pitchFamily="18" charset="0"/>
                    <a:ea typeface="宋体" panose="02010600030101010101" pitchFamily="2" charset="-122"/>
                    <a:cs typeface="Songti SC"/>
                    <a:sym typeface="+mn-ea"/>
                  </a:rPr>
                  <a:t>。计算</a:t>
                </a:r>
                <a14:m>
                  <m:oMath xmlns:m="http://schemas.openxmlformats.org/officeDocument/2006/math">
                    <m:sSub>
                      <m:sSubPr>
                        <m:ctrlPr>
                          <a:rPr lang="en-US" sz="3200" dirty="0">
                            <a:uFillTx/>
                            <a:latin typeface="Times New Roman" panose="02020603050405020304" pitchFamily="18" charset="0"/>
                            <a:ea typeface="宋体" panose="02010600030101010101" pitchFamily="2" charset="-122"/>
                            <a:cs typeface="Songti SC"/>
                            <a:sym typeface="+mn-ea"/>
                          </a:rPr>
                        </m:ctrlPr>
                      </m:sSubPr>
                      <m:e>
                        <m:r>
                          <m:rPr>
                            <m:sty m:val="p"/>
                          </m:rPr>
                          <a:rPr lang="en-US" sz="3200" dirty="0">
                            <a:uFillTx/>
                            <a:latin typeface="Times New Roman" panose="02020603050405020304" pitchFamily="18" charset="0"/>
                            <a:ea typeface="宋体" panose="02010600030101010101" pitchFamily="2" charset="-122"/>
                            <a:cs typeface="Songti SC"/>
                            <a:sym typeface="+mn-ea"/>
                          </a:rPr>
                          <m:t>c</m:t>
                        </m:r>
                      </m:e>
                      <m:sub>
                        <m:r>
                          <m:rPr>
                            <m:sty m:val="p"/>
                          </m:rPr>
                          <a:rPr lang="en-US" sz="3200" dirty="0">
                            <a:uFillTx/>
                            <a:latin typeface="Times New Roman" panose="02020603050405020304" pitchFamily="18" charset="0"/>
                            <a:ea typeface="宋体" panose="02010600030101010101" pitchFamily="2" charset="-122"/>
                            <a:cs typeface="Songti SC"/>
                            <a:sym typeface="+mn-ea"/>
                          </a:rPr>
                          <m:t>i</m:t>
                        </m:r>
                      </m:sub>
                    </m:sSub>
                    <m:r>
                      <a:rPr lang="en-US" sz="3200" dirty="0">
                        <a:uFillTx/>
                        <a:latin typeface="Times New Roman" panose="02020603050405020304" pitchFamily="18" charset="0"/>
                        <a:ea typeface="宋体" panose="02010600030101010101" pitchFamily="2" charset="-122"/>
                        <a:cs typeface="Songti SC"/>
                        <a:sym typeface="+mn-ea"/>
                      </a:rPr>
                      <m:t>−</m:t>
                    </m:r>
                    <m:sSub>
                      <m:sSubPr>
                        <m:ctrlPr>
                          <a:rPr lang="en-US" sz="3200" dirty="0">
                            <a:uFillTx/>
                            <a:latin typeface="Times New Roman" panose="02020603050405020304" pitchFamily="18" charset="0"/>
                            <a:ea typeface="宋体" panose="02010600030101010101" pitchFamily="2" charset="-122"/>
                            <a:cs typeface="Songti SC"/>
                            <a:sym typeface="+mn-ea"/>
                          </a:rPr>
                        </m:ctrlPr>
                      </m:sSubPr>
                      <m:e>
                        <m:r>
                          <m:rPr>
                            <m:sty m:val="p"/>
                          </m:rPr>
                          <a:rPr lang="en-US" sz="3200" dirty="0">
                            <a:uFillTx/>
                            <a:latin typeface="Times New Roman" panose="02020603050405020304" pitchFamily="18" charset="0"/>
                            <a:ea typeface="宋体" panose="02010600030101010101" pitchFamily="2" charset="-122"/>
                            <a:cs typeface="Songti SC"/>
                            <a:sym typeface="+mn-ea"/>
                          </a:rPr>
                          <m:t>c</m:t>
                        </m:r>
                      </m:e>
                      <m:sub>
                        <m:r>
                          <a:rPr lang="en-US" sz="3200" dirty="0">
                            <a:uFillTx/>
                            <a:latin typeface="Times New Roman" panose="02020603050405020304" pitchFamily="18" charset="0"/>
                            <a:ea typeface="宋体" panose="02010600030101010101" pitchFamily="2" charset="-122"/>
                            <a:cs typeface="Songti SC"/>
                            <a:sym typeface="+mn-ea"/>
                          </a:rPr>
                          <m:t>1</m:t>
                        </m:r>
                      </m:sub>
                    </m:sSub>
                    <m:r>
                      <a:rPr lang="en-US" sz="3200" dirty="0">
                        <a:uFillTx/>
                        <a:latin typeface="Times New Roman" panose="02020603050405020304" pitchFamily="18" charset="0"/>
                        <a:ea typeface="宋体" panose="02010600030101010101" pitchFamily="2" charset="-122"/>
                        <a:cs typeface="Songti SC"/>
                        <a:sym typeface="+mn-ea"/>
                      </a:rPr>
                      <m:t>=</m:t>
                    </m:r>
                    <m:d>
                      <m:dPr>
                        <m:ctrlPr>
                          <a:rPr lang="en-US" sz="3200" dirty="0">
                            <a:uFillTx/>
                            <a:latin typeface="Times New Roman" panose="02020603050405020304" pitchFamily="18" charset="0"/>
                            <a:ea typeface="宋体" panose="02010600030101010101" pitchFamily="2" charset="-122"/>
                            <a:cs typeface="Songti SC"/>
                            <a:sym typeface="+mn-ea"/>
                          </a:rPr>
                        </m:ctrlPr>
                      </m:dPr>
                      <m:e>
                        <m:sSub>
                          <m:sSubPr>
                            <m:ctrlPr>
                              <a:rPr lang="en-US" sz="3200" dirty="0">
                                <a:uFillTx/>
                                <a:latin typeface="Times New Roman" panose="02020603050405020304" pitchFamily="18" charset="0"/>
                                <a:ea typeface="宋体" panose="02010600030101010101" pitchFamily="2" charset="-122"/>
                                <a:cs typeface="Songti SC"/>
                                <a:sym typeface="+mn-ea"/>
                              </a:rPr>
                            </m:ctrlPr>
                          </m:sSubPr>
                          <m:e>
                            <m:r>
                              <m:rPr>
                                <m:sty m:val="p"/>
                              </m:rPr>
                              <a:rPr lang="en-US" sz="3200" dirty="0">
                                <a:uFillTx/>
                                <a:latin typeface="Times New Roman" panose="02020603050405020304" pitchFamily="18" charset="0"/>
                                <a:ea typeface="宋体" panose="02010600030101010101" pitchFamily="2" charset="-122"/>
                                <a:cs typeface="Songti SC"/>
                                <a:sym typeface="+mn-ea"/>
                              </a:rPr>
                              <m:t>r</m:t>
                            </m:r>
                          </m:e>
                          <m:sub>
                            <m:r>
                              <m:rPr>
                                <m:sty m:val="p"/>
                              </m:rPr>
                              <a:rPr lang="en-US" sz="3200" dirty="0">
                                <a:uFillTx/>
                                <a:latin typeface="Times New Roman" panose="02020603050405020304" pitchFamily="18" charset="0"/>
                                <a:ea typeface="宋体" panose="02010600030101010101" pitchFamily="2" charset="-122"/>
                                <a:cs typeface="Songti SC"/>
                                <a:sym typeface="+mn-ea"/>
                              </a:rPr>
                              <m:t>i</m:t>
                            </m:r>
                          </m:sub>
                        </m:sSub>
                        <m:r>
                          <a:rPr lang="en-US" sz="3200" dirty="0">
                            <a:uFillTx/>
                            <a:latin typeface="Times New Roman" panose="02020603050405020304" pitchFamily="18" charset="0"/>
                            <a:ea typeface="宋体" panose="02010600030101010101" pitchFamily="2" charset="-122"/>
                            <a:cs typeface="Songti SC"/>
                            <a:sym typeface="+mn-ea"/>
                          </a:rPr>
                          <m:t>−</m:t>
                        </m:r>
                        <m:sSub>
                          <m:sSubPr>
                            <m:ctrlPr>
                              <a:rPr lang="en-US" sz="3200" dirty="0">
                                <a:uFillTx/>
                                <a:latin typeface="Times New Roman" panose="02020603050405020304" pitchFamily="18" charset="0"/>
                                <a:ea typeface="宋体" panose="02010600030101010101" pitchFamily="2" charset="-122"/>
                                <a:cs typeface="Songti SC"/>
                                <a:sym typeface="+mn-ea"/>
                              </a:rPr>
                            </m:ctrlPr>
                          </m:sSubPr>
                          <m:e>
                            <m:r>
                              <m:rPr>
                                <m:sty m:val="p"/>
                              </m:rPr>
                              <a:rPr lang="en-US" sz="3200" dirty="0">
                                <a:uFillTx/>
                                <a:latin typeface="Times New Roman" panose="02020603050405020304" pitchFamily="18" charset="0"/>
                                <a:ea typeface="宋体" panose="02010600030101010101" pitchFamily="2" charset="-122"/>
                                <a:cs typeface="Songti SC"/>
                                <a:sym typeface="+mn-ea"/>
                              </a:rPr>
                              <m:t>r</m:t>
                            </m:r>
                          </m:e>
                          <m:sub>
                            <m:r>
                              <a:rPr lang="en-US" sz="3200" dirty="0">
                                <a:uFillTx/>
                                <a:latin typeface="Times New Roman" panose="02020603050405020304" pitchFamily="18" charset="0"/>
                                <a:ea typeface="宋体" panose="02010600030101010101" pitchFamily="2" charset="-122"/>
                                <a:cs typeface="Songti SC"/>
                                <a:sym typeface="+mn-ea"/>
                              </a:rPr>
                              <m:t>1</m:t>
                            </m:r>
                          </m:sub>
                        </m:sSub>
                      </m:e>
                    </m:d>
                    <m:r>
                      <a:rPr lang="en-US" sz="3200" dirty="0">
                        <a:uFillTx/>
                        <a:latin typeface="Times New Roman" panose="02020603050405020304" pitchFamily="18" charset="0"/>
                        <a:ea typeface="宋体" panose="02010600030101010101" pitchFamily="2" charset="-122"/>
                        <a:cs typeface="Songti SC"/>
                        <a:sym typeface="+mn-ea"/>
                      </a:rPr>
                      <m:t>⊗</m:t>
                    </m:r>
                    <m:r>
                      <m:rPr>
                        <m:sty m:val="p"/>
                      </m:rPr>
                      <a:rPr lang="en-US" sz="3200" dirty="0">
                        <a:uFillTx/>
                        <a:latin typeface="Times New Roman" panose="02020603050405020304" pitchFamily="18" charset="0"/>
                        <a:ea typeface="宋体" panose="02010600030101010101" pitchFamily="2" charset="-122"/>
                        <a:cs typeface="Songti SC"/>
                        <a:sym typeface="+mn-ea"/>
                      </a:rPr>
                      <m:t>h</m:t>
                    </m:r>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mod</m:t>
                    </m:r>
                    <m:r>
                      <m:rPr>
                        <m:sty m:val="p"/>
                      </m:rPr>
                      <a:rPr lang="en-US" sz="3200" dirty="0">
                        <a:uFillTx/>
                        <a:latin typeface="Times New Roman" panose="02020603050405020304" pitchFamily="18" charset="0"/>
                        <a:ea typeface="宋体" panose="02010600030101010101" pitchFamily="2" charset="-122"/>
                        <a:cs typeface="Songti SC"/>
                        <a:sym typeface="+mn-ea"/>
                      </a:rPr>
                      <m:t>q</m:t>
                    </m:r>
                    <m:r>
                      <a:rPr lang="en-US" sz="3200" dirty="0">
                        <a:uFillTx/>
                        <a:latin typeface="Times New Roman" panose="02020603050405020304" pitchFamily="18" charset="0"/>
                        <a:ea typeface="宋体" panose="02010600030101010101" pitchFamily="2" charset="-122"/>
                        <a:cs typeface="Songti SC"/>
                        <a:sym typeface="+mn-ea"/>
                      </a:rPr>
                      <m:t>)</m:t>
                    </m:r>
                  </m:oMath>
                </a14:m>
                <a:r>
                  <a:rPr lang="en-US" sz="3200" dirty="0">
                    <a:uFillTx/>
                    <a:latin typeface="Times New Roman" panose="02020603050405020304" pitchFamily="18" charset="0"/>
                    <a:ea typeface="宋体" panose="02010600030101010101" pitchFamily="2" charset="-122"/>
                    <a:cs typeface="Songti SC"/>
                    <a:sym typeface="+mn-ea"/>
                  </a:rPr>
                  <a:t>，则</a:t>
                </a:r>
                <a14:m>
                  <m:oMath xmlns:m="http://schemas.openxmlformats.org/officeDocument/2006/math">
                    <m:sSub>
                      <m:sSubPr>
                        <m:ctrlPr>
                          <a:rPr lang="en-US" sz="3200" dirty="0">
                            <a:uFillTx/>
                            <a:latin typeface="Times New Roman" panose="02020603050405020304" pitchFamily="18" charset="0"/>
                            <a:ea typeface="宋体" panose="02010600030101010101" pitchFamily="2" charset="-122"/>
                            <a:cs typeface="Songti SC"/>
                            <a:sym typeface="+mn-ea"/>
                          </a:rPr>
                        </m:ctrlPr>
                      </m:sSubPr>
                      <m:e>
                        <m:r>
                          <m:rPr>
                            <m:sty m:val="p"/>
                          </m:rPr>
                          <a:rPr lang="en-US" sz="3200" dirty="0">
                            <a:uFillTx/>
                            <a:latin typeface="Times New Roman" panose="02020603050405020304" pitchFamily="18" charset="0"/>
                            <a:ea typeface="宋体" panose="02010600030101010101" pitchFamily="2" charset="-122"/>
                            <a:cs typeface="Songti SC"/>
                            <a:sym typeface="+mn-ea"/>
                          </a:rPr>
                          <m:t>r</m:t>
                        </m:r>
                      </m:e>
                      <m:sub>
                        <m:r>
                          <m:rPr>
                            <m:sty m:val="p"/>
                          </m:rPr>
                          <a:rPr lang="en-US" sz="3200" dirty="0">
                            <a:uFillTx/>
                            <a:latin typeface="Times New Roman" panose="02020603050405020304" pitchFamily="18" charset="0"/>
                            <a:ea typeface="宋体" panose="02010600030101010101" pitchFamily="2" charset="-122"/>
                            <a:cs typeface="Songti SC"/>
                            <a:sym typeface="+mn-ea"/>
                          </a:rPr>
                          <m:t>i</m:t>
                        </m:r>
                      </m:sub>
                    </m:sSub>
                    <m:r>
                      <a:rPr lang="en-US" sz="3200" dirty="0">
                        <a:uFillTx/>
                        <a:latin typeface="Times New Roman" panose="02020603050405020304" pitchFamily="18" charset="0"/>
                        <a:ea typeface="宋体" panose="02010600030101010101" pitchFamily="2" charset="-122"/>
                        <a:cs typeface="Songti SC"/>
                        <a:sym typeface="+mn-ea"/>
                      </a:rPr>
                      <m:t>−</m:t>
                    </m:r>
                    <m:sSub>
                      <m:sSubPr>
                        <m:ctrlPr>
                          <a:rPr lang="en-US" sz="3200" dirty="0">
                            <a:uFillTx/>
                            <a:latin typeface="Times New Roman" panose="02020603050405020304" pitchFamily="18" charset="0"/>
                            <a:ea typeface="宋体" panose="02010600030101010101" pitchFamily="2" charset="-122"/>
                            <a:cs typeface="Songti SC"/>
                            <a:sym typeface="+mn-ea"/>
                          </a:rPr>
                        </m:ctrlPr>
                      </m:sSubPr>
                      <m:e>
                        <m:r>
                          <m:rPr>
                            <m:sty m:val="p"/>
                          </m:rPr>
                          <a:rPr lang="en-US" sz="3200" dirty="0">
                            <a:uFillTx/>
                            <a:latin typeface="Times New Roman" panose="02020603050405020304" pitchFamily="18" charset="0"/>
                            <a:ea typeface="宋体" panose="02010600030101010101" pitchFamily="2" charset="-122"/>
                            <a:cs typeface="Songti SC"/>
                            <a:sym typeface="+mn-ea"/>
                          </a:rPr>
                          <m:t>r</m:t>
                        </m:r>
                      </m:e>
                      <m:sub>
                        <m:r>
                          <a:rPr lang="en-US" sz="3200" dirty="0">
                            <a:uFillTx/>
                            <a:latin typeface="Times New Roman" panose="02020603050405020304" pitchFamily="18" charset="0"/>
                            <a:ea typeface="宋体" panose="02010600030101010101" pitchFamily="2" charset="-122"/>
                            <a:cs typeface="Songti SC"/>
                            <a:sym typeface="+mn-ea"/>
                          </a:rPr>
                          <m:t>1</m:t>
                        </m:r>
                      </m:sub>
                    </m:sSub>
                    <m:r>
                      <a:rPr lang="en-US" sz="3200" dirty="0">
                        <a:uFillTx/>
                        <a:latin typeface="Times New Roman" panose="02020603050405020304" pitchFamily="18" charset="0"/>
                        <a:ea typeface="宋体" panose="02010600030101010101" pitchFamily="2" charset="-122"/>
                        <a:cs typeface="Songti SC"/>
                        <a:sym typeface="+mn-ea"/>
                      </a:rPr>
                      <m:t>=</m:t>
                    </m:r>
                    <m:d>
                      <m:dPr>
                        <m:ctrlPr>
                          <a:rPr lang="en-US" sz="3200" dirty="0">
                            <a:uFillTx/>
                            <a:latin typeface="Times New Roman" panose="02020603050405020304" pitchFamily="18" charset="0"/>
                            <a:ea typeface="宋体" panose="02010600030101010101" pitchFamily="2" charset="-122"/>
                            <a:cs typeface="Songti SC"/>
                            <a:sym typeface="+mn-ea"/>
                          </a:rPr>
                        </m:ctrlPr>
                      </m:dPr>
                      <m:e>
                        <m:sSub>
                          <m:sSubPr>
                            <m:ctrlPr>
                              <a:rPr lang="en-US" sz="3200" dirty="0">
                                <a:uFillTx/>
                                <a:latin typeface="Times New Roman" panose="02020603050405020304" pitchFamily="18" charset="0"/>
                                <a:ea typeface="宋体" panose="02010600030101010101" pitchFamily="2" charset="-122"/>
                                <a:cs typeface="Songti SC"/>
                                <a:sym typeface="+mn-ea"/>
                              </a:rPr>
                            </m:ctrlPr>
                          </m:sSubPr>
                          <m:e>
                            <m:r>
                              <m:rPr>
                                <m:sty m:val="p"/>
                              </m:rPr>
                              <a:rPr lang="en-US" sz="3200" dirty="0">
                                <a:uFillTx/>
                                <a:latin typeface="Times New Roman" panose="02020603050405020304" pitchFamily="18" charset="0"/>
                                <a:ea typeface="宋体" panose="02010600030101010101" pitchFamily="2" charset="-122"/>
                                <a:cs typeface="Songti SC"/>
                                <a:sym typeface="+mn-ea"/>
                              </a:rPr>
                              <m:t>c</m:t>
                            </m:r>
                          </m:e>
                          <m:sub>
                            <m:r>
                              <m:rPr>
                                <m:sty m:val="p"/>
                              </m:rPr>
                              <a:rPr lang="en-US" sz="3200" dirty="0">
                                <a:uFillTx/>
                                <a:latin typeface="Times New Roman" panose="02020603050405020304" pitchFamily="18" charset="0"/>
                                <a:ea typeface="宋体" panose="02010600030101010101" pitchFamily="2" charset="-122"/>
                                <a:cs typeface="Songti SC"/>
                                <a:sym typeface="+mn-ea"/>
                              </a:rPr>
                              <m:t>i</m:t>
                            </m:r>
                          </m:sub>
                        </m:sSub>
                        <m:r>
                          <a:rPr lang="en-US" sz="3200" dirty="0">
                            <a:uFillTx/>
                            <a:latin typeface="Times New Roman" panose="02020603050405020304" pitchFamily="18" charset="0"/>
                            <a:ea typeface="宋体" panose="02010600030101010101" pitchFamily="2" charset="-122"/>
                            <a:cs typeface="Songti SC"/>
                            <a:sym typeface="+mn-ea"/>
                          </a:rPr>
                          <m:t>−</m:t>
                        </m:r>
                        <m:sSub>
                          <m:sSubPr>
                            <m:ctrlPr>
                              <a:rPr lang="en-US" sz="3200" dirty="0">
                                <a:uFillTx/>
                                <a:latin typeface="Times New Roman" panose="02020603050405020304" pitchFamily="18" charset="0"/>
                                <a:ea typeface="宋体" panose="02010600030101010101" pitchFamily="2" charset="-122"/>
                                <a:cs typeface="Songti SC"/>
                                <a:sym typeface="+mn-ea"/>
                              </a:rPr>
                            </m:ctrlPr>
                          </m:sSubPr>
                          <m:e>
                            <m:r>
                              <m:rPr>
                                <m:sty m:val="p"/>
                              </m:rPr>
                              <a:rPr lang="en-US" sz="3200" dirty="0">
                                <a:uFillTx/>
                                <a:latin typeface="Times New Roman" panose="02020603050405020304" pitchFamily="18" charset="0"/>
                                <a:ea typeface="宋体" panose="02010600030101010101" pitchFamily="2" charset="-122"/>
                                <a:cs typeface="Songti SC"/>
                                <a:sym typeface="+mn-ea"/>
                              </a:rPr>
                              <m:t>c</m:t>
                            </m:r>
                          </m:e>
                          <m:sub>
                            <m:r>
                              <a:rPr lang="en-US" sz="3200" dirty="0">
                                <a:uFillTx/>
                                <a:latin typeface="Times New Roman" panose="02020603050405020304" pitchFamily="18" charset="0"/>
                                <a:ea typeface="宋体" panose="02010600030101010101" pitchFamily="2" charset="-122"/>
                                <a:cs typeface="Songti SC"/>
                                <a:sym typeface="+mn-ea"/>
                              </a:rPr>
                              <m:t>1</m:t>
                            </m:r>
                          </m:sub>
                        </m:sSub>
                      </m:e>
                    </m:d>
                    <m:r>
                      <a:rPr lang="en-US" sz="3200" dirty="0">
                        <a:uFillTx/>
                        <a:latin typeface="Times New Roman" panose="02020603050405020304" pitchFamily="18" charset="0"/>
                        <a:ea typeface="宋体" panose="02010600030101010101" pitchFamily="2" charset="-122"/>
                        <a:cs typeface="Songti SC"/>
                        <a:sym typeface="+mn-ea"/>
                      </a:rPr>
                      <m:t>⊗</m:t>
                    </m:r>
                    <m:sSup>
                      <m:sSupPr>
                        <m:ctrlPr>
                          <a:rPr lang="en-US" sz="3200" dirty="0">
                            <a:uFillTx/>
                            <a:latin typeface="Times New Roman" panose="02020603050405020304" pitchFamily="18" charset="0"/>
                            <a:ea typeface="宋体" panose="02010600030101010101" pitchFamily="2" charset="-122"/>
                            <a:cs typeface="Songti SC"/>
                            <a:sym typeface="+mn-ea"/>
                          </a:rPr>
                        </m:ctrlPr>
                      </m:sSupPr>
                      <m:e>
                        <m:r>
                          <m:rPr>
                            <m:sty m:val="p"/>
                          </m:rPr>
                          <a:rPr lang="en-US" sz="3200" dirty="0">
                            <a:uFillTx/>
                            <a:latin typeface="Times New Roman" panose="02020603050405020304" pitchFamily="18" charset="0"/>
                            <a:ea typeface="宋体" panose="02010600030101010101" pitchFamily="2" charset="-122"/>
                            <a:cs typeface="Songti SC"/>
                            <a:sym typeface="+mn-ea"/>
                          </a:rPr>
                          <m:t>h</m:t>
                        </m:r>
                      </m:e>
                      <m:sup>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1</m:t>
                        </m:r>
                      </m:sup>
                    </m:sSup>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mod</m:t>
                    </m:r>
                    <m:r>
                      <m:rPr>
                        <m:sty m:val="p"/>
                      </m:rPr>
                      <a:rPr lang="en-US" sz="3200" dirty="0">
                        <a:uFillTx/>
                        <a:latin typeface="Times New Roman" panose="02020603050405020304" pitchFamily="18" charset="0"/>
                        <a:ea typeface="宋体" panose="02010600030101010101" pitchFamily="2" charset="-122"/>
                        <a:cs typeface="Songti SC"/>
                        <a:sym typeface="+mn-ea"/>
                      </a:rPr>
                      <m:t>q</m:t>
                    </m:r>
                    <m:r>
                      <a:rPr lang="en-US" sz="3200" dirty="0">
                        <a:uFillTx/>
                        <a:latin typeface="Times New Roman" panose="02020603050405020304" pitchFamily="18" charset="0"/>
                        <a:ea typeface="宋体" panose="02010600030101010101" pitchFamily="2" charset="-122"/>
                        <a:cs typeface="Songti SC"/>
                        <a:sym typeface="+mn-ea"/>
                      </a:rPr>
                      <m:t>)</m:t>
                    </m:r>
                  </m:oMath>
                </a14:m>
                <a:r>
                  <a:rPr lang="en-US" sz="3200" dirty="0">
                    <a:uFillTx/>
                    <a:latin typeface="Times New Roman" panose="02020603050405020304" pitchFamily="18" charset="0"/>
                    <a:ea typeface="宋体" panose="02010600030101010101" pitchFamily="2" charset="-122"/>
                    <a:cs typeface="Songti SC"/>
                    <a:sym typeface="+mn-ea"/>
                  </a:rPr>
                  <a:t>，可通过上式恢复出随机多项式</a:t>
                </a:r>
                <a14:m>
                  <m:oMath xmlns:m="http://schemas.openxmlformats.org/officeDocument/2006/math">
                    <m:sSub>
                      <m:sSubPr>
                        <m:ctrlPr>
                          <a:rPr lang="en-US" sz="3200" dirty="0">
                            <a:uFillTx/>
                            <a:latin typeface="Times New Roman" panose="02020603050405020304" pitchFamily="18" charset="0"/>
                            <a:ea typeface="宋体" panose="02010600030101010101" pitchFamily="2" charset="-122"/>
                            <a:cs typeface="Songti SC"/>
                            <a:sym typeface="+mn-ea"/>
                          </a:rPr>
                        </m:ctrlPr>
                      </m:sSubPr>
                      <m:e>
                        <m:r>
                          <m:rPr>
                            <m:sty m:val="p"/>
                          </m:rPr>
                          <a:rPr lang="en-US" sz="3200" dirty="0">
                            <a:uFillTx/>
                            <a:latin typeface="Times New Roman" panose="02020603050405020304" pitchFamily="18" charset="0"/>
                            <a:ea typeface="宋体" panose="02010600030101010101" pitchFamily="2" charset="-122"/>
                            <a:cs typeface="Songti SC"/>
                            <a:sym typeface="+mn-ea"/>
                          </a:rPr>
                          <m:t>r</m:t>
                        </m:r>
                      </m:e>
                      <m:sub>
                        <m:r>
                          <m:rPr>
                            <m:sty m:val="p"/>
                          </m:rPr>
                          <a:rPr lang="en-US" sz="3200" dirty="0">
                            <a:uFillTx/>
                            <a:latin typeface="Times New Roman" panose="02020603050405020304" pitchFamily="18" charset="0"/>
                            <a:ea typeface="宋体" panose="02010600030101010101" pitchFamily="2" charset="-122"/>
                            <a:cs typeface="Songti SC"/>
                            <a:sym typeface="+mn-ea"/>
                          </a:rPr>
                          <m:t>i</m:t>
                        </m:r>
                      </m:sub>
                    </m:sSub>
                  </m:oMath>
                </a14:m>
                <a:r>
                  <a:rPr lang="en-US" sz="3200" dirty="0">
                    <a:uFillTx/>
                    <a:latin typeface="Times New Roman" panose="02020603050405020304" pitchFamily="18" charset="0"/>
                    <a:ea typeface="宋体" panose="02010600030101010101" pitchFamily="2" charset="-122"/>
                    <a:cs typeface="Songti SC"/>
                    <a:sym typeface="+mn-ea"/>
                  </a:rPr>
                  <a:t>的部分系数。</a:t>
                </a:r>
                <a:endParaRPr lang="en-US" sz="3200" dirty="0">
                  <a:uFillTx/>
                  <a:latin typeface="Times New Roman" panose="02020603050405020304" pitchFamily="18" charset="0"/>
                  <a:ea typeface="宋体" panose="02010600030101010101" pitchFamily="2" charset="-122"/>
                  <a:cs typeface="Songti SC"/>
                  <a:sym typeface="+mn-ea"/>
                </a:endParaRPr>
              </a:p>
              <a:p>
                <a:pPr lvl="0" indent="914400" algn="just" defTabSz="914400">
                  <a:lnSpc>
                    <a:spcPct val="125000"/>
                  </a:lnSpc>
                  <a:buSzTx/>
                  <a:defRPr/>
                </a:pPr>
                <a:endParaRPr lang="en-US" sz="3200" b="1" dirty="0">
                  <a:uFillTx/>
                  <a:latin typeface="Times New Roman" panose="02020603050405020304" pitchFamily="18" charset="0"/>
                  <a:ea typeface="宋体" panose="02010600030101010101" pitchFamily="2" charset="-122"/>
                  <a:cs typeface="Songti SC"/>
                  <a:sym typeface="+mn-ea"/>
                </a:endParaRPr>
              </a:p>
              <a:p>
                <a:pPr lvl="0" indent="914400" algn="just" defTabSz="914400">
                  <a:lnSpc>
                    <a:spcPct val="125000"/>
                  </a:lnSpc>
                  <a:buSzTx/>
                  <a:defRPr/>
                </a:pPr>
                <a:endParaRPr lang="en-US" sz="3200" b="1" dirty="0">
                  <a:uFillTx/>
                  <a:latin typeface="Times New Roman" panose="02020603050405020304" pitchFamily="18" charset="0"/>
                  <a:ea typeface="宋体" panose="02010600030101010101" pitchFamily="2" charset="-122"/>
                  <a:cs typeface="Songti SC"/>
                  <a:sym typeface="+mn-ea"/>
                </a:endParaRPr>
              </a:p>
              <a:p>
                <a:pPr lvl="0" indent="914400" algn="just" defTabSz="914400">
                  <a:lnSpc>
                    <a:spcPct val="125000"/>
                  </a:lnSpc>
                  <a:buSzTx/>
                  <a:defRPr/>
                </a:pPr>
                <a:endParaRPr lang="en-US" sz="3200" b="1" dirty="0">
                  <a:uFillTx/>
                  <a:latin typeface="Times New Roman" panose="02020603050405020304" pitchFamily="18" charset="0"/>
                  <a:ea typeface="宋体" panose="02010600030101010101" pitchFamily="2" charset="-122"/>
                  <a:cs typeface="Songti SC"/>
                  <a:sym typeface="+mn-ea"/>
                </a:endParaRPr>
              </a:p>
            </p:txBody>
          </p:sp>
        </mc:Choice>
        <mc:Fallback>
          <p:sp>
            <p:nvSpPr>
              <p:cNvPr id="8" name="AutoShape 8"/>
              <p:cNvSpPr txBox="1">
                <a:spLocks noRot="1" noChangeAspect="1" noMove="1" noResize="1" noEditPoints="1" noAdjustHandles="1" noChangeArrowheads="1" noChangeShapeType="1" noTextEdit="1"/>
              </p:cNvSpPr>
              <p:nvPr/>
            </p:nvSpPr>
            <p:spPr>
              <a:xfrm>
                <a:off x="1270000" y="1651000"/>
                <a:ext cx="15162696" cy="6985000"/>
              </a:xfrm>
              <a:prstGeom prst="rect">
                <a:avLst/>
              </a:prstGeom>
              <a:blipFill rotWithShape="1">
                <a:blip r:embed="rId3"/>
                <a:stretch>
                  <a:fillRect r="1"/>
                </a:stretch>
              </a:blipFill>
              <a:ln w="19050" cap="flat" cmpd="sng">
                <a:noFill/>
                <a:prstDash val="solid"/>
                <a:round/>
              </a:ln>
            </p:spPr>
            <p:txBody>
              <a:bodyPr/>
              <a:lstStyle/>
              <a:p>
                <a:r>
                  <a:rPr lang="zh-CN" altLang="en-US">
                    <a:noFill/>
                  </a:rPr>
                  <a:t> </a:t>
                </a:r>
              </a:p>
            </p:txBody>
          </p:sp>
        </mc:Fallback>
      </mc:AlternateContent>
      <p:sp>
        <p:nvSpPr>
          <p:cNvPr id="9" name="AutoShape 9"/>
          <p:cNvSpPr txBox="1"/>
          <p:nvPr/>
        </p:nvSpPr>
        <p:spPr>
          <a:xfrm>
            <a:off x="15544800" y="9410700"/>
            <a:ext cx="2133600" cy="441325"/>
          </a:xfrm>
          <a:prstGeom prst="rect">
            <a:avLst/>
          </a:prstGeom>
          <a:noFill/>
          <a:ln w="19050" cap="flat" cmpd="sng">
            <a:noFill/>
            <a:prstDash val="solid"/>
            <a:round/>
          </a:ln>
        </p:spPr>
        <p:txBody>
          <a:bodyPr vert="horz" wrap="square" lIns="91440" tIns="45720" rIns="91440" bIns="45720" rtlCol="0" anchor="ctr" anchorCtr="0"/>
          <a:lstStyle/>
          <a:p>
            <a:pPr marL="0" indent="0" algn="r" defTabSz="914400">
              <a:lnSpc>
                <a:spcPct val="100000"/>
              </a:lnSpc>
              <a:defRPr/>
            </a:pPr>
            <a:fld id="{C980D6ED-4929-4314-82EF-403DA6412A1E}" type="slidenum">
              <a:rPr sz="1400" b="0" i="0" u="none" strike="noStrike">
                <a:solidFill>
                  <a:srgbClr val="FFC000"/>
                </a:solidFill>
                <a:latin typeface="Calibri" panose="020F0502020204030204"/>
                <a:ea typeface="Calibri" panose="020F0502020204030204"/>
                <a:cs typeface="Calibri" panose="020F0502020204030204"/>
                <a:sym typeface="Calibri" panose="020F0502020204030204"/>
              </a:rPr>
            </a:fld>
            <a:endParaRPr lang="en-US" sz="1100"/>
          </a:p>
        </p:txBody>
      </p:sp>
      <p:sp>
        <p:nvSpPr>
          <p:cNvPr id="4" name="AutoShape 35"/>
          <p:cNvSpPr txBox="1"/>
          <p:nvPr/>
        </p:nvSpPr>
        <p:spPr>
          <a:xfrm>
            <a:off x="13694774" y="709652"/>
            <a:ext cx="3700052" cy="369332"/>
          </a:xfrm>
          <a:prstGeom prst="rect">
            <a:avLst/>
          </a:prstGeom>
          <a:noFill/>
          <a:ln w="19050" cap="flat" cmpd="sng">
            <a:noFill/>
            <a:prstDash val="solid"/>
            <a:round/>
          </a:ln>
        </p:spPr>
        <p:txBody>
          <a:bodyPr vert="horz" wrap="none" lIns="91440" tIns="45720" rIns="91440" bIns="45720" rtlCol="0" anchor="t" anchorCtr="0"/>
          <a:lstStyle/>
          <a:p>
            <a:pPr>
              <a:defRPr/>
            </a:pPr>
            <a:r>
              <a:rPr lang="zh-CN" altLang="zh-CN" sz="18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仿宋" panose="02010609060101010101" pitchFamily="49" charset="-122"/>
                <a:ea typeface="仿宋" panose="02010609060101010101" pitchFamily="49" charset="-122"/>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密码学</a:t>
            </a:r>
            <a:r>
              <a:rPr lang="en-US" sz="1800" b="1" i="0" u="none" strike="noStrike" dirty="0">
                <a:solidFill>
                  <a:srgbClr val="1F497D"/>
                </a:solidFill>
                <a:latin typeface="仿宋" panose="02010609060101010101" pitchFamily="49" charset="-122"/>
                <a:ea typeface="仿宋" panose="02010609060101010101" pitchFamily="49" charset="-122"/>
                <a:cs typeface="Zhuque Fangsong"/>
                <a:sym typeface="Zhuque Fangsong"/>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基础理论与应用</a:t>
            </a:r>
            <a:endParaRPr lang="en-US" sz="1100" dirty="0">
              <a:latin typeface="仿宋" panose="02010609060101010101" pitchFamily="49" charset="-122"/>
              <a:ea typeface="仿宋" panose="02010609060101010101" pitchFamily="49" charset="-122"/>
            </a:endParaRPr>
          </a:p>
        </p:txBody>
      </p:sp>
      <p:sp>
        <p:nvSpPr>
          <p:cNvPr id="13" name="TextBox 31"/>
          <p:cNvSpPr txBox="1"/>
          <p:nvPr/>
        </p:nvSpPr>
        <p:spPr>
          <a:xfrm>
            <a:off x="1174115" y="411480"/>
            <a:ext cx="1964690" cy="842645"/>
          </a:xfrm>
          <a:prstGeom prst="rect">
            <a:avLst/>
          </a:prstGeom>
        </p:spPr>
        <p:txBody>
          <a:bodyPr wrap="square" lIns="0" tIns="0" rIns="0" bIns="0" rtlCol="0" anchor="t">
            <a:spAutoFit/>
          </a:bodyPr>
          <a:lstStyle/>
          <a:p>
            <a:pPr lvl="0" algn="ctr">
              <a:lnSpc>
                <a:spcPts val="6575"/>
              </a:lnSpc>
              <a:buSzTx/>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Times New Roman" panose="02020603050405020304" pitchFamily="18" charset="0"/>
                <a:sym typeface="字由文艺黑" panose="00020600040101010101" charset="-122"/>
              </a:rPr>
              <a:t>10.3.2</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Times New Roman" panose="02020603050405020304" pitchFamily="18" charset="0"/>
              <a:sym typeface="字由文艺黑" panose="00020600040101010101" charset="-122"/>
            </a:endParaRPr>
          </a:p>
        </p:txBody>
      </p:sp>
      <p:sp>
        <p:nvSpPr>
          <p:cNvPr id="3" name="TextBox 30"/>
          <p:cNvSpPr txBox="1"/>
          <p:nvPr/>
        </p:nvSpPr>
        <p:spPr>
          <a:xfrm>
            <a:off x="3138709" y="493890"/>
            <a:ext cx="9458717" cy="717550"/>
          </a:xfrm>
          <a:prstGeom prst="rect">
            <a:avLst/>
          </a:prstGeom>
        </p:spPr>
        <p:txBody>
          <a:bodyPr lIns="0" tIns="0" rIns="0" bIns="0" rtlCol="0" anchor="t">
            <a:spAutoFit/>
          </a:bodyPr>
          <a:lstStyle/>
          <a:p>
            <a:pPr algn="l">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Times New Roman" panose="02020603050405020304" pitchFamily="18" charset="0"/>
                <a:sym typeface="字由文艺黑" panose="00020600040101010101" charset="-122"/>
              </a:rPr>
              <a:t>NTRU</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安全性</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分析</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412090" y="1028700"/>
            <a:ext cx="7800783" cy="275915"/>
          </a:xfrm>
          <a:custGeom>
            <a:avLst/>
            <a:gdLst/>
            <a:ahLst/>
            <a:cxnLst/>
            <a:rect l="l" t="t" r="r" b="b"/>
            <a:pathLst>
              <a:path w="7800783" h="275915">
                <a:moveTo>
                  <a:pt x="137960" y="0"/>
                </a:moveTo>
                <a:lnTo>
                  <a:pt x="7662827" y="0"/>
                </a:lnTo>
                <a:cubicBezTo>
                  <a:pt x="7699414" y="0"/>
                  <a:pt x="7734504" y="14534"/>
                  <a:pt x="7760377" y="40406"/>
                </a:cubicBezTo>
                <a:cubicBezTo>
                  <a:pt x="7786248" y="66279"/>
                  <a:pt x="7800783" y="101369"/>
                  <a:pt x="7800783" y="137959"/>
                </a:cubicBezTo>
                <a:lnTo>
                  <a:pt x="7800783" y="137959"/>
                </a:lnTo>
                <a:cubicBezTo>
                  <a:pt x="7800783" y="174546"/>
                  <a:pt x="7786248" y="209636"/>
                  <a:pt x="7760377" y="235509"/>
                </a:cubicBezTo>
                <a:cubicBezTo>
                  <a:pt x="7734504" y="261380"/>
                  <a:pt x="7699414" y="275915"/>
                  <a:pt x="7662827" y="275915"/>
                </a:cubicBezTo>
                <a:lnTo>
                  <a:pt x="137960" y="275915"/>
                </a:lnTo>
                <a:cubicBezTo>
                  <a:pt x="101369" y="275915"/>
                  <a:pt x="66279" y="261380"/>
                  <a:pt x="40406" y="235509"/>
                </a:cubicBezTo>
                <a:cubicBezTo>
                  <a:pt x="14534" y="209636"/>
                  <a:pt x="0" y="174546"/>
                  <a:pt x="0" y="137959"/>
                </a:cubicBezTo>
                <a:lnTo>
                  <a:pt x="0" y="137959"/>
                </a:lnTo>
                <a:cubicBezTo>
                  <a:pt x="0" y="101369"/>
                  <a:pt x="14534" y="66279"/>
                  <a:pt x="40406" y="40406"/>
                </a:cubicBezTo>
                <a:cubicBezTo>
                  <a:pt x="66279" y="14534"/>
                  <a:pt x="101369" y="0"/>
                  <a:pt x="137960" y="0"/>
                </a:cubicBezTo>
                <a:close/>
              </a:path>
            </a:pathLst>
          </a:custGeom>
          <a:gradFill rotWithShape="1">
            <a:gsLst>
              <a:gs pos="0">
                <a:srgbClr val="DDEEFF">
                  <a:alpha val="100000"/>
                </a:srgbClr>
              </a:gs>
              <a:gs pos="100000">
                <a:srgbClr val="FFFFFF">
                  <a:alpha val="0"/>
                </a:srgbClr>
              </a:gs>
            </a:gsLst>
            <a:lin ang="0"/>
          </a:gradFill>
          <a:ln w="25400" cap="flat" cmpd="sng">
            <a:noFill/>
            <a:prstDash val="solid"/>
            <a:round/>
          </a:ln>
        </p:spPr>
        <p:txBody>
          <a:bodyPr vert="horz" wrap="square" lIns="91440" tIns="45720" rIns="91440" bIns="45720" rtlCol="0" anchor="t" anchorCtr="0"/>
          <a:lstStyle/>
          <a:p>
            <a:pPr algn="l">
              <a:defRPr/>
            </a:pPr>
          </a:p>
        </p:txBody>
      </p:sp>
      <p:pic>
        <p:nvPicPr>
          <p:cNvPr id="5" name="Picture 5"/>
          <p:cNvPicPr>
            <a:picLocks noChangeAspect="1"/>
          </p:cNvPicPr>
          <p:nvPr/>
        </p:nvPicPr>
        <p:blipFill>
          <a:blip r:embed="rId1">
            <a:alphaModFix amt="80000"/>
          </a:blip>
          <a:srcRect/>
          <a:stretch>
            <a:fillRect/>
          </a:stretch>
        </p:blipFill>
        <p:spPr>
          <a:xfrm>
            <a:off x="762000" y="494030"/>
            <a:ext cx="1069975" cy="656590"/>
          </a:xfrm>
          <a:prstGeom prst="rect">
            <a:avLst/>
          </a:prstGeom>
          <a:noFill/>
          <a:ln w="25400" cap="flat" cmpd="sng">
            <a:noFill/>
            <a:prstDash val="solid"/>
            <a:round/>
          </a:ln>
          <a:effectLst>
            <a:outerShdw blurRad="50800" dist="38100" dir="2700000" algn="tl">
              <a:srgbClr val="000000">
                <a:alpha val="40000"/>
              </a:srgbClr>
            </a:outerShdw>
            <a:reflection blurRad="6350" stA="50000" endA="300" endPos="55000" dir="5400000" sy="-100000" algn="bl" rotWithShape="0"/>
          </a:effectLst>
        </p:spPr>
      </p:pic>
      <p:pic>
        <p:nvPicPr>
          <p:cNvPr id="7" name="Picture 7"/>
          <p:cNvPicPr>
            <a:picLocks noChangeAspect="1"/>
          </p:cNvPicPr>
          <p:nvPr/>
        </p:nvPicPr>
        <p:blipFill>
          <a:blip r:embed="rId2"/>
          <a:srcRect/>
          <a:stretch>
            <a:fillRect/>
          </a:stretch>
        </p:blipFill>
        <p:spPr>
          <a:xfrm>
            <a:off x="13772537" y="1102753"/>
            <a:ext cx="2771429" cy="47619"/>
          </a:xfrm>
          <a:prstGeom prst="rect">
            <a:avLst/>
          </a:prstGeom>
          <a:noFill/>
          <a:ln w="25400" cap="flat" cmpd="sng">
            <a:noFill/>
            <a:prstDash val="solid"/>
            <a:round/>
          </a:ln>
        </p:spPr>
      </p:pic>
      <mc:AlternateContent xmlns:mc="http://schemas.openxmlformats.org/markup-compatibility/2006">
        <mc:Choice xmlns:a14="http://schemas.microsoft.com/office/drawing/2010/main" Requires="a14">
          <p:sp>
            <p:nvSpPr>
              <p:cNvPr id="8" name="AutoShape 8"/>
              <p:cNvSpPr txBox="1"/>
              <p:nvPr/>
            </p:nvSpPr>
            <p:spPr>
              <a:xfrm>
                <a:off x="1270000" y="1651000"/>
                <a:ext cx="15162696" cy="6985000"/>
              </a:xfrm>
              <a:prstGeom prst="rect">
                <a:avLst/>
              </a:prstGeom>
              <a:noFill/>
              <a:ln w="19050" cap="flat" cmpd="sng">
                <a:noFill/>
                <a:prstDash val="solid"/>
                <a:round/>
              </a:ln>
            </p:spPr>
            <p:txBody>
              <a:bodyPr vert="horz" wrap="square" lIns="0" tIns="0" rIns="0" bIns="0" rtlCol="0" anchor="t" anchorCtr="0">
                <a:noAutofit/>
              </a:bodyPr>
              <a:lstStyle/>
              <a:p>
                <a:pPr lvl="0" indent="914400" algn="just" defTabSz="914400">
                  <a:lnSpc>
                    <a:spcPct val="125000"/>
                  </a:lnSpc>
                  <a:buSzTx/>
                  <a:defRPr/>
                </a:pPr>
                <a:r>
                  <a:rPr lang="en-US" sz="3200" dirty="0">
                    <a:uFillTx/>
                    <a:latin typeface="Times New Roman" panose="02020603050405020304" pitchFamily="18" charset="0"/>
                    <a:ea typeface="宋体" panose="02010600030101010101" pitchFamily="2" charset="-122"/>
                    <a:cs typeface="Songti SC"/>
                    <a:sym typeface="+mn-ea"/>
                  </a:rPr>
                  <a:t>在</a:t>
                </a:r>
                <a:r>
                  <a:rPr lang="en-US" sz="3200" dirty="0">
                    <a:uFillTx/>
                    <a:latin typeface="Times New Roman" panose="02020603050405020304" pitchFamily="18" charset="0"/>
                    <a:ea typeface="宋体" panose="02010600030101010101" pitchFamily="2" charset="-122"/>
                    <a:cs typeface="Songti SC"/>
                    <a:sym typeface="+mn-ea"/>
                  </a:rPr>
                  <a:t>NTRU</a:t>
                </a:r>
                <a:r>
                  <a:rPr lang="en-US" sz="3200" dirty="0">
                    <a:uFillTx/>
                    <a:latin typeface="Times New Roman" panose="02020603050405020304" pitchFamily="18" charset="0"/>
                    <a:ea typeface="宋体" panose="02010600030101010101" pitchFamily="2" charset="-122"/>
                    <a:cs typeface="Songti SC"/>
                    <a:sym typeface="+mn-ea"/>
                  </a:rPr>
                  <a:t>算法解密过程中，要实现正确解密，就必须保证模</a:t>
                </a:r>
                <a14:m>
                  <m:oMath xmlns:m="http://schemas.openxmlformats.org/officeDocument/2006/math">
                    <m:r>
                      <m:rPr>
                        <m:sty m:val="p"/>
                      </m:rPr>
                      <a:rPr lang="en-US" sz="3200" dirty="0">
                        <a:uFillTx/>
                        <a:latin typeface="Times New Roman" panose="02020603050405020304" pitchFamily="18" charset="0"/>
                        <a:ea typeface="宋体" panose="02010600030101010101" pitchFamily="2" charset="-122"/>
                        <a:cs typeface="Songti SC"/>
                        <a:sym typeface="+mn-ea"/>
                      </a:rPr>
                      <m:t>q</m:t>
                    </m:r>
                  </m:oMath>
                </a14:m>
                <a:r>
                  <a:rPr lang="en-US" sz="3200" dirty="0">
                    <a:uFillTx/>
                    <a:latin typeface="Times New Roman" panose="02020603050405020304" pitchFamily="18" charset="0"/>
                    <a:ea typeface="宋体" panose="02010600030101010101" pitchFamily="2" charset="-122"/>
                    <a:cs typeface="Songti SC"/>
                    <a:sym typeface="+mn-ea"/>
                  </a:rPr>
                  <a:t>运算对</a:t>
                </a:r>
                <a14:m>
                  <m:oMath xmlns:m="http://schemas.openxmlformats.org/officeDocument/2006/math">
                    <m:r>
                      <m:rPr>
                        <m:sty m:val="p"/>
                      </m:rPr>
                      <a:rPr lang="en-US" sz="3200" dirty="0">
                        <a:uFillTx/>
                        <a:latin typeface="Times New Roman" panose="02020603050405020304" pitchFamily="18" charset="0"/>
                        <a:ea typeface="宋体" panose="02010600030101010101" pitchFamily="2" charset="-122"/>
                        <a:cs typeface="Songti SC"/>
                        <a:sym typeface="+mn-ea"/>
                      </a:rPr>
                      <m:t>pr</m:t>
                    </m:r>
                    <m:r>
                      <a:rPr lang="en-US" sz="3200" dirty="0">
                        <a:uFillTx/>
                        <a:latin typeface="Times New Roman" panose="02020603050405020304" pitchFamily="18" charset="0"/>
                        <a:ea typeface="宋体" panose="02010600030101010101" pitchFamily="2" charset="-122"/>
                        <a:cs typeface="Songti SC"/>
                        <a:sym typeface="+mn-ea"/>
                      </a:rPr>
                      <m:t>⊗</m:t>
                    </m:r>
                    <m:r>
                      <m:rPr>
                        <m:sty m:val="p"/>
                      </m:rPr>
                      <a:rPr lang="en-US" sz="3200" dirty="0">
                        <a:uFillTx/>
                        <a:latin typeface="Times New Roman" panose="02020603050405020304" pitchFamily="18" charset="0"/>
                        <a:ea typeface="宋体" panose="02010600030101010101" pitchFamily="2" charset="-122"/>
                        <a:cs typeface="Songti SC"/>
                        <a:sym typeface="+mn-ea"/>
                      </a:rPr>
                      <m:t>g</m:t>
                    </m:r>
                    <m:r>
                      <a:rPr lang="en-US" sz="3200" dirty="0">
                        <a:uFillTx/>
                        <a:latin typeface="Times New Roman" panose="02020603050405020304" pitchFamily="18" charset="0"/>
                        <a:ea typeface="宋体" panose="02010600030101010101" pitchFamily="2" charset="-122"/>
                        <a:cs typeface="Songti SC"/>
                        <a:sym typeface="+mn-ea"/>
                      </a:rPr>
                      <m:t>+</m:t>
                    </m:r>
                    <m:r>
                      <m:rPr>
                        <m:sty m:val="p"/>
                      </m:rPr>
                      <a:rPr lang="en-US" sz="3200" dirty="0">
                        <a:uFillTx/>
                        <a:latin typeface="Times New Roman" panose="02020603050405020304" pitchFamily="18" charset="0"/>
                        <a:ea typeface="宋体" panose="02010600030101010101" pitchFamily="2" charset="-122"/>
                        <a:cs typeface="Songti SC"/>
                        <a:sym typeface="+mn-ea"/>
                      </a:rPr>
                      <m:t>f</m:t>
                    </m:r>
                    <m:r>
                      <a:rPr lang="en-US" sz="3200" dirty="0">
                        <a:uFillTx/>
                        <a:latin typeface="Times New Roman" panose="02020603050405020304" pitchFamily="18" charset="0"/>
                        <a:ea typeface="宋体" panose="02010600030101010101" pitchFamily="2" charset="-122"/>
                        <a:cs typeface="Songti SC"/>
                        <a:sym typeface="+mn-ea"/>
                      </a:rPr>
                      <m:t>⊗</m:t>
                    </m:r>
                    <m:r>
                      <m:rPr>
                        <m:sty m:val="p"/>
                      </m:rPr>
                      <a:rPr lang="en-US" sz="3200" dirty="0">
                        <a:uFillTx/>
                        <a:latin typeface="Times New Roman" panose="02020603050405020304" pitchFamily="18" charset="0"/>
                        <a:ea typeface="宋体" panose="02010600030101010101" pitchFamily="2" charset="-122"/>
                        <a:cs typeface="Songti SC"/>
                        <a:sym typeface="+mn-ea"/>
                      </a:rPr>
                      <m:t>m</m:t>
                    </m:r>
                  </m:oMath>
                </a14:m>
                <a:r>
                  <a:rPr lang="en-US" sz="3200" dirty="0">
                    <a:uFillTx/>
                    <a:latin typeface="Times New Roman" panose="02020603050405020304" pitchFamily="18" charset="0"/>
                    <a:ea typeface="宋体" panose="02010600030101010101" pitchFamily="2" charset="-122"/>
                    <a:cs typeface="Songti SC"/>
                    <a:sym typeface="+mn-ea"/>
                  </a:rPr>
                  <a:t>不起作用，也就是说要求多项式</a:t>
                </a:r>
                <a14:m>
                  <m:oMath xmlns:m="http://schemas.openxmlformats.org/officeDocument/2006/math">
                    <m:r>
                      <m:rPr>
                        <m:sty m:val="p"/>
                      </m:rPr>
                      <a:rPr lang="en-US" sz="3200" dirty="0">
                        <a:uFillTx/>
                        <a:latin typeface="Times New Roman" panose="02020603050405020304" pitchFamily="18" charset="0"/>
                        <a:ea typeface="宋体" panose="02010600030101010101" pitchFamily="2" charset="-122"/>
                        <a:cs typeface="Songti SC"/>
                        <a:sym typeface="+mn-ea"/>
                      </a:rPr>
                      <m:t>pr</m:t>
                    </m:r>
                    <m:r>
                      <a:rPr lang="en-US" sz="3200" dirty="0">
                        <a:uFillTx/>
                        <a:latin typeface="Times New Roman" panose="02020603050405020304" pitchFamily="18" charset="0"/>
                        <a:ea typeface="宋体" panose="02010600030101010101" pitchFamily="2" charset="-122"/>
                        <a:cs typeface="Songti SC"/>
                        <a:sym typeface="+mn-ea"/>
                      </a:rPr>
                      <m:t>⊗</m:t>
                    </m:r>
                    <m:r>
                      <m:rPr>
                        <m:sty m:val="p"/>
                      </m:rPr>
                      <a:rPr lang="en-US" sz="3200" dirty="0">
                        <a:uFillTx/>
                        <a:latin typeface="Times New Roman" panose="02020603050405020304" pitchFamily="18" charset="0"/>
                        <a:ea typeface="宋体" panose="02010600030101010101" pitchFamily="2" charset="-122"/>
                        <a:cs typeface="Songti SC"/>
                        <a:sym typeface="+mn-ea"/>
                      </a:rPr>
                      <m:t>g</m:t>
                    </m:r>
                    <m:r>
                      <a:rPr lang="en-US" sz="3200" dirty="0">
                        <a:uFillTx/>
                        <a:latin typeface="Times New Roman" panose="02020603050405020304" pitchFamily="18" charset="0"/>
                        <a:ea typeface="宋体" panose="02010600030101010101" pitchFamily="2" charset="-122"/>
                        <a:cs typeface="Songti SC"/>
                        <a:sym typeface="+mn-ea"/>
                      </a:rPr>
                      <m:t>+</m:t>
                    </m:r>
                    <m:r>
                      <m:rPr>
                        <m:sty m:val="p"/>
                      </m:rPr>
                      <a:rPr lang="en-US" sz="3200" dirty="0">
                        <a:uFillTx/>
                        <a:latin typeface="Times New Roman" panose="02020603050405020304" pitchFamily="18" charset="0"/>
                        <a:ea typeface="宋体" panose="02010600030101010101" pitchFamily="2" charset="-122"/>
                        <a:cs typeface="Songti SC"/>
                        <a:sym typeface="+mn-ea"/>
                      </a:rPr>
                      <m:t>f</m:t>
                    </m:r>
                    <m:r>
                      <a:rPr lang="en-US" sz="3200" dirty="0">
                        <a:uFillTx/>
                        <a:latin typeface="Times New Roman" panose="02020603050405020304" pitchFamily="18" charset="0"/>
                        <a:ea typeface="宋体" panose="02010600030101010101" pitchFamily="2" charset="-122"/>
                        <a:cs typeface="Songti SC"/>
                        <a:sym typeface="+mn-ea"/>
                      </a:rPr>
                      <m:t>⊗</m:t>
                    </m:r>
                    <m:r>
                      <m:rPr>
                        <m:sty m:val="p"/>
                      </m:rPr>
                      <a:rPr lang="en-US" sz="3200" dirty="0">
                        <a:uFillTx/>
                        <a:latin typeface="Times New Roman" panose="02020603050405020304" pitchFamily="18" charset="0"/>
                        <a:ea typeface="宋体" panose="02010600030101010101" pitchFamily="2" charset="-122"/>
                        <a:cs typeface="Songti SC"/>
                        <a:sym typeface="+mn-ea"/>
                      </a:rPr>
                      <m:t>m</m:t>
                    </m:r>
                  </m:oMath>
                </a14:m>
                <a:r>
                  <a:rPr lang="en-US" sz="3200" dirty="0">
                    <a:uFillTx/>
                    <a:latin typeface="Times New Roman" panose="02020603050405020304" pitchFamily="18" charset="0"/>
                    <a:ea typeface="宋体" panose="02010600030101010101" pitchFamily="2" charset="-122"/>
                    <a:cs typeface="Songti SC"/>
                    <a:sym typeface="+mn-ea"/>
                  </a:rPr>
                  <a:t>的系数在区间</a:t>
                </a:r>
                <a14:m>
                  <m:oMath xmlns:m="http://schemas.openxmlformats.org/officeDocument/2006/math">
                    <m:d>
                      <m:dPr>
                        <m:begChr m:val="["/>
                        <m:ctrlPr>
                          <a:rPr lang="en-US" sz="3200" dirty="0">
                            <a:uFillTx/>
                            <a:latin typeface="Times New Roman" panose="02020603050405020304" pitchFamily="18" charset="0"/>
                            <a:ea typeface="宋体" panose="02010600030101010101" pitchFamily="2" charset="-122"/>
                            <a:cs typeface="Songti SC"/>
                            <a:sym typeface="+mn-ea"/>
                          </a:rPr>
                        </m:ctrlPr>
                      </m:dPr>
                      <m:e>
                        <m:r>
                          <a:rPr lang="en-US" sz="3200" dirty="0">
                            <a:uFillTx/>
                            <a:latin typeface="Times New Roman" panose="02020603050405020304" pitchFamily="18" charset="0"/>
                            <a:ea typeface="宋体" panose="02010600030101010101" pitchFamily="2" charset="-122"/>
                            <a:cs typeface="Songti SC"/>
                            <a:sym typeface="+mn-ea"/>
                          </a:rPr>
                          <m:t>−</m:t>
                        </m:r>
                        <m:r>
                          <m:rPr>
                            <m:sty m:val="p"/>
                          </m:rPr>
                          <a:rPr lang="en-US" sz="3200" dirty="0">
                            <a:uFillTx/>
                            <a:latin typeface="Times New Roman" panose="02020603050405020304" pitchFamily="18" charset="0"/>
                            <a:ea typeface="宋体" panose="02010600030101010101" pitchFamily="2" charset="-122"/>
                            <a:cs typeface="Songti SC"/>
                            <a:sym typeface="+mn-ea"/>
                          </a:rPr>
                          <m:t>q</m:t>
                        </m:r>
                        <m:r>
                          <m:rPr>
                            <m:lit/>
                          </m:rP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2</m:t>
                        </m:r>
                        <m:r>
                          <a:rPr lang="en-US" sz="3200" dirty="0">
                            <a:uFillTx/>
                            <a:latin typeface="Times New Roman" panose="02020603050405020304" pitchFamily="18" charset="0"/>
                            <a:ea typeface="宋体" panose="02010600030101010101" pitchFamily="2" charset="-122"/>
                            <a:cs typeface="Songti SC"/>
                            <a:sym typeface="+mn-ea"/>
                          </a:rPr>
                          <m:t>,</m:t>
                        </m:r>
                        <m:r>
                          <m:rPr>
                            <m:lit/>
                          </m:rPr>
                          <a:rPr lang="en-US" sz="3200" dirty="0">
                            <a:uFillTx/>
                            <a:latin typeface="Times New Roman" panose="02020603050405020304" pitchFamily="18" charset="0"/>
                            <a:ea typeface="宋体" panose="02010600030101010101" pitchFamily="2" charset="-122"/>
                            <a:cs typeface="Songti SC"/>
                            <a:sym typeface="+mn-ea"/>
                          </a:rPr>
                          <m:t>,</m:t>
                        </m:r>
                        <m:r>
                          <m:rPr>
                            <m:sty m:val="p"/>
                          </m:rPr>
                          <a:rPr lang="en-US" sz="3200" dirty="0">
                            <a:uFillTx/>
                            <a:latin typeface="Times New Roman" panose="02020603050405020304" pitchFamily="18" charset="0"/>
                            <a:ea typeface="宋体" panose="02010600030101010101" pitchFamily="2" charset="-122"/>
                            <a:cs typeface="Songti SC"/>
                            <a:sym typeface="+mn-ea"/>
                          </a:rPr>
                          <m:t>q</m:t>
                        </m:r>
                        <m:r>
                          <m:rPr>
                            <m:lit/>
                          </m:rP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2</m:t>
                        </m:r>
                      </m:e>
                    </m:d>
                  </m:oMath>
                </a14:m>
                <a:r>
                  <a:rPr lang="en-US" sz="3200" dirty="0">
                    <a:uFillTx/>
                    <a:latin typeface="Times New Roman" panose="02020603050405020304" pitchFamily="18" charset="0"/>
                    <a:ea typeface="宋体" panose="02010600030101010101" pitchFamily="2" charset="-122"/>
                    <a:cs typeface="Songti SC"/>
                    <a:sym typeface="+mn-ea"/>
                  </a:rPr>
                  <a:t>上，</a:t>
                </a:r>
                <a14:m>
                  <m:oMath xmlns:m="http://schemas.openxmlformats.org/officeDocument/2006/math">
                    <m:r>
                      <m:rPr>
                        <m:sty m:val="p"/>
                      </m:rPr>
                      <a:rPr lang="en-US" sz="3200" dirty="0">
                        <a:uFillTx/>
                        <a:latin typeface="Times New Roman" panose="02020603050405020304" pitchFamily="18" charset="0"/>
                        <a:ea typeface="宋体" panose="02010600030101010101" pitchFamily="2" charset="-122"/>
                        <a:cs typeface="Songti SC"/>
                        <a:sym typeface="+mn-ea"/>
                      </a:rPr>
                      <m:t>f</m:t>
                    </m:r>
                    <m:r>
                      <a:rPr lang="en-US" sz="3200" dirty="0">
                        <a:uFillTx/>
                        <a:latin typeface="Times New Roman" panose="02020603050405020304" pitchFamily="18" charset="0"/>
                        <a:ea typeface="宋体" panose="02010600030101010101" pitchFamily="2" charset="-122"/>
                        <a:cs typeface="Songti SC"/>
                        <a:sym typeface="+mn-ea"/>
                      </a:rPr>
                      <m:t>⊗</m:t>
                    </m:r>
                    <m:r>
                      <m:rPr>
                        <m:sty m:val="p"/>
                      </m:rPr>
                      <a:rPr lang="en-US" sz="3200" dirty="0">
                        <a:uFillTx/>
                        <a:latin typeface="Times New Roman" panose="02020603050405020304" pitchFamily="18" charset="0"/>
                        <a:ea typeface="宋体" panose="02010600030101010101" pitchFamily="2" charset="-122"/>
                        <a:cs typeface="Songti SC"/>
                        <a:sym typeface="+mn-ea"/>
                      </a:rPr>
                      <m:t>c</m:t>
                    </m:r>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mod</m:t>
                    </m:r>
                    <m:r>
                      <m:rPr>
                        <m:sty m:val="p"/>
                      </m:rPr>
                      <a:rPr lang="en-US" sz="3200" dirty="0">
                        <a:uFillTx/>
                        <a:latin typeface="Times New Roman" panose="02020603050405020304" pitchFamily="18" charset="0"/>
                        <a:ea typeface="宋体" panose="02010600030101010101" pitchFamily="2" charset="-122"/>
                        <a:cs typeface="Songti SC"/>
                        <a:sym typeface="+mn-ea"/>
                      </a:rPr>
                      <m:t>q</m:t>
                    </m:r>
                    <m:r>
                      <a:rPr lang="en-US" sz="3200" dirty="0">
                        <a:uFillTx/>
                        <a:latin typeface="Times New Roman" panose="02020603050405020304" pitchFamily="18" charset="0"/>
                        <a:ea typeface="宋体" panose="02010600030101010101" pitchFamily="2" charset="-122"/>
                        <a:cs typeface="Songti SC"/>
                        <a:sym typeface="+mn-ea"/>
                      </a:rPr>
                      <m:t>）</m:t>
                    </m:r>
                  </m:oMath>
                </a14:m>
                <a:r>
                  <a:rPr lang="en-US" sz="3200" dirty="0">
                    <a:uFillTx/>
                    <a:latin typeface="Times New Roman" panose="02020603050405020304" pitchFamily="18" charset="0"/>
                    <a:ea typeface="宋体" panose="02010600030101010101" pitchFamily="2" charset="-122"/>
                    <a:cs typeface="Songti SC"/>
                    <a:sym typeface="+mn-ea"/>
                  </a:rPr>
                  <a:t>的运算结果为</a:t>
                </a:r>
                <a14:m>
                  <m:oMath xmlns:m="http://schemas.openxmlformats.org/officeDocument/2006/math">
                    <m:r>
                      <m:rPr>
                        <m:sty m:val="p"/>
                      </m:rPr>
                      <a:rPr lang="en-US" sz="3200" dirty="0">
                        <a:uFillTx/>
                        <a:latin typeface="Times New Roman" panose="02020603050405020304" pitchFamily="18" charset="0"/>
                        <a:ea typeface="宋体" panose="02010600030101010101" pitchFamily="2" charset="-122"/>
                        <a:cs typeface="Songti SC"/>
                        <a:sym typeface="+mn-ea"/>
                      </a:rPr>
                      <m:t>pr</m:t>
                    </m:r>
                    <m:r>
                      <a:rPr lang="en-US" sz="3200" dirty="0">
                        <a:uFillTx/>
                        <a:latin typeface="Times New Roman" panose="02020603050405020304" pitchFamily="18" charset="0"/>
                        <a:ea typeface="宋体" panose="02010600030101010101" pitchFamily="2" charset="-122"/>
                        <a:cs typeface="Songti SC"/>
                        <a:sym typeface="+mn-ea"/>
                      </a:rPr>
                      <m:t>⊗</m:t>
                    </m:r>
                    <m:r>
                      <m:rPr>
                        <m:sty m:val="p"/>
                      </m:rPr>
                      <a:rPr lang="en-US" sz="3200" dirty="0">
                        <a:uFillTx/>
                        <a:latin typeface="Times New Roman" panose="02020603050405020304" pitchFamily="18" charset="0"/>
                        <a:ea typeface="宋体" panose="02010600030101010101" pitchFamily="2" charset="-122"/>
                        <a:cs typeface="Songti SC"/>
                        <a:sym typeface="+mn-ea"/>
                      </a:rPr>
                      <m:t>g</m:t>
                    </m:r>
                    <m:r>
                      <a:rPr lang="en-US" sz="3200" dirty="0">
                        <a:uFillTx/>
                        <a:latin typeface="Times New Roman" panose="02020603050405020304" pitchFamily="18" charset="0"/>
                        <a:ea typeface="宋体" panose="02010600030101010101" pitchFamily="2" charset="-122"/>
                        <a:cs typeface="Songti SC"/>
                        <a:sym typeface="+mn-ea"/>
                      </a:rPr>
                      <m:t>+</m:t>
                    </m:r>
                    <m:r>
                      <m:rPr>
                        <m:sty m:val="p"/>
                      </m:rPr>
                      <a:rPr lang="en-US" sz="3200" dirty="0">
                        <a:uFillTx/>
                        <a:latin typeface="Times New Roman" panose="02020603050405020304" pitchFamily="18" charset="0"/>
                        <a:ea typeface="宋体" panose="02010600030101010101" pitchFamily="2" charset="-122"/>
                        <a:cs typeface="Songti SC"/>
                        <a:sym typeface="+mn-ea"/>
                      </a:rPr>
                      <m:t>f</m:t>
                    </m:r>
                    <m:r>
                      <a:rPr lang="en-US" sz="3200" dirty="0">
                        <a:uFillTx/>
                        <a:latin typeface="Times New Roman" panose="02020603050405020304" pitchFamily="18" charset="0"/>
                        <a:ea typeface="宋体" panose="02010600030101010101" pitchFamily="2" charset="-122"/>
                        <a:cs typeface="Songti SC"/>
                        <a:sym typeface="+mn-ea"/>
                      </a:rPr>
                      <m:t>⊗</m:t>
                    </m:r>
                    <m:r>
                      <m:rPr>
                        <m:sty m:val="p"/>
                      </m:rPr>
                      <a:rPr lang="en-US" sz="3200" dirty="0">
                        <a:uFillTx/>
                        <a:latin typeface="Times New Roman" panose="02020603050405020304" pitchFamily="18" charset="0"/>
                        <a:ea typeface="宋体" panose="02010600030101010101" pitchFamily="2" charset="-122"/>
                        <a:cs typeface="Songti SC"/>
                        <a:sym typeface="+mn-ea"/>
                      </a:rPr>
                      <m:t>m</m:t>
                    </m:r>
                  </m:oMath>
                </a14:m>
                <a:r>
                  <a:rPr lang="en-US" sz="3200" dirty="0">
                    <a:uFillTx/>
                    <a:latin typeface="Times New Roman" panose="02020603050405020304" pitchFamily="18" charset="0"/>
                    <a:ea typeface="宋体" panose="02010600030101010101" pitchFamily="2" charset="-122"/>
                    <a:cs typeface="Songti SC"/>
                    <a:sym typeface="+mn-ea"/>
                  </a:rPr>
                  <a:t>，当系数不在区间时，模</a:t>
                </a:r>
                <a14:m>
                  <m:oMath xmlns:m="http://schemas.openxmlformats.org/officeDocument/2006/math">
                    <m:r>
                      <m:rPr>
                        <m:sty m:val="p"/>
                      </m:rPr>
                      <a:rPr lang="en-US" sz="3200" dirty="0">
                        <a:uFillTx/>
                        <a:latin typeface="Times New Roman" panose="02020603050405020304" pitchFamily="18" charset="0"/>
                        <a:ea typeface="宋体" panose="02010600030101010101" pitchFamily="2" charset="-122"/>
                        <a:cs typeface="Songti SC"/>
                        <a:sym typeface="+mn-ea"/>
                      </a:rPr>
                      <m:t>q</m:t>
                    </m:r>
                  </m:oMath>
                </a14:m>
                <a:r>
                  <a:rPr lang="en-US" sz="3200" dirty="0">
                    <a:uFillTx/>
                    <a:latin typeface="Times New Roman" panose="02020603050405020304" pitchFamily="18" charset="0"/>
                    <a:ea typeface="宋体" panose="02010600030101010101" pitchFamily="2" charset="-122"/>
                    <a:cs typeface="Songti SC"/>
                    <a:sym typeface="+mn-ea"/>
                  </a:rPr>
                  <a:t>就起作用。</a:t>
                </a:r>
                <a:endParaRPr lang="en-US" sz="3200" dirty="0">
                  <a:uFillTx/>
                  <a:latin typeface="Times New Roman" panose="02020603050405020304" pitchFamily="18" charset="0"/>
                  <a:ea typeface="宋体" panose="02010600030101010101" pitchFamily="2" charset="-122"/>
                  <a:cs typeface="Songti SC"/>
                  <a:sym typeface="+mn-ea"/>
                </a:endParaRPr>
              </a:p>
              <a:p>
                <a:pPr lvl="0" indent="914400" algn="just" defTabSz="914400">
                  <a:lnSpc>
                    <a:spcPct val="125000"/>
                  </a:lnSpc>
                  <a:buSzTx/>
                  <a:defRPr/>
                </a:pPr>
                <a:r>
                  <a:rPr lang="en-US" sz="3200" dirty="0">
                    <a:uFillTx/>
                    <a:latin typeface="Times New Roman" panose="02020603050405020304" pitchFamily="18" charset="0"/>
                    <a:ea typeface="宋体" panose="02010600030101010101" pitchFamily="2" charset="-122"/>
                    <a:cs typeface="Songti SC"/>
                    <a:sym typeface="+mn-ea"/>
                  </a:rPr>
                  <a:t>而作为解密方，先计算</a:t>
                </a:r>
                <a14:m>
                  <m:oMath xmlns:m="http://schemas.openxmlformats.org/officeDocument/2006/math">
                    <m:r>
                      <m:rPr>
                        <m:sty m:val="p"/>
                      </m:rPr>
                      <a:rPr lang="en-US" sz="3200" dirty="0">
                        <a:uFillTx/>
                        <a:latin typeface="Times New Roman" panose="02020603050405020304" pitchFamily="18" charset="0"/>
                        <a:ea typeface="宋体" panose="02010600030101010101" pitchFamily="2" charset="-122"/>
                        <a:cs typeface="Songti SC"/>
                        <a:sym typeface="+mn-ea"/>
                      </a:rPr>
                      <m:t>a</m:t>
                    </m:r>
                    <m:r>
                      <a:rPr lang="en-US" sz="3200" dirty="0">
                        <a:uFillTx/>
                        <a:latin typeface="Times New Roman" panose="02020603050405020304" pitchFamily="18" charset="0"/>
                        <a:ea typeface="宋体" panose="02010600030101010101" pitchFamily="2" charset="-122"/>
                        <a:cs typeface="Songti SC"/>
                        <a:sym typeface="+mn-ea"/>
                      </a:rPr>
                      <m:t>=</m:t>
                    </m:r>
                    <m:r>
                      <m:rPr>
                        <m:sty m:val="p"/>
                      </m:rPr>
                      <a:rPr lang="en-US" sz="3200" dirty="0">
                        <a:uFillTx/>
                        <a:latin typeface="Times New Roman" panose="02020603050405020304" pitchFamily="18" charset="0"/>
                        <a:ea typeface="宋体" panose="02010600030101010101" pitchFamily="2" charset="-122"/>
                        <a:cs typeface="Songti SC"/>
                        <a:sym typeface="+mn-ea"/>
                      </a:rPr>
                      <m:t>c</m:t>
                    </m:r>
                    <m:r>
                      <a:rPr lang="en-US" sz="3200" dirty="0">
                        <a:uFillTx/>
                        <a:latin typeface="Times New Roman" panose="02020603050405020304" pitchFamily="18" charset="0"/>
                        <a:ea typeface="宋体" panose="02010600030101010101" pitchFamily="2" charset="-122"/>
                        <a:cs typeface="Songti SC"/>
                        <a:sym typeface="+mn-ea"/>
                      </a:rPr>
                      <m:t>⊗</m:t>
                    </m:r>
                    <m:r>
                      <m:rPr>
                        <m:sty m:val="p"/>
                      </m:rPr>
                      <a:rPr lang="en-US" sz="3200" dirty="0">
                        <a:uFillTx/>
                        <a:latin typeface="Times New Roman" panose="02020603050405020304" pitchFamily="18" charset="0"/>
                        <a:ea typeface="宋体" panose="02010600030101010101" pitchFamily="2" charset="-122"/>
                        <a:cs typeface="Songti SC"/>
                        <a:sym typeface="+mn-ea"/>
                      </a:rPr>
                      <m:t>f</m:t>
                    </m:r>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mod</m:t>
                    </m:r>
                    <m:r>
                      <m:rPr>
                        <m:sty m:val="p"/>
                      </m:rPr>
                      <a:rPr lang="en-US" sz="3200" dirty="0">
                        <a:uFillTx/>
                        <a:latin typeface="Times New Roman" panose="02020603050405020304" pitchFamily="18" charset="0"/>
                        <a:ea typeface="宋体" panose="02010600030101010101" pitchFamily="2" charset="-122"/>
                        <a:cs typeface="Songti SC"/>
                        <a:sym typeface="+mn-ea"/>
                      </a:rPr>
                      <m:t>q</m:t>
                    </m:r>
                    <m:r>
                      <a:rPr lang="en-US" sz="3200" dirty="0">
                        <a:uFillTx/>
                        <a:latin typeface="Times New Roman" panose="02020603050405020304" pitchFamily="18" charset="0"/>
                        <a:ea typeface="宋体" panose="02010600030101010101" pitchFamily="2" charset="-122"/>
                        <a:cs typeface="Songti SC"/>
                        <a:sym typeface="+mn-ea"/>
                      </a:rPr>
                      <m:t>）</m:t>
                    </m:r>
                  </m:oMath>
                </a14:m>
                <a:r>
                  <a:rPr lang="en-US" sz="3200" dirty="0">
                    <a:uFillTx/>
                    <a:latin typeface="Times New Roman" panose="02020603050405020304" pitchFamily="18" charset="0"/>
                    <a:ea typeface="宋体" panose="02010600030101010101" pitchFamily="2" charset="-122"/>
                    <a:cs typeface="Songti SC"/>
                    <a:sym typeface="+mn-ea"/>
                  </a:rPr>
                  <a:t>，</a:t>
                </a:r>
                <a:endParaRPr lang="en-US" sz="3200" dirty="0">
                  <a:uFillTx/>
                  <a:latin typeface="Times New Roman" panose="02020603050405020304" pitchFamily="18" charset="0"/>
                  <a:ea typeface="宋体" panose="02010600030101010101" pitchFamily="2" charset="-122"/>
                  <a:cs typeface="Songti SC"/>
                  <a:sym typeface="+mn-ea"/>
                </a:endParaRPr>
              </a:p>
              <a:p>
                <a:pPr lvl="0" indent="914400" algn="just" defTabSz="914400">
                  <a:lnSpc>
                    <a:spcPct val="125000"/>
                  </a:lnSpc>
                  <a:buSzTx/>
                  <a:defRPr/>
                </a:pPr>
                <a:r>
                  <a:rPr lang="en-US" sz="3200" dirty="0">
                    <a:uFillTx/>
                    <a:latin typeface="Times New Roman" panose="02020603050405020304" pitchFamily="18" charset="0"/>
                    <a:ea typeface="宋体" panose="02010600030101010101" pitchFamily="2" charset="-122"/>
                    <a:cs typeface="Songti SC"/>
                    <a:sym typeface="+mn-ea"/>
                  </a:rPr>
                  <a:t>再计算</a:t>
                </a:r>
                <a14:m>
                  <m:oMath xmlns:m="http://schemas.openxmlformats.org/officeDocument/2006/math">
                    <m:r>
                      <m:rPr>
                        <m:sty m:val="p"/>
                      </m:rPr>
                      <a:rPr lang="en-US" sz="3200" dirty="0">
                        <a:uFillTx/>
                        <a:latin typeface="Times New Roman" panose="02020603050405020304" pitchFamily="18" charset="0"/>
                        <a:ea typeface="宋体" panose="02010600030101010101" pitchFamily="2" charset="-122"/>
                        <a:cs typeface="Songti SC"/>
                        <a:sym typeface="+mn-ea"/>
                      </a:rPr>
                      <m:t>a</m:t>
                    </m:r>
                    <m:r>
                      <a:rPr lang="en-US" sz="3200" dirty="0">
                        <a:uFillTx/>
                        <a:latin typeface="Times New Roman" panose="02020603050405020304" pitchFamily="18" charset="0"/>
                        <a:ea typeface="宋体" panose="02010600030101010101" pitchFamily="2" charset="-122"/>
                        <a:cs typeface="Songti SC"/>
                        <a:sym typeface="+mn-ea"/>
                      </a:rPr>
                      <m:t>⊗</m:t>
                    </m:r>
                    <m:sSub>
                      <m:sSubPr>
                        <m:ctrlPr>
                          <a:rPr lang="en-US" sz="3200" dirty="0">
                            <a:uFillTx/>
                            <a:latin typeface="Times New Roman" panose="02020603050405020304" pitchFamily="18" charset="0"/>
                            <a:ea typeface="宋体" panose="02010600030101010101" pitchFamily="2" charset="-122"/>
                            <a:cs typeface="Songti SC"/>
                            <a:sym typeface="+mn-ea"/>
                          </a:rPr>
                        </m:ctrlPr>
                      </m:sSubPr>
                      <m:e>
                        <m:r>
                          <m:rPr>
                            <m:sty m:val="p"/>
                          </m:rPr>
                          <a:rPr lang="en-US" sz="3200" dirty="0">
                            <a:uFillTx/>
                            <a:latin typeface="Times New Roman" panose="02020603050405020304" pitchFamily="18" charset="0"/>
                            <a:ea typeface="宋体" panose="02010600030101010101" pitchFamily="2" charset="-122"/>
                            <a:cs typeface="Songti SC"/>
                            <a:sym typeface="+mn-ea"/>
                          </a:rPr>
                          <m:t>f</m:t>
                        </m:r>
                      </m:e>
                      <m:sub>
                        <m:r>
                          <m:rPr>
                            <m:sty m:val="p"/>
                          </m:rPr>
                          <a:rPr lang="en-US" sz="3200" dirty="0">
                            <a:uFillTx/>
                            <a:latin typeface="Times New Roman" panose="02020603050405020304" pitchFamily="18" charset="0"/>
                            <a:ea typeface="宋体" panose="02010600030101010101" pitchFamily="2" charset="-122"/>
                            <a:cs typeface="Songti SC"/>
                            <a:sym typeface="+mn-ea"/>
                          </a:rPr>
                          <m:t>p</m:t>
                        </m:r>
                      </m:sub>
                    </m:sSub>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mod</m:t>
                    </m:r>
                    <m:r>
                      <m:rPr>
                        <m:sty m:val="p"/>
                      </m:rPr>
                      <a:rPr lang="en-US" sz="3200" dirty="0">
                        <a:uFillTx/>
                        <a:latin typeface="Times New Roman" panose="02020603050405020304" pitchFamily="18" charset="0"/>
                        <a:ea typeface="宋体" panose="02010600030101010101" pitchFamily="2" charset="-122"/>
                        <a:cs typeface="Songti SC"/>
                        <a:sym typeface="+mn-ea"/>
                      </a:rPr>
                      <m:t>p</m:t>
                    </m:r>
                    <m:r>
                      <a:rPr lang="en-US" sz="3200" dirty="0">
                        <a:uFillTx/>
                        <a:latin typeface="Times New Roman" panose="02020603050405020304" pitchFamily="18" charset="0"/>
                        <a:ea typeface="宋体" panose="02010600030101010101" pitchFamily="2" charset="-122"/>
                        <a:cs typeface="Songti SC"/>
                        <a:sym typeface="+mn-ea"/>
                      </a:rPr>
                      <m:t>），</m:t>
                    </m:r>
                    <m:r>
                      <m:rPr>
                        <m:sty m:val="p"/>
                      </m:rPr>
                      <a:rPr lang="en-US" sz="3200" dirty="0">
                        <a:uFillTx/>
                        <a:latin typeface="Times New Roman" panose="02020603050405020304" pitchFamily="18" charset="0"/>
                        <a:ea typeface="宋体" panose="02010600030101010101" pitchFamily="2" charset="-122"/>
                        <a:cs typeface="Songti SC"/>
                        <a:sym typeface="+mn-ea"/>
                      </a:rPr>
                      <m:t>a</m:t>
                    </m:r>
                    <m:r>
                      <a:rPr lang="en-US" sz="3200" dirty="0">
                        <a:uFillTx/>
                        <a:latin typeface="Times New Roman" panose="02020603050405020304" pitchFamily="18" charset="0"/>
                        <a:ea typeface="宋体" panose="02010600030101010101" pitchFamily="2" charset="-122"/>
                        <a:cs typeface="Songti SC"/>
                        <a:sym typeface="+mn-ea"/>
                      </a:rPr>
                      <m:t>⊗</m:t>
                    </m:r>
                    <m:sSub>
                      <m:sSubPr>
                        <m:ctrlPr>
                          <a:rPr lang="en-US" sz="3200" dirty="0">
                            <a:uFillTx/>
                            <a:latin typeface="Times New Roman" panose="02020603050405020304" pitchFamily="18" charset="0"/>
                            <a:ea typeface="宋体" panose="02010600030101010101" pitchFamily="2" charset="-122"/>
                            <a:cs typeface="Songti SC"/>
                            <a:sym typeface="+mn-ea"/>
                          </a:rPr>
                        </m:ctrlPr>
                      </m:sSubPr>
                      <m:e>
                        <m:r>
                          <m:rPr>
                            <m:sty m:val="p"/>
                          </m:rPr>
                          <a:rPr lang="en-US" sz="3200" dirty="0">
                            <a:uFillTx/>
                            <a:latin typeface="Times New Roman" panose="02020603050405020304" pitchFamily="18" charset="0"/>
                            <a:ea typeface="宋体" panose="02010600030101010101" pitchFamily="2" charset="-122"/>
                            <a:cs typeface="Songti SC"/>
                            <a:sym typeface="+mn-ea"/>
                          </a:rPr>
                          <m:t>f</m:t>
                        </m:r>
                      </m:e>
                      <m:sub>
                        <m:r>
                          <m:rPr>
                            <m:sty m:val="p"/>
                          </m:rPr>
                          <a:rPr lang="en-US" sz="3200" dirty="0">
                            <a:uFillTx/>
                            <a:latin typeface="Times New Roman" panose="02020603050405020304" pitchFamily="18" charset="0"/>
                            <a:ea typeface="宋体" panose="02010600030101010101" pitchFamily="2" charset="-122"/>
                            <a:cs typeface="Songti SC"/>
                            <a:sym typeface="+mn-ea"/>
                          </a:rPr>
                          <m:t>p</m:t>
                        </m:r>
                      </m:sub>
                    </m:sSub>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mod</m:t>
                    </m:r>
                    <m:r>
                      <m:rPr>
                        <m:sty m:val="p"/>
                      </m:rPr>
                      <a:rPr lang="en-US" sz="3200" dirty="0">
                        <a:uFillTx/>
                        <a:latin typeface="Times New Roman" panose="02020603050405020304" pitchFamily="18" charset="0"/>
                        <a:ea typeface="宋体" panose="02010600030101010101" pitchFamily="2" charset="-122"/>
                        <a:cs typeface="Songti SC"/>
                        <a:sym typeface="+mn-ea"/>
                      </a:rPr>
                      <m:t>p</m:t>
                    </m:r>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m:t>
                    </m:r>
                    <m:r>
                      <m:rPr>
                        <m:sty m:val="p"/>
                      </m:rPr>
                      <a:rPr lang="en-US" sz="3200" dirty="0">
                        <a:uFillTx/>
                        <a:latin typeface="Times New Roman" panose="02020603050405020304" pitchFamily="18" charset="0"/>
                        <a:ea typeface="宋体" panose="02010600030101010101" pitchFamily="2" charset="-122"/>
                        <a:cs typeface="Songti SC"/>
                        <a:sym typeface="+mn-ea"/>
                      </a:rPr>
                      <m:t>m</m:t>
                    </m:r>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mod</m:t>
                    </m:r>
                    <m:r>
                      <m:rPr>
                        <m:sty m:val="p"/>
                      </m:rPr>
                      <a:rPr lang="en-US" sz="3200" dirty="0">
                        <a:uFillTx/>
                        <a:latin typeface="Times New Roman" panose="02020603050405020304" pitchFamily="18" charset="0"/>
                        <a:ea typeface="宋体" panose="02010600030101010101" pitchFamily="2" charset="-122"/>
                        <a:cs typeface="Songti SC"/>
                        <a:sym typeface="+mn-ea"/>
                      </a:rPr>
                      <m:t>p</m:t>
                    </m:r>
                    <m:r>
                      <a:rPr lang="en-US" sz="3200" dirty="0">
                        <a:uFillTx/>
                        <a:latin typeface="Times New Roman" panose="02020603050405020304" pitchFamily="18" charset="0"/>
                        <a:ea typeface="宋体" panose="02010600030101010101" pitchFamily="2" charset="-122"/>
                        <a:cs typeface="Songti SC"/>
                        <a:sym typeface="+mn-ea"/>
                      </a:rPr>
                      <m:t>）</m:t>
                    </m:r>
                  </m:oMath>
                </a14:m>
                <a:r>
                  <a:rPr lang="en-US" sz="3200" dirty="0">
                    <a:uFillTx/>
                    <a:latin typeface="Times New Roman" panose="02020603050405020304" pitchFamily="18" charset="0"/>
                    <a:ea typeface="宋体" panose="02010600030101010101" pitchFamily="2" charset="-122"/>
                    <a:cs typeface="Songti SC"/>
                    <a:sym typeface="+mn-ea"/>
                  </a:rPr>
                  <a:t>的概率很大，就会造成解密失败。</a:t>
                </a:r>
                <a:endParaRPr lang="en-US" sz="3200" dirty="0">
                  <a:uFillTx/>
                  <a:latin typeface="Times New Roman" panose="02020603050405020304" pitchFamily="18" charset="0"/>
                  <a:ea typeface="宋体" panose="02010600030101010101" pitchFamily="2" charset="-122"/>
                  <a:cs typeface="Songti SC"/>
                  <a:sym typeface="+mn-ea"/>
                </a:endParaRPr>
              </a:p>
              <a:p>
                <a:pPr lvl="0" indent="914400" algn="just" defTabSz="914400">
                  <a:lnSpc>
                    <a:spcPct val="125000"/>
                  </a:lnSpc>
                  <a:buSzTx/>
                  <a:defRPr/>
                </a:pPr>
                <a:endParaRPr lang="en-US" sz="3200" dirty="0">
                  <a:uFillTx/>
                  <a:latin typeface="Times New Roman" panose="02020603050405020304" pitchFamily="18" charset="0"/>
                  <a:ea typeface="宋体" panose="02010600030101010101" pitchFamily="2" charset="-122"/>
                  <a:cs typeface="Songti SC"/>
                  <a:sym typeface="+mn-ea"/>
                </a:endParaRPr>
              </a:p>
              <a:p>
                <a:pPr lvl="0" indent="914400" algn="just" defTabSz="914400">
                  <a:lnSpc>
                    <a:spcPct val="125000"/>
                  </a:lnSpc>
                  <a:buSzTx/>
                  <a:defRPr/>
                </a:pPr>
                <a:endParaRPr lang="en-US" sz="3200" dirty="0">
                  <a:uFillTx/>
                  <a:latin typeface="Times New Roman" panose="02020603050405020304" pitchFamily="18" charset="0"/>
                  <a:ea typeface="宋体" panose="02010600030101010101" pitchFamily="2" charset="-122"/>
                  <a:cs typeface="Songti SC"/>
                  <a:sym typeface="+mn-ea"/>
                </a:endParaRPr>
              </a:p>
              <a:p>
                <a:pPr lvl="0" indent="914400" algn="just" defTabSz="914400">
                  <a:lnSpc>
                    <a:spcPct val="125000"/>
                  </a:lnSpc>
                  <a:buSzTx/>
                  <a:defRPr/>
                </a:pPr>
                <a:endParaRPr lang="en-US" sz="3200" dirty="0">
                  <a:uFillTx/>
                  <a:latin typeface="Times New Roman" panose="02020603050405020304" pitchFamily="18" charset="0"/>
                  <a:ea typeface="宋体" panose="02010600030101010101" pitchFamily="2" charset="-122"/>
                  <a:cs typeface="Songti SC"/>
                  <a:sym typeface="+mn-ea"/>
                </a:endParaRPr>
              </a:p>
            </p:txBody>
          </p:sp>
        </mc:Choice>
        <mc:Fallback>
          <p:sp>
            <p:nvSpPr>
              <p:cNvPr id="8" name="AutoShape 8"/>
              <p:cNvSpPr txBox="1">
                <a:spLocks noRot="1" noChangeAspect="1" noMove="1" noResize="1" noEditPoints="1" noAdjustHandles="1" noChangeArrowheads="1" noChangeShapeType="1" noTextEdit="1"/>
              </p:cNvSpPr>
              <p:nvPr/>
            </p:nvSpPr>
            <p:spPr>
              <a:xfrm>
                <a:off x="1270000" y="1651000"/>
                <a:ext cx="15162696" cy="6985000"/>
              </a:xfrm>
              <a:prstGeom prst="rect">
                <a:avLst/>
              </a:prstGeom>
              <a:blipFill rotWithShape="1">
                <a:blip r:embed="rId3"/>
                <a:stretch>
                  <a:fillRect r="1"/>
                </a:stretch>
              </a:blipFill>
              <a:ln w="19050" cap="flat" cmpd="sng">
                <a:noFill/>
                <a:prstDash val="solid"/>
                <a:round/>
              </a:ln>
            </p:spPr>
            <p:txBody>
              <a:bodyPr/>
              <a:lstStyle/>
              <a:p>
                <a:r>
                  <a:rPr lang="zh-CN" altLang="en-US">
                    <a:noFill/>
                  </a:rPr>
                  <a:t> </a:t>
                </a:r>
              </a:p>
            </p:txBody>
          </p:sp>
        </mc:Fallback>
      </mc:AlternateContent>
      <p:sp>
        <p:nvSpPr>
          <p:cNvPr id="9" name="AutoShape 9"/>
          <p:cNvSpPr txBox="1"/>
          <p:nvPr/>
        </p:nvSpPr>
        <p:spPr>
          <a:xfrm>
            <a:off x="15544800" y="9410700"/>
            <a:ext cx="2133600" cy="441325"/>
          </a:xfrm>
          <a:prstGeom prst="rect">
            <a:avLst/>
          </a:prstGeom>
          <a:noFill/>
          <a:ln w="19050" cap="flat" cmpd="sng">
            <a:noFill/>
            <a:prstDash val="solid"/>
            <a:round/>
          </a:ln>
        </p:spPr>
        <p:txBody>
          <a:bodyPr vert="horz" wrap="square" lIns="91440" tIns="45720" rIns="91440" bIns="45720" rtlCol="0" anchor="ctr" anchorCtr="0"/>
          <a:lstStyle/>
          <a:p>
            <a:pPr marL="0" indent="0" algn="r" defTabSz="914400">
              <a:lnSpc>
                <a:spcPct val="100000"/>
              </a:lnSpc>
              <a:defRPr/>
            </a:pPr>
            <a:fld id="{C980D6ED-4929-4314-82EF-403DA6412A1E}" type="slidenum">
              <a:rPr sz="1400" b="0" i="0" u="none" strike="noStrike">
                <a:solidFill>
                  <a:srgbClr val="FFC000"/>
                </a:solidFill>
                <a:latin typeface="Calibri" panose="020F0502020204030204"/>
                <a:ea typeface="Calibri" panose="020F0502020204030204"/>
                <a:cs typeface="Calibri" panose="020F0502020204030204"/>
                <a:sym typeface="Calibri" panose="020F0502020204030204"/>
              </a:rPr>
            </a:fld>
            <a:endParaRPr lang="en-US" sz="1100"/>
          </a:p>
        </p:txBody>
      </p:sp>
      <p:sp>
        <p:nvSpPr>
          <p:cNvPr id="4" name="AutoShape 35"/>
          <p:cNvSpPr txBox="1"/>
          <p:nvPr/>
        </p:nvSpPr>
        <p:spPr>
          <a:xfrm>
            <a:off x="13694774" y="709652"/>
            <a:ext cx="3700052" cy="369332"/>
          </a:xfrm>
          <a:prstGeom prst="rect">
            <a:avLst/>
          </a:prstGeom>
          <a:noFill/>
          <a:ln w="19050" cap="flat" cmpd="sng">
            <a:noFill/>
            <a:prstDash val="solid"/>
            <a:round/>
          </a:ln>
        </p:spPr>
        <p:txBody>
          <a:bodyPr vert="horz" wrap="none" lIns="91440" tIns="45720" rIns="91440" bIns="45720" rtlCol="0" anchor="t" anchorCtr="0"/>
          <a:lstStyle/>
          <a:p>
            <a:pPr>
              <a:defRPr/>
            </a:pPr>
            <a:r>
              <a:rPr lang="zh-CN" altLang="zh-CN" sz="18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仿宋" panose="02010609060101010101" pitchFamily="49" charset="-122"/>
                <a:ea typeface="仿宋" panose="02010609060101010101" pitchFamily="49" charset="-122"/>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密码学</a:t>
            </a:r>
            <a:r>
              <a:rPr lang="en-US" sz="1800" b="1" i="0" u="none" strike="noStrike" dirty="0">
                <a:solidFill>
                  <a:srgbClr val="1F497D"/>
                </a:solidFill>
                <a:latin typeface="仿宋" panose="02010609060101010101" pitchFamily="49" charset="-122"/>
                <a:ea typeface="仿宋" panose="02010609060101010101" pitchFamily="49" charset="-122"/>
                <a:cs typeface="Zhuque Fangsong"/>
                <a:sym typeface="Zhuque Fangsong"/>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基础理论与应用</a:t>
            </a:r>
            <a:endParaRPr lang="en-US" sz="1100" dirty="0">
              <a:latin typeface="仿宋" panose="02010609060101010101" pitchFamily="49" charset="-122"/>
              <a:ea typeface="仿宋" panose="02010609060101010101" pitchFamily="49" charset="-122"/>
            </a:endParaRPr>
          </a:p>
        </p:txBody>
      </p:sp>
      <p:sp>
        <p:nvSpPr>
          <p:cNvPr id="11" name="TextBox 30"/>
          <p:cNvSpPr txBox="1"/>
          <p:nvPr/>
        </p:nvSpPr>
        <p:spPr>
          <a:xfrm>
            <a:off x="3193319" y="493890"/>
            <a:ext cx="9458717" cy="717550"/>
          </a:xfrm>
          <a:prstGeom prst="rect">
            <a:avLst/>
          </a:prstGeom>
        </p:spPr>
        <p:txBody>
          <a:bodyPr lIns="0" tIns="0" rIns="0" bIns="0" rtlCol="0" anchor="t">
            <a:spAutoFit/>
          </a:bodyPr>
          <a:lstStyle/>
          <a:p>
            <a:pPr algn="l">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Times New Roman" panose="02020603050405020304" pitchFamily="18" charset="0"/>
                <a:sym typeface="字由文艺黑" panose="00020600040101010101" charset="-122"/>
              </a:rPr>
              <a:t>NTRU</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正确解密的条件</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3" name="TextBox 31"/>
          <p:cNvSpPr txBox="1"/>
          <p:nvPr/>
        </p:nvSpPr>
        <p:spPr>
          <a:xfrm>
            <a:off x="1270000" y="411480"/>
            <a:ext cx="1892300" cy="842645"/>
          </a:xfrm>
          <a:prstGeom prst="rect">
            <a:avLst/>
          </a:prstGeom>
        </p:spPr>
        <p:txBody>
          <a:bodyPr wrap="square" lIns="0" tIns="0" rIns="0" bIns="0" rtlCol="0" anchor="t">
            <a:spAutoFit/>
          </a:bodyPr>
          <a:lstStyle/>
          <a:p>
            <a:pPr lvl="0" algn="ctr">
              <a:lnSpc>
                <a:spcPts val="6575"/>
              </a:lnSpc>
              <a:buSzTx/>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Times New Roman" panose="02020603050405020304" pitchFamily="18" charset="0"/>
                <a:sym typeface="字由文艺黑" panose="00020600040101010101" charset="-122"/>
              </a:rPr>
              <a:t>10.3.3</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Times New Roman" panose="02020603050405020304" pitchFamily="18" charset="0"/>
              <a:sym typeface="字由文艺黑" panose="00020600040101010101"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780296" y="360435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3" name="AutoShape 3"/>
          <p:cNvSpPr txBox="1"/>
          <p:nvPr/>
        </p:nvSpPr>
        <p:spPr>
          <a:xfrm>
            <a:off x="796975" y="3621029"/>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4" name="Freeform 4"/>
          <p:cNvSpPr/>
          <p:nvPr/>
        </p:nvSpPr>
        <p:spPr>
          <a:xfrm>
            <a:off x="780296" y="4024558"/>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5" name="AutoShape 5"/>
          <p:cNvSpPr txBox="1"/>
          <p:nvPr/>
        </p:nvSpPr>
        <p:spPr>
          <a:xfrm>
            <a:off x="796975" y="4041237"/>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6" name="Freeform 6"/>
          <p:cNvSpPr/>
          <p:nvPr/>
        </p:nvSpPr>
        <p:spPr>
          <a:xfrm>
            <a:off x="780296" y="4444768"/>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7" name="AutoShape 7"/>
          <p:cNvSpPr txBox="1"/>
          <p:nvPr/>
        </p:nvSpPr>
        <p:spPr>
          <a:xfrm>
            <a:off x="796975" y="4461447"/>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8" name="Freeform 8"/>
          <p:cNvSpPr/>
          <p:nvPr/>
        </p:nvSpPr>
        <p:spPr>
          <a:xfrm>
            <a:off x="780296" y="4864976"/>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9" name="AutoShape 9"/>
          <p:cNvSpPr txBox="1"/>
          <p:nvPr/>
        </p:nvSpPr>
        <p:spPr>
          <a:xfrm>
            <a:off x="796975" y="4881655"/>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10" name="Freeform 10"/>
          <p:cNvSpPr/>
          <p:nvPr/>
        </p:nvSpPr>
        <p:spPr>
          <a:xfrm>
            <a:off x="17329795" y="360435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11" name="AutoShape 11"/>
          <p:cNvSpPr txBox="1"/>
          <p:nvPr/>
        </p:nvSpPr>
        <p:spPr>
          <a:xfrm>
            <a:off x="17346474" y="3621029"/>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12" name="Freeform 12"/>
          <p:cNvSpPr/>
          <p:nvPr/>
        </p:nvSpPr>
        <p:spPr>
          <a:xfrm>
            <a:off x="17329795" y="4024558"/>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13" name="AutoShape 13"/>
          <p:cNvSpPr txBox="1"/>
          <p:nvPr/>
        </p:nvSpPr>
        <p:spPr>
          <a:xfrm>
            <a:off x="17346474" y="4041237"/>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14" name="Freeform 14"/>
          <p:cNvSpPr/>
          <p:nvPr/>
        </p:nvSpPr>
        <p:spPr>
          <a:xfrm>
            <a:off x="17329795" y="4444768"/>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15" name="AutoShape 15"/>
          <p:cNvSpPr txBox="1"/>
          <p:nvPr/>
        </p:nvSpPr>
        <p:spPr>
          <a:xfrm>
            <a:off x="17346474" y="4461447"/>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16" name="Freeform 16"/>
          <p:cNvSpPr/>
          <p:nvPr/>
        </p:nvSpPr>
        <p:spPr>
          <a:xfrm>
            <a:off x="17329795" y="4864976"/>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17" name="AutoShape 17"/>
          <p:cNvSpPr txBox="1"/>
          <p:nvPr/>
        </p:nvSpPr>
        <p:spPr>
          <a:xfrm>
            <a:off x="17346474" y="4881655"/>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18" name="Freeform 18"/>
          <p:cNvSpPr/>
          <p:nvPr/>
        </p:nvSpPr>
        <p:spPr>
          <a:xfrm rot="10800000">
            <a:off x="5340277" y="802276"/>
            <a:ext cx="7607444" cy="7607444"/>
          </a:xfrm>
          <a:custGeom>
            <a:avLst/>
            <a:gdLst/>
            <a:ahLst/>
            <a:cxnLst/>
            <a:rect l="l" t="t" r="r" b="b"/>
            <a:pathLst>
              <a:path w="7607444" h="7607444">
                <a:moveTo>
                  <a:pt x="3803721" y="0"/>
                </a:moveTo>
                <a:cubicBezTo>
                  <a:pt x="1702980" y="0"/>
                  <a:pt x="0" y="1702980"/>
                  <a:pt x="0" y="3803721"/>
                </a:cubicBezTo>
                <a:cubicBezTo>
                  <a:pt x="0" y="5904464"/>
                  <a:pt x="1702980" y="7607444"/>
                  <a:pt x="3803721" y="7607444"/>
                </a:cubicBezTo>
                <a:cubicBezTo>
                  <a:pt x="5904464" y="7607444"/>
                  <a:pt x="7607444" y="5904464"/>
                  <a:pt x="7607444" y="3803721"/>
                </a:cubicBezTo>
                <a:cubicBezTo>
                  <a:pt x="7607444" y="1702980"/>
                  <a:pt x="5904464" y="0"/>
                  <a:pt x="3803721" y="0"/>
                </a:cubicBezTo>
                <a:close/>
              </a:path>
            </a:pathLst>
          </a:custGeom>
          <a:gradFill rotWithShape="1">
            <a:gsLst>
              <a:gs pos="0">
                <a:srgbClr val="FFFFFF">
                  <a:alpha val="0"/>
                </a:srgbClr>
              </a:gs>
              <a:gs pos="100000">
                <a:srgbClr val="DDEEFF">
                  <a:alpha val="100000"/>
                </a:srgbClr>
              </a:gs>
            </a:gsLst>
            <a:lin ang="5400000"/>
          </a:gradFill>
          <a:ln w="25400" cap="flat" cmpd="sng">
            <a:noFill/>
            <a:prstDash val="solid"/>
            <a:round/>
          </a:ln>
        </p:spPr>
        <p:txBody>
          <a:bodyPr vert="horz" wrap="square" lIns="91440" tIns="45720" rIns="91440" bIns="45720" rtlCol="0" anchor="t" anchorCtr="0"/>
          <a:lstStyle/>
          <a:p>
            <a:pPr algn="l">
              <a:defRPr/>
            </a:pPr>
          </a:p>
        </p:txBody>
      </p:sp>
      <p:sp>
        <p:nvSpPr>
          <p:cNvPr id="19" name="AutoShape 19"/>
          <p:cNvSpPr txBox="1"/>
          <p:nvPr/>
        </p:nvSpPr>
        <p:spPr>
          <a:xfrm rot="10800000">
            <a:off x="6053475" y="1515474"/>
            <a:ext cx="6181047" cy="6181047"/>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20" name="AutoShape 20"/>
          <p:cNvSpPr txBox="1"/>
          <p:nvPr/>
        </p:nvSpPr>
        <p:spPr>
          <a:xfrm>
            <a:off x="7781241" y="2834725"/>
            <a:ext cx="2725514" cy="2190115"/>
          </a:xfrm>
          <a:prstGeom prst="rect">
            <a:avLst/>
          </a:prstGeom>
          <a:noFill/>
          <a:ln w="19050" cap="flat" cmpd="sng">
            <a:noFill/>
            <a:prstDash val="solid"/>
            <a:round/>
          </a:ln>
        </p:spPr>
        <p:txBody>
          <a:bodyPr vert="horz" wrap="square" lIns="0" tIns="0" rIns="0" bIns="0" rtlCol="0" anchor="t" anchorCtr="0"/>
          <a:lstStyle/>
          <a:p>
            <a:pPr marL="0" indent="0" algn="ctr" defTabSz="914400">
              <a:lnSpc>
                <a:spcPts val="17080"/>
              </a:lnSpc>
              <a:defRPr/>
            </a:pPr>
            <a:r>
              <a:rPr lang="en-US" sz="12200" b="0" i="0" u="none" strike="noStrike">
                <a:solidFill>
                  <a:srgbClr val="004AAD"/>
                </a:solidFill>
                <a:latin typeface="Times New Roman" panose="02020603050405020304"/>
                <a:ea typeface="Times New Roman" panose="02020603050405020304"/>
                <a:cs typeface="Times New Roman" panose="02020603050405020304"/>
                <a:sym typeface="Times New Roman" panose="02020603050405020304"/>
              </a:rPr>
              <a:t>10.4</a:t>
            </a:r>
            <a:endParaRPr lang="en-US" sz="1100"/>
          </a:p>
        </p:txBody>
      </p:sp>
      <p:sp>
        <p:nvSpPr>
          <p:cNvPr id="21" name="AutoShape 21"/>
          <p:cNvSpPr txBox="1"/>
          <p:nvPr/>
        </p:nvSpPr>
        <p:spPr>
          <a:xfrm>
            <a:off x="3428998" y="5143500"/>
            <a:ext cx="11429999" cy="2872105"/>
          </a:xfrm>
          <a:prstGeom prst="rect">
            <a:avLst/>
          </a:prstGeom>
          <a:noFill/>
          <a:ln w="19050" cap="flat" cmpd="sng">
            <a:noFill/>
            <a:prstDash val="solid"/>
            <a:round/>
          </a:ln>
        </p:spPr>
        <p:txBody>
          <a:bodyPr vert="horz" wrap="square" lIns="0" tIns="0" rIns="0" bIns="0" rtlCol="0" anchor="t" anchorCtr="0"/>
          <a:lstStyle/>
          <a:p>
            <a:pPr marL="0" indent="0" algn="ctr" defTabSz="914400">
              <a:lnSpc>
                <a:spcPts val="11200"/>
              </a:lnSpc>
              <a:defRPr/>
            </a:pPr>
            <a:r>
              <a:rPr lang="en-US" sz="9600" b="1" i="0" u="none" strike="noStrike" dirty="0">
                <a:solidFill>
                  <a:srgbClr val="004AAD"/>
                </a:solidFill>
                <a:latin typeface="仿宋" panose="02010609060101010101" pitchFamily="49" charset="-122"/>
                <a:ea typeface="仿宋" panose="02010609060101010101" pitchFamily="49" charset="-122"/>
                <a:cs typeface="Zhuque Fangsong"/>
                <a:sym typeface="Zhuque Fangsong"/>
              </a:rPr>
              <a:t>Kyber</a:t>
            </a:r>
            <a:r>
              <a:rPr lang="zh-CN" altLang="en-US" sz="9600" b="1" i="0" u="none" strike="noStrike" dirty="0">
                <a:solidFill>
                  <a:srgbClr val="004AAD"/>
                </a:solidFill>
                <a:latin typeface="仿宋" panose="02010609060101010101" pitchFamily="49" charset="-122"/>
                <a:ea typeface="仿宋" panose="02010609060101010101" pitchFamily="49" charset="-122"/>
                <a:cs typeface="Zhuque Fangsong"/>
                <a:sym typeface="Zhuque Fangsong"/>
              </a:rPr>
              <a:t>公钥密码</a:t>
            </a:r>
            <a:r>
              <a:rPr lang="en-US" sz="9600" b="1" i="0" u="none" strike="noStrike" dirty="0" err="1">
                <a:solidFill>
                  <a:srgbClr val="004AAD"/>
                </a:solidFill>
                <a:latin typeface="仿宋" panose="02010609060101010101" pitchFamily="49" charset="-122"/>
                <a:ea typeface="仿宋" panose="02010609060101010101" pitchFamily="49" charset="-122"/>
                <a:cs typeface="Zhuque Fangsong"/>
                <a:sym typeface="Zhuque Fangsong"/>
              </a:rPr>
              <a:t>算法</a:t>
            </a:r>
            <a:endParaRPr lang="en-US" sz="9600" dirty="0">
              <a:latin typeface="仿宋" panose="02010609060101010101" pitchFamily="49" charset="-122"/>
              <a:ea typeface="仿宋" panose="02010609060101010101" pitchFamily="49" charset="-122"/>
            </a:endParaRPr>
          </a:p>
          <a:p>
            <a:pPr algn="ctr" defTabSz="914400">
              <a:lnSpc>
                <a:spcPts val="11200"/>
              </a:lnSpc>
            </a:pPr>
            <a:endParaRPr lang="en-US" sz="1100" dirty="0"/>
          </a:p>
        </p:txBody>
      </p:sp>
      <p:sp>
        <p:nvSpPr>
          <p:cNvPr id="22" name="Freeform 22"/>
          <p:cNvSpPr/>
          <p:nvPr/>
        </p:nvSpPr>
        <p:spPr>
          <a:xfrm>
            <a:off x="-1028699" y="9030575"/>
            <a:ext cx="20887940" cy="1097222"/>
          </a:xfrm>
          <a:custGeom>
            <a:avLst/>
            <a:gdLst/>
            <a:ahLst/>
            <a:cxnLst/>
            <a:rect l="l" t="t" r="r" b="b"/>
            <a:pathLst>
              <a:path w="20887940" h="1097222">
                <a:moveTo>
                  <a:pt x="71773" y="0"/>
                </a:moveTo>
                <a:lnTo>
                  <a:pt x="20816167" y="0"/>
                </a:lnTo>
                <a:cubicBezTo>
                  <a:pt x="20835201" y="0"/>
                  <a:pt x="20853457" y="7563"/>
                  <a:pt x="20866917" y="21020"/>
                </a:cubicBezTo>
                <a:cubicBezTo>
                  <a:pt x="20880376" y="34479"/>
                  <a:pt x="20887940" y="52735"/>
                  <a:pt x="20887940" y="71773"/>
                </a:cubicBezTo>
                <a:lnTo>
                  <a:pt x="20887940" y="1025454"/>
                </a:lnTo>
                <a:cubicBezTo>
                  <a:pt x="20887940" y="1065089"/>
                  <a:pt x="20855807" y="1097222"/>
                  <a:pt x="20816167" y="1097222"/>
                </a:cubicBezTo>
                <a:lnTo>
                  <a:pt x="71773" y="1097222"/>
                </a:lnTo>
                <a:cubicBezTo>
                  <a:pt x="32134" y="1097222"/>
                  <a:pt x="0" y="1065089"/>
                  <a:pt x="0" y="1025454"/>
                </a:cubicBezTo>
                <a:lnTo>
                  <a:pt x="0" y="71773"/>
                </a:lnTo>
                <a:cubicBezTo>
                  <a:pt x="0" y="32134"/>
                  <a:pt x="32134" y="0"/>
                  <a:pt x="71773" y="0"/>
                </a:cubicBezTo>
                <a:close/>
              </a:path>
            </a:pathLst>
          </a:custGeom>
          <a:gradFill rotWithShape="1">
            <a:gsLst>
              <a:gs pos="0">
                <a:srgbClr val="FFAD5C">
                  <a:alpha val="100000"/>
                </a:srgbClr>
              </a:gs>
              <a:gs pos="100000">
                <a:srgbClr val="FFE1C4">
                  <a:alpha val="100000"/>
                </a:srgbClr>
              </a:gs>
            </a:gsLst>
            <a:lin ang="0"/>
          </a:gradFill>
          <a:ln w="25400" cap="flat" cmpd="sng">
            <a:noFill/>
            <a:prstDash val="solid"/>
            <a:round/>
          </a:ln>
        </p:spPr>
        <p:txBody>
          <a:bodyPr vert="horz" wrap="square" lIns="91440" tIns="45720" rIns="91440" bIns="45720" rtlCol="0" anchor="t" anchorCtr="0"/>
          <a:lstStyle/>
          <a:p>
            <a:pPr algn="l">
              <a:defRPr/>
            </a:pPr>
          </a:p>
        </p:txBody>
      </p:sp>
      <p:sp>
        <p:nvSpPr>
          <p:cNvPr id="23" name="AutoShape 23"/>
          <p:cNvSpPr txBox="1"/>
          <p:nvPr/>
        </p:nvSpPr>
        <p:spPr>
          <a:xfrm>
            <a:off x="-1028699" y="9030575"/>
            <a:ext cx="20887940" cy="1097222"/>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24" name="Freeform 24"/>
          <p:cNvSpPr/>
          <p:nvPr/>
        </p:nvSpPr>
        <p:spPr>
          <a:xfrm>
            <a:off x="-1299970" y="9183427"/>
            <a:ext cx="20887940" cy="1241762"/>
          </a:xfrm>
          <a:custGeom>
            <a:avLst/>
            <a:gdLst/>
            <a:ahLst/>
            <a:cxnLst/>
            <a:rect l="l" t="t" r="r" b="b"/>
            <a:pathLst>
              <a:path w="20887940" h="1241762">
                <a:moveTo>
                  <a:pt x="71773" y="0"/>
                </a:moveTo>
                <a:lnTo>
                  <a:pt x="20816167" y="0"/>
                </a:lnTo>
                <a:cubicBezTo>
                  <a:pt x="20835201" y="0"/>
                  <a:pt x="20853457" y="7563"/>
                  <a:pt x="20866917" y="21020"/>
                </a:cubicBezTo>
                <a:cubicBezTo>
                  <a:pt x="20880376" y="34479"/>
                  <a:pt x="20887940" y="52734"/>
                  <a:pt x="20887940" y="71773"/>
                </a:cubicBezTo>
                <a:lnTo>
                  <a:pt x="20887940" y="1169989"/>
                </a:lnTo>
                <a:cubicBezTo>
                  <a:pt x="20887940" y="1209628"/>
                  <a:pt x="20855807" y="1241762"/>
                  <a:pt x="20816167" y="1241762"/>
                </a:cubicBezTo>
                <a:lnTo>
                  <a:pt x="71773" y="1241762"/>
                </a:lnTo>
                <a:cubicBezTo>
                  <a:pt x="32134" y="1241762"/>
                  <a:pt x="0" y="1209628"/>
                  <a:pt x="0" y="1169989"/>
                </a:cubicBezTo>
                <a:lnTo>
                  <a:pt x="0" y="71773"/>
                </a:lnTo>
                <a:cubicBezTo>
                  <a:pt x="0" y="32134"/>
                  <a:pt x="32134" y="0"/>
                  <a:pt x="71773" y="0"/>
                </a:cubicBezTo>
                <a:close/>
              </a:path>
            </a:pathLst>
          </a:custGeom>
          <a:solidFill>
            <a:srgbClr val="013E7C">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25" name="AutoShape 25"/>
          <p:cNvSpPr txBox="1"/>
          <p:nvPr/>
        </p:nvSpPr>
        <p:spPr>
          <a:xfrm>
            <a:off x="-1299970" y="9183427"/>
            <a:ext cx="20887940" cy="124176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26" name="AutoShape 26"/>
          <p:cNvSpPr txBox="1"/>
          <p:nvPr/>
        </p:nvSpPr>
        <p:spPr>
          <a:xfrm>
            <a:off x="15374104" y="9522714"/>
            <a:ext cx="2133600" cy="441325"/>
          </a:xfrm>
          <a:prstGeom prst="rect">
            <a:avLst/>
          </a:prstGeom>
          <a:noFill/>
          <a:ln w="19050" cap="flat" cmpd="sng">
            <a:noFill/>
            <a:prstDash val="solid"/>
            <a:round/>
          </a:ln>
        </p:spPr>
        <p:txBody>
          <a:bodyPr vert="horz" wrap="square" lIns="91440" tIns="45720" rIns="91440" bIns="45720" rtlCol="0" anchor="ctr" anchorCtr="0"/>
          <a:lstStyle/>
          <a:p>
            <a:pPr marL="0" indent="0" algn="r" defTabSz="914400">
              <a:lnSpc>
                <a:spcPct val="100000"/>
              </a:lnSpc>
              <a:defRPr/>
            </a:pPr>
            <a:fld id="{67551EC3-9A1B-48E3-BCE2-10EAAFA7E7C2}" type="slidenum">
              <a:rPr sz="1400" b="0" i="0" u="none" strike="noStrike">
                <a:solidFill>
                  <a:srgbClr val="FFC000"/>
                </a:solidFill>
                <a:latin typeface="Calibri" panose="020F0502020204030204"/>
                <a:ea typeface="Calibri" panose="020F0502020204030204"/>
                <a:cs typeface="Calibri" panose="020F0502020204030204"/>
                <a:sym typeface="Calibri" panose="020F0502020204030204"/>
              </a:rPr>
            </a:fld>
            <a:endParaRPr lang="en-US" sz="1100"/>
          </a:p>
        </p:txBody>
      </p:sp>
      <p:pic>
        <p:nvPicPr>
          <p:cNvPr id="28" name="Picture 28"/>
          <p:cNvPicPr>
            <a:picLocks noChangeAspect="1"/>
          </p:cNvPicPr>
          <p:nvPr/>
        </p:nvPicPr>
        <p:blipFill>
          <a:blip r:embed="rId1"/>
          <a:srcRect/>
          <a:stretch>
            <a:fillRect/>
          </a:stretch>
        </p:blipFill>
        <p:spPr>
          <a:xfrm>
            <a:off x="1090952" y="932573"/>
            <a:ext cx="2771429" cy="47619"/>
          </a:xfrm>
          <a:prstGeom prst="rect">
            <a:avLst/>
          </a:prstGeom>
          <a:noFill/>
          <a:ln w="25400" cap="flat" cmpd="sng">
            <a:noFill/>
            <a:prstDash val="solid"/>
            <a:round/>
          </a:ln>
        </p:spPr>
      </p:pic>
      <p:sp>
        <p:nvSpPr>
          <p:cNvPr id="29" name="AutoShape 35"/>
          <p:cNvSpPr txBox="1"/>
          <p:nvPr/>
        </p:nvSpPr>
        <p:spPr>
          <a:xfrm>
            <a:off x="684585" y="457078"/>
            <a:ext cx="3700052" cy="369332"/>
          </a:xfrm>
          <a:prstGeom prst="rect">
            <a:avLst/>
          </a:prstGeom>
          <a:noFill/>
          <a:ln w="19050" cap="flat" cmpd="sng">
            <a:noFill/>
            <a:prstDash val="solid"/>
            <a:round/>
          </a:ln>
        </p:spPr>
        <p:txBody>
          <a:bodyPr vert="horz" wrap="none" lIns="91440" tIns="45720" rIns="91440" bIns="45720" rtlCol="0" anchor="t" anchorCtr="0"/>
          <a:lstStyle/>
          <a:p>
            <a:pPr>
              <a:defRPr/>
            </a:pPr>
            <a:r>
              <a:rPr lang="zh-CN" altLang="zh-CN" sz="18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仿宋" panose="02010609060101010101" pitchFamily="49" charset="-122"/>
                <a:ea typeface="仿宋" panose="02010609060101010101" pitchFamily="49" charset="-122"/>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密码学</a:t>
            </a:r>
            <a:r>
              <a:rPr lang="en-US" sz="1800" b="1" i="0" u="none" strike="noStrike" dirty="0">
                <a:solidFill>
                  <a:srgbClr val="1F497D"/>
                </a:solidFill>
                <a:latin typeface="仿宋" panose="02010609060101010101" pitchFamily="49" charset="-122"/>
                <a:ea typeface="仿宋" panose="02010609060101010101" pitchFamily="49" charset="-122"/>
                <a:cs typeface="Zhuque Fangsong"/>
                <a:sym typeface="Zhuque Fangsong"/>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基础理论与应用</a:t>
            </a:r>
            <a:endParaRPr lang="en-US" sz="1100" dirty="0">
              <a:latin typeface="仿宋" panose="02010609060101010101" pitchFamily="49" charset="-122"/>
              <a:ea typeface="仿宋" panose="02010609060101010101" pitchFamily="49"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412090" y="1028700"/>
            <a:ext cx="7800783" cy="275915"/>
          </a:xfrm>
          <a:custGeom>
            <a:avLst/>
            <a:gdLst/>
            <a:ahLst/>
            <a:cxnLst/>
            <a:rect l="l" t="t" r="r" b="b"/>
            <a:pathLst>
              <a:path w="7800783" h="275915">
                <a:moveTo>
                  <a:pt x="137960" y="0"/>
                </a:moveTo>
                <a:lnTo>
                  <a:pt x="7662827" y="0"/>
                </a:lnTo>
                <a:cubicBezTo>
                  <a:pt x="7699414" y="0"/>
                  <a:pt x="7734504" y="14534"/>
                  <a:pt x="7760377" y="40406"/>
                </a:cubicBezTo>
                <a:cubicBezTo>
                  <a:pt x="7786248" y="66279"/>
                  <a:pt x="7800783" y="101369"/>
                  <a:pt x="7800783" y="137959"/>
                </a:cubicBezTo>
                <a:lnTo>
                  <a:pt x="7800783" y="137959"/>
                </a:lnTo>
                <a:cubicBezTo>
                  <a:pt x="7800783" y="174546"/>
                  <a:pt x="7786248" y="209636"/>
                  <a:pt x="7760377" y="235509"/>
                </a:cubicBezTo>
                <a:cubicBezTo>
                  <a:pt x="7734504" y="261380"/>
                  <a:pt x="7699414" y="275915"/>
                  <a:pt x="7662827" y="275915"/>
                </a:cubicBezTo>
                <a:lnTo>
                  <a:pt x="137960" y="275915"/>
                </a:lnTo>
                <a:cubicBezTo>
                  <a:pt x="101369" y="275915"/>
                  <a:pt x="66279" y="261380"/>
                  <a:pt x="40406" y="235509"/>
                </a:cubicBezTo>
                <a:cubicBezTo>
                  <a:pt x="14534" y="209636"/>
                  <a:pt x="0" y="174546"/>
                  <a:pt x="0" y="137959"/>
                </a:cubicBezTo>
                <a:lnTo>
                  <a:pt x="0" y="137959"/>
                </a:lnTo>
                <a:cubicBezTo>
                  <a:pt x="0" y="101369"/>
                  <a:pt x="14534" y="66279"/>
                  <a:pt x="40406" y="40406"/>
                </a:cubicBezTo>
                <a:cubicBezTo>
                  <a:pt x="66279" y="14534"/>
                  <a:pt x="101369" y="0"/>
                  <a:pt x="137960" y="0"/>
                </a:cubicBezTo>
                <a:close/>
              </a:path>
            </a:pathLst>
          </a:custGeom>
          <a:gradFill rotWithShape="1">
            <a:gsLst>
              <a:gs pos="0">
                <a:srgbClr val="DDEEFF">
                  <a:alpha val="100000"/>
                </a:srgbClr>
              </a:gs>
              <a:gs pos="100000">
                <a:srgbClr val="FFFFFF">
                  <a:alpha val="0"/>
                </a:srgbClr>
              </a:gs>
            </a:gsLst>
            <a:lin ang="0"/>
          </a:gradFill>
          <a:ln w="25400" cap="flat" cmpd="sng">
            <a:noFill/>
            <a:prstDash val="solid"/>
            <a:round/>
          </a:ln>
        </p:spPr>
        <p:txBody>
          <a:bodyPr vert="horz" wrap="square" lIns="91440" tIns="45720" rIns="91440" bIns="45720" rtlCol="0" anchor="t" anchorCtr="0"/>
          <a:lstStyle/>
          <a:p>
            <a:pPr algn="l">
              <a:defRPr/>
            </a:pPr>
          </a:p>
        </p:txBody>
      </p:sp>
      <p:pic>
        <p:nvPicPr>
          <p:cNvPr id="5" name="Picture 5"/>
          <p:cNvPicPr>
            <a:picLocks noChangeAspect="1"/>
          </p:cNvPicPr>
          <p:nvPr/>
        </p:nvPicPr>
        <p:blipFill>
          <a:blip r:embed="rId1">
            <a:alphaModFix amt="80000"/>
          </a:blip>
          <a:srcRect/>
          <a:stretch>
            <a:fillRect/>
          </a:stretch>
        </p:blipFill>
        <p:spPr>
          <a:xfrm>
            <a:off x="762000" y="494030"/>
            <a:ext cx="1069975" cy="656590"/>
          </a:xfrm>
          <a:prstGeom prst="rect">
            <a:avLst/>
          </a:prstGeom>
          <a:noFill/>
          <a:ln w="25400" cap="flat" cmpd="sng">
            <a:noFill/>
            <a:prstDash val="solid"/>
            <a:round/>
          </a:ln>
          <a:effectLst>
            <a:outerShdw blurRad="50800" dist="38100" dir="2700000" algn="tl">
              <a:srgbClr val="000000">
                <a:alpha val="40000"/>
              </a:srgbClr>
            </a:outerShdw>
            <a:reflection blurRad="6350" stA="50000" endA="300" endPos="55000" dir="5400000" sy="-100000" algn="bl" rotWithShape="0"/>
          </a:effectLst>
        </p:spPr>
      </p:pic>
      <p:pic>
        <p:nvPicPr>
          <p:cNvPr id="7" name="Picture 7"/>
          <p:cNvPicPr>
            <a:picLocks noChangeAspect="1"/>
          </p:cNvPicPr>
          <p:nvPr/>
        </p:nvPicPr>
        <p:blipFill>
          <a:blip r:embed="rId2"/>
          <a:srcRect/>
          <a:stretch>
            <a:fillRect/>
          </a:stretch>
        </p:blipFill>
        <p:spPr>
          <a:xfrm>
            <a:off x="13772537" y="1102753"/>
            <a:ext cx="2771429" cy="47619"/>
          </a:xfrm>
          <a:prstGeom prst="rect">
            <a:avLst/>
          </a:prstGeom>
          <a:noFill/>
          <a:ln w="25400" cap="flat" cmpd="sng">
            <a:noFill/>
            <a:prstDash val="solid"/>
            <a:round/>
          </a:ln>
        </p:spPr>
      </p:pic>
      <p:sp>
        <p:nvSpPr>
          <p:cNvPr id="8" name="AutoShape 8"/>
          <p:cNvSpPr txBox="1"/>
          <p:nvPr/>
        </p:nvSpPr>
        <p:spPr>
          <a:xfrm>
            <a:off x="1599184" y="2137142"/>
            <a:ext cx="15475803" cy="6985000"/>
          </a:xfrm>
          <a:prstGeom prst="rect">
            <a:avLst/>
          </a:prstGeom>
          <a:noFill/>
          <a:ln w="19050" cap="flat" cmpd="sng">
            <a:noFill/>
            <a:prstDash val="solid"/>
            <a:round/>
          </a:ln>
        </p:spPr>
        <p:txBody>
          <a:bodyPr vert="horz" wrap="square" lIns="0" tIns="0" rIns="0" bIns="0" rtlCol="0" anchor="t" anchorCtr="0">
            <a:noAutofit/>
          </a:bodyPr>
          <a:lstStyle/>
          <a:p>
            <a:pPr lvl="0" indent="914400" algn="just" defTabSz="914400">
              <a:lnSpc>
                <a:spcPct val="125000"/>
              </a:lnSpc>
              <a:buSzTx/>
              <a:defRPr/>
            </a:pPr>
            <a:r>
              <a:rPr lang="en-US" sz="3200" dirty="0">
                <a:uFillTx/>
                <a:latin typeface="Times New Roman" panose="02020603050405020304" pitchFamily="18" charset="0"/>
                <a:ea typeface="宋体" panose="02010600030101010101" pitchFamily="2" charset="-122"/>
                <a:cs typeface="Songti SC"/>
                <a:sym typeface="+mn-ea"/>
              </a:rPr>
              <a:t>随着量子计算的出现，传统密码学面临被破解的风险，密码学界开始了后量子密码</a:t>
            </a:r>
            <a:r>
              <a:rPr lang="en-US" sz="3200" dirty="0">
                <a:uFillTx/>
                <a:latin typeface="Times New Roman" panose="02020603050405020304" pitchFamily="18" charset="0"/>
                <a:ea typeface="宋体" panose="02010600030101010101" pitchFamily="2" charset="-122"/>
                <a:cs typeface="Songti SC"/>
                <a:sym typeface="+mn-ea"/>
              </a:rPr>
              <a:t>（</a:t>
            </a:r>
            <a:r>
              <a:rPr lang="en-US" sz="3200" dirty="0">
                <a:uFillTx/>
                <a:latin typeface="Times New Roman" panose="02020603050405020304" pitchFamily="18" charset="0"/>
                <a:ea typeface="宋体" panose="02010600030101010101" pitchFamily="2" charset="-122"/>
                <a:cs typeface="Songti SC"/>
                <a:sym typeface="+mn-ea"/>
              </a:rPr>
              <a:t>Post-QuantumCryptography</a:t>
            </a:r>
            <a:r>
              <a:rPr lang="en-US" sz="3200" dirty="0">
                <a:uFillTx/>
                <a:latin typeface="Times New Roman" panose="02020603050405020304" pitchFamily="18" charset="0"/>
                <a:ea typeface="宋体" panose="02010600030101010101" pitchFamily="2" charset="-122"/>
                <a:cs typeface="Songti SC"/>
                <a:sym typeface="+mn-ea"/>
              </a:rPr>
              <a:t>，</a:t>
            </a:r>
            <a:r>
              <a:rPr lang="en-US" sz="3200" dirty="0">
                <a:uFillTx/>
                <a:latin typeface="Times New Roman" panose="02020603050405020304" pitchFamily="18" charset="0"/>
                <a:ea typeface="宋体" panose="02010600030101010101" pitchFamily="2" charset="-122"/>
                <a:cs typeface="Songti SC"/>
                <a:sym typeface="+mn-ea"/>
              </a:rPr>
              <a:t>PQC</a:t>
            </a:r>
            <a:r>
              <a:rPr lang="en-US" sz="3200" dirty="0">
                <a:uFillTx/>
                <a:latin typeface="Times New Roman" panose="02020603050405020304" pitchFamily="18" charset="0"/>
                <a:ea typeface="宋体" panose="02010600030101010101" pitchFamily="2" charset="-122"/>
                <a:cs typeface="Songti SC"/>
                <a:sym typeface="+mn-ea"/>
              </a:rPr>
              <a:t>）</a:t>
            </a:r>
            <a:r>
              <a:rPr lang="en-US" sz="3200" dirty="0">
                <a:uFillTx/>
                <a:latin typeface="Times New Roman" panose="02020603050405020304" pitchFamily="18" charset="0"/>
                <a:ea typeface="宋体" panose="02010600030101010101" pitchFamily="2" charset="-122"/>
                <a:cs typeface="Songti SC"/>
                <a:sym typeface="+mn-ea"/>
              </a:rPr>
              <a:t>的研究。</a:t>
            </a:r>
            <a:r>
              <a:rPr lang="en-US" sz="3200" dirty="0">
                <a:uFillTx/>
                <a:latin typeface="Times New Roman" panose="02020603050405020304" pitchFamily="18" charset="0"/>
                <a:ea typeface="宋体" panose="02010600030101010101" pitchFamily="2" charset="-122"/>
                <a:cs typeface="Songti SC"/>
                <a:sym typeface="+mn-ea"/>
              </a:rPr>
              <a:t>2012</a:t>
            </a:r>
            <a:r>
              <a:rPr lang="en-US" sz="3200" dirty="0">
                <a:uFillTx/>
                <a:latin typeface="Times New Roman" panose="02020603050405020304" pitchFamily="18" charset="0"/>
                <a:ea typeface="宋体" panose="02010600030101010101" pitchFamily="2" charset="-122"/>
                <a:cs typeface="Songti SC"/>
                <a:sym typeface="+mn-ea"/>
              </a:rPr>
              <a:t>年，美国国家标准与技术研究院</a:t>
            </a:r>
            <a:r>
              <a:rPr lang="en-US" sz="3200" dirty="0">
                <a:uFillTx/>
                <a:latin typeface="Times New Roman" panose="02020603050405020304" pitchFamily="18" charset="0"/>
                <a:ea typeface="宋体" panose="02010600030101010101" pitchFamily="2" charset="-122"/>
                <a:cs typeface="Songti SC"/>
                <a:sym typeface="+mn-ea"/>
              </a:rPr>
              <a:t>（</a:t>
            </a:r>
            <a:r>
              <a:rPr lang="en-US" sz="3200" dirty="0">
                <a:uFillTx/>
                <a:latin typeface="Times New Roman" panose="02020603050405020304" pitchFamily="18" charset="0"/>
                <a:ea typeface="宋体" panose="02010600030101010101" pitchFamily="2" charset="-122"/>
                <a:cs typeface="Songti SC"/>
                <a:sym typeface="+mn-ea"/>
              </a:rPr>
              <a:t>NIST</a:t>
            </a:r>
            <a:r>
              <a:rPr lang="en-US" sz="3200" dirty="0">
                <a:uFillTx/>
                <a:latin typeface="Times New Roman" panose="02020603050405020304" pitchFamily="18" charset="0"/>
                <a:ea typeface="宋体" panose="02010600030101010101" pitchFamily="2" charset="-122"/>
                <a:cs typeface="Songti SC"/>
                <a:sym typeface="+mn-ea"/>
              </a:rPr>
              <a:t>）</a:t>
            </a:r>
            <a:r>
              <a:rPr lang="en-US" sz="3200" dirty="0">
                <a:uFillTx/>
                <a:latin typeface="Times New Roman" panose="02020603050405020304" pitchFamily="18" charset="0"/>
                <a:ea typeface="宋体" panose="02010600030101010101" pitchFamily="2" charset="-122"/>
                <a:cs typeface="Songti SC"/>
                <a:sym typeface="+mn-ea"/>
              </a:rPr>
              <a:t>启动后量子密码学研究。</a:t>
            </a:r>
            <a:r>
              <a:rPr lang="en-US" sz="3200" dirty="0">
                <a:uFillTx/>
                <a:latin typeface="Times New Roman" panose="02020603050405020304" pitchFamily="18" charset="0"/>
                <a:ea typeface="宋体" panose="02010600030101010101" pitchFamily="2" charset="-122"/>
                <a:cs typeface="Songti SC"/>
                <a:sym typeface="+mn-ea"/>
              </a:rPr>
              <a:t>2022</a:t>
            </a:r>
            <a:r>
              <a:rPr lang="en-US" sz="3200" dirty="0">
                <a:uFillTx/>
                <a:latin typeface="Times New Roman" panose="02020603050405020304" pitchFamily="18" charset="0"/>
                <a:ea typeface="宋体" panose="02010600030101010101" pitchFamily="2" charset="-122"/>
                <a:cs typeface="Songti SC"/>
                <a:sym typeface="+mn-ea"/>
              </a:rPr>
              <a:t>年，</a:t>
            </a:r>
            <a:r>
              <a:rPr lang="en-US" sz="3200" dirty="0">
                <a:uFillTx/>
                <a:latin typeface="Times New Roman" panose="02020603050405020304" pitchFamily="18" charset="0"/>
                <a:ea typeface="宋体" panose="02010600030101010101" pitchFamily="2" charset="-122"/>
                <a:cs typeface="Songti SC"/>
                <a:sym typeface="+mn-ea"/>
              </a:rPr>
              <a:t>NIST</a:t>
            </a:r>
            <a:r>
              <a:rPr lang="en-US" sz="3200" dirty="0">
                <a:uFillTx/>
                <a:latin typeface="Times New Roman" panose="02020603050405020304" pitchFamily="18" charset="0"/>
                <a:ea typeface="宋体" panose="02010600030101010101" pitchFamily="2" charset="-122"/>
                <a:cs typeface="Songti SC"/>
                <a:sym typeface="+mn-ea"/>
              </a:rPr>
              <a:t>正式将</a:t>
            </a:r>
            <a:r>
              <a:rPr lang="en-US" sz="3200" dirty="0">
                <a:uFillTx/>
                <a:latin typeface="Times New Roman" panose="02020603050405020304" pitchFamily="18" charset="0"/>
                <a:ea typeface="宋体" panose="02010600030101010101" pitchFamily="2" charset="-122"/>
                <a:cs typeface="Songti SC"/>
                <a:sym typeface="+mn-ea"/>
              </a:rPr>
              <a:t>CRYSTALS-Kyber</a:t>
            </a:r>
            <a:r>
              <a:rPr lang="en-US" sz="3200" dirty="0">
                <a:uFillTx/>
                <a:latin typeface="Times New Roman" panose="02020603050405020304" pitchFamily="18" charset="0"/>
                <a:ea typeface="宋体" panose="02010600030101010101" pitchFamily="2" charset="-122"/>
                <a:cs typeface="Songti SC"/>
                <a:sym typeface="+mn-ea"/>
              </a:rPr>
              <a:t>算法确定为标准算法。</a:t>
            </a:r>
            <a:endParaRPr lang="en-US" sz="3200" dirty="0">
              <a:uFillTx/>
              <a:latin typeface="Times New Roman" panose="02020603050405020304" pitchFamily="18" charset="0"/>
              <a:ea typeface="宋体" panose="02010600030101010101" pitchFamily="2" charset="-122"/>
              <a:cs typeface="Songti SC"/>
              <a:sym typeface="+mn-ea"/>
            </a:endParaRPr>
          </a:p>
          <a:p>
            <a:pPr lvl="0" indent="914400" algn="just" defTabSz="914400">
              <a:lnSpc>
                <a:spcPct val="125000"/>
              </a:lnSpc>
              <a:buSzTx/>
              <a:defRPr/>
            </a:pPr>
            <a:r>
              <a:rPr lang="en-US" sz="3200" dirty="0">
                <a:uFillTx/>
                <a:latin typeface="Times New Roman" panose="02020603050405020304" pitchFamily="18" charset="0"/>
                <a:ea typeface="宋体" panose="02010600030101010101" pitchFamily="2" charset="-122"/>
                <a:cs typeface="Songti SC"/>
                <a:sym typeface="+mn-ea"/>
              </a:rPr>
              <a:t>Kyber</a:t>
            </a:r>
            <a:r>
              <a:rPr lang="en-US" sz="3200" dirty="0">
                <a:uFillTx/>
                <a:latin typeface="Times New Roman" panose="02020603050405020304" pitchFamily="18" charset="0"/>
                <a:ea typeface="宋体" panose="02010600030101010101" pitchFamily="2" charset="-122"/>
                <a:cs typeface="Songti SC"/>
                <a:sym typeface="+mn-ea"/>
              </a:rPr>
              <a:t>算法是一种基于模格上容错学习（</a:t>
            </a:r>
            <a:r>
              <a:rPr lang="en-US" sz="3200" dirty="0">
                <a:uFillTx/>
                <a:latin typeface="Times New Roman" panose="02020603050405020304" pitchFamily="18" charset="0"/>
                <a:ea typeface="宋体" panose="02010600030101010101" pitchFamily="2" charset="-122"/>
                <a:cs typeface="Songti SC"/>
                <a:sym typeface="+mn-ea"/>
              </a:rPr>
              <a:t>ModuleLearningWithErrors</a:t>
            </a:r>
            <a:r>
              <a:rPr lang="en-US" sz="3200" dirty="0">
                <a:uFillTx/>
                <a:latin typeface="Times New Roman" panose="02020603050405020304" pitchFamily="18" charset="0"/>
                <a:ea typeface="宋体" panose="02010600030101010101" pitchFamily="2" charset="-122"/>
                <a:cs typeface="Songti SC"/>
                <a:sym typeface="+mn-ea"/>
              </a:rPr>
              <a:t>,</a:t>
            </a:r>
            <a:r>
              <a:rPr lang="en-US" sz="3200" dirty="0">
                <a:uFillTx/>
                <a:latin typeface="Times New Roman" panose="02020603050405020304" pitchFamily="18" charset="0"/>
                <a:ea typeface="宋体" panose="02010600030101010101" pitchFamily="2" charset="-122"/>
                <a:cs typeface="Songti SC"/>
                <a:sym typeface="+mn-ea"/>
              </a:rPr>
              <a:t>，</a:t>
            </a:r>
            <a:r>
              <a:rPr lang="en-US" sz="3200" dirty="0">
                <a:uFillTx/>
                <a:latin typeface="Times New Roman" panose="02020603050405020304" pitchFamily="18" charset="0"/>
                <a:ea typeface="宋体" panose="02010600030101010101" pitchFamily="2" charset="-122"/>
                <a:cs typeface="Songti SC"/>
                <a:sym typeface="+mn-ea"/>
              </a:rPr>
              <a:t>MLWE</a:t>
            </a:r>
            <a:r>
              <a:rPr lang="en-US" sz="3200" dirty="0">
                <a:uFillTx/>
                <a:latin typeface="Times New Roman" panose="02020603050405020304" pitchFamily="18" charset="0"/>
                <a:ea typeface="宋体" panose="02010600030101010101" pitchFamily="2" charset="-122"/>
                <a:cs typeface="Songti SC"/>
                <a:sym typeface="+mn-ea"/>
              </a:rPr>
              <a:t>）问题的密钥封装机制（</a:t>
            </a:r>
            <a:r>
              <a:rPr lang="en-US" sz="3200" dirty="0">
                <a:uFillTx/>
                <a:latin typeface="Times New Roman" panose="02020603050405020304" pitchFamily="18" charset="0"/>
                <a:ea typeface="宋体" panose="02010600030101010101" pitchFamily="2" charset="-122"/>
                <a:cs typeface="Songti SC"/>
                <a:sym typeface="+mn-ea"/>
              </a:rPr>
              <a:t>KeyEncapsulationMechanism</a:t>
            </a:r>
            <a:r>
              <a:rPr lang="en-US" sz="3200" dirty="0">
                <a:uFillTx/>
                <a:latin typeface="Times New Roman" panose="02020603050405020304" pitchFamily="18" charset="0"/>
                <a:ea typeface="宋体" panose="02010600030101010101" pitchFamily="2" charset="-122"/>
                <a:cs typeface="Songti SC"/>
                <a:sym typeface="+mn-ea"/>
              </a:rPr>
              <a:t>,</a:t>
            </a:r>
            <a:r>
              <a:rPr lang="en-US" sz="3200" dirty="0">
                <a:uFillTx/>
                <a:latin typeface="Times New Roman" panose="02020603050405020304" pitchFamily="18" charset="0"/>
                <a:ea typeface="宋体" panose="02010600030101010101" pitchFamily="2" charset="-122"/>
                <a:cs typeface="Songti SC"/>
                <a:sym typeface="+mn-ea"/>
              </a:rPr>
              <a:t>KEM</a:t>
            </a:r>
            <a:r>
              <a:rPr lang="en-US" sz="3200" dirty="0">
                <a:uFillTx/>
                <a:latin typeface="Times New Roman" panose="02020603050405020304" pitchFamily="18" charset="0"/>
                <a:ea typeface="宋体" panose="02010600030101010101" pitchFamily="2" charset="-122"/>
                <a:cs typeface="Songti SC"/>
                <a:sym typeface="+mn-ea"/>
              </a:rPr>
              <a:t>），主要包含两部分，加密解密算法和密钥封装。</a:t>
            </a:r>
            <a:endParaRPr lang="en-US" sz="3200" dirty="0">
              <a:uFillTx/>
              <a:latin typeface="Times New Roman" panose="02020603050405020304" pitchFamily="18" charset="0"/>
              <a:ea typeface="宋体" panose="02010600030101010101" pitchFamily="2" charset="-122"/>
              <a:cs typeface="Songti SC"/>
              <a:sym typeface="+mn-ea"/>
            </a:endParaRPr>
          </a:p>
        </p:txBody>
      </p:sp>
      <p:sp>
        <p:nvSpPr>
          <p:cNvPr id="9" name="AutoShape 9"/>
          <p:cNvSpPr txBox="1"/>
          <p:nvPr/>
        </p:nvSpPr>
        <p:spPr>
          <a:xfrm>
            <a:off x="15544800" y="9410700"/>
            <a:ext cx="2133600" cy="441325"/>
          </a:xfrm>
          <a:prstGeom prst="rect">
            <a:avLst/>
          </a:prstGeom>
          <a:noFill/>
          <a:ln w="19050" cap="flat" cmpd="sng">
            <a:noFill/>
            <a:prstDash val="solid"/>
            <a:round/>
          </a:ln>
        </p:spPr>
        <p:txBody>
          <a:bodyPr vert="horz" wrap="square" lIns="91440" tIns="45720" rIns="91440" bIns="45720" rtlCol="0" anchor="ctr" anchorCtr="0"/>
          <a:lstStyle/>
          <a:p>
            <a:pPr marL="0" indent="0" algn="r" defTabSz="914400">
              <a:lnSpc>
                <a:spcPct val="100000"/>
              </a:lnSpc>
              <a:defRPr/>
            </a:pPr>
            <a:fld id="{D1E54801-062D-4778-B93B-CA26C7D3343C}" type="slidenum">
              <a:rPr sz="1400" b="0" i="0" u="none" strike="noStrike">
                <a:solidFill>
                  <a:srgbClr val="FFC000"/>
                </a:solidFill>
                <a:latin typeface="Calibri" panose="020F0502020204030204"/>
                <a:ea typeface="Calibri" panose="020F0502020204030204"/>
                <a:cs typeface="Calibri" panose="020F0502020204030204"/>
                <a:sym typeface="Calibri" panose="020F0502020204030204"/>
              </a:rPr>
            </a:fld>
            <a:endParaRPr lang="en-US" sz="1100"/>
          </a:p>
        </p:txBody>
      </p:sp>
      <p:sp>
        <p:nvSpPr>
          <p:cNvPr id="10" name="AutoShape 35"/>
          <p:cNvSpPr txBox="1"/>
          <p:nvPr/>
        </p:nvSpPr>
        <p:spPr>
          <a:xfrm>
            <a:off x="13694774" y="709652"/>
            <a:ext cx="3700052" cy="369332"/>
          </a:xfrm>
          <a:prstGeom prst="rect">
            <a:avLst/>
          </a:prstGeom>
          <a:noFill/>
          <a:ln w="19050" cap="flat" cmpd="sng">
            <a:noFill/>
            <a:prstDash val="solid"/>
            <a:round/>
          </a:ln>
        </p:spPr>
        <p:txBody>
          <a:bodyPr vert="horz" wrap="none" lIns="91440" tIns="45720" rIns="91440" bIns="45720" rtlCol="0" anchor="t" anchorCtr="0"/>
          <a:lstStyle/>
          <a:p>
            <a:pPr>
              <a:defRPr/>
            </a:pPr>
            <a:r>
              <a:rPr lang="zh-CN" altLang="zh-CN" sz="18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仿宋" panose="02010609060101010101" pitchFamily="49" charset="-122"/>
                <a:ea typeface="仿宋" panose="02010609060101010101" pitchFamily="49" charset="-122"/>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密码学</a:t>
            </a:r>
            <a:r>
              <a:rPr lang="en-US" sz="1800" b="1" i="0" u="none" strike="noStrike" dirty="0">
                <a:solidFill>
                  <a:srgbClr val="1F497D"/>
                </a:solidFill>
                <a:latin typeface="仿宋" panose="02010609060101010101" pitchFamily="49" charset="-122"/>
                <a:ea typeface="仿宋" panose="02010609060101010101" pitchFamily="49" charset="-122"/>
                <a:cs typeface="Zhuque Fangsong"/>
                <a:sym typeface="Zhuque Fangsong"/>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基础理论与应用</a:t>
            </a:r>
            <a:endParaRPr lang="en-US" sz="1100" dirty="0">
              <a:latin typeface="仿宋" panose="02010609060101010101" pitchFamily="49" charset="-122"/>
              <a:ea typeface="仿宋" panose="02010609060101010101" pitchFamily="49" charset="-122"/>
            </a:endParaRPr>
          </a:p>
        </p:txBody>
      </p:sp>
      <p:sp>
        <p:nvSpPr>
          <p:cNvPr id="13" name="TextBox 31"/>
          <p:cNvSpPr txBox="1"/>
          <p:nvPr/>
        </p:nvSpPr>
        <p:spPr>
          <a:xfrm>
            <a:off x="1193760" y="411284"/>
            <a:ext cx="1674789" cy="842645"/>
          </a:xfrm>
          <a:prstGeom prst="rect">
            <a:avLst/>
          </a:prstGeom>
        </p:spPr>
        <p:txBody>
          <a:bodyPr wrap="square" lIns="0" tIns="0" rIns="0" bIns="0" rtlCol="0" anchor="t">
            <a:spAutoFit/>
          </a:bodyPr>
          <a:lstStyle/>
          <a:p>
            <a:pPr lvl="0" algn="ctr">
              <a:lnSpc>
                <a:spcPts val="6575"/>
              </a:lnSpc>
              <a:buSzTx/>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Times New Roman" panose="02020603050405020304" pitchFamily="18" charset="0"/>
                <a:sym typeface="字由文艺黑" panose="00020600040101010101" charset="-122"/>
              </a:rPr>
              <a:t>10.4</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Times New Roman" panose="02020603050405020304" pitchFamily="18" charset="0"/>
              <a:sym typeface="字由文艺黑" panose="00020600040101010101" charset="-122"/>
            </a:endParaRPr>
          </a:p>
        </p:txBody>
      </p:sp>
      <p:sp>
        <p:nvSpPr>
          <p:cNvPr id="14" name="TextBox 30"/>
          <p:cNvSpPr txBox="1"/>
          <p:nvPr/>
        </p:nvSpPr>
        <p:spPr>
          <a:xfrm>
            <a:off x="2698019" y="493890"/>
            <a:ext cx="9458717" cy="717550"/>
          </a:xfrm>
          <a:prstGeom prst="rect">
            <a:avLst/>
          </a:prstGeom>
        </p:spPr>
        <p:txBody>
          <a:bodyPr lIns="0" tIns="0" rIns="0" bIns="0" rtlCol="0" anchor="t">
            <a:spAutoFit/>
          </a:bodyPr>
          <a:lstStyle/>
          <a:p>
            <a:pPr algn="l">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Times New Roman" panose="02020603050405020304" pitchFamily="18" charset="0"/>
                <a:sym typeface="字由文艺黑" panose="00020600040101010101" charset="-122"/>
              </a:rPr>
              <a:t>Kyber</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公钥密码算法</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3" name="文本框 2"/>
          <p:cNvSpPr txBox="1"/>
          <p:nvPr/>
        </p:nvSpPr>
        <p:spPr>
          <a:xfrm>
            <a:off x="7020560" y="2137410"/>
            <a:ext cx="6096000" cy="368300"/>
          </a:xfrm>
          <a:prstGeom prst="rect">
            <a:avLst/>
          </a:prstGeom>
          <a:noFill/>
        </p:spPr>
        <p:txBody>
          <a:bodyPr wrap="square" rtlCol="0">
            <a:noAutofit/>
          </a:bodyPr>
          <a:p>
            <a:endParaRPr lang="zh-CN"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412090" y="1028700"/>
            <a:ext cx="7800783" cy="275915"/>
          </a:xfrm>
          <a:custGeom>
            <a:avLst/>
            <a:gdLst/>
            <a:ahLst/>
            <a:cxnLst/>
            <a:rect l="l" t="t" r="r" b="b"/>
            <a:pathLst>
              <a:path w="7800783" h="275915">
                <a:moveTo>
                  <a:pt x="137960" y="0"/>
                </a:moveTo>
                <a:lnTo>
                  <a:pt x="7662827" y="0"/>
                </a:lnTo>
                <a:cubicBezTo>
                  <a:pt x="7699414" y="0"/>
                  <a:pt x="7734504" y="14534"/>
                  <a:pt x="7760377" y="40406"/>
                </a:cubicBezTo>
                <a:cubicBezTo>
                  <a:pt x="7786248" y="66279"/>
                  <a:pt x="7800783" y="101369"/>
                  <a:pt x="7800783" y="137959"/>
                </a:cubicBezTo>
                <a:lnTo>
                  <a:pt x="7800783" y="137959"/>
                </a:lnTo>
                <a:cubicBezTo>
                  <a:pt x="7800783" y="174546"/>
                  <a:pt x="7786248" y="209636"/>
                  <a:pt x="7760377" y="235509"/>
                </a:cubicBezTo>
                <a:cubicBezTo>
                  <a:pt x="7734504" y="261380"/>
                  <a:pt x="7699414" y="275915"/>
                  <a:pt x="7662827" y="275915"/>
                </a:cubicBezTo>
                <a:lnTo>
                  <a:pt x="137960" y="275915"/>
                </a:lnTo>
                <a:cubicBezTo>
                  <a:pt x="101369" y="275915"/>
                  <a:pt x="66279" y="261380"/>
                  <a:pt x="40406" y="235509"/>
                </a:cubicBezTo>
                <a:cubicBezTo>
                  <a:pt x="14534" y="209636"/>
                  <a:pt x="0" y="174546"/>
                  <a:pt x="0" y="137959"/>
                </a:cubicBezTo>
                <a:lnTo>
                  <a:pt x="0" y="137959"/>
                </a:lnTo>
                <a:cubicBezTo>
                  <a:pt x="0" y="101369"/>
                  <a:pt x="14534" y="66279"/>
                  <a:pt x="40406" y="40406"/>
                </a:cubicBezTo>
                <a:cubicBezTo>
                  <a:pt x="66279" y="14534"/>
                  <a:pt x="101369" y="0"/>
                  <a:pt x="137960" y="0"/>
                </a:cubicBezTo>
                <a:close/>
              </a:path>
            </a:pathLst>
          </a:custGeom>
          <a:gradFill rotWithShape="1">
            <a:gsLst>
              <a:gs pos="0">
                <a:srgbClr val="DDEEFF">
                  <a:alpha val="100000"/>
                </a:srgbClr>
              </a:gs>
              <a:gs pos="100000">
                <a:srgbClr val="FFFFFF">
                  <a:alpha val="0"/>
                </a:srgbClr>
              </a:gs>
            </a:gsLst>
            <a:lin ang="0"/>
          </a:gradFill>
          <a:ln w="25400" cap="flat" cmpd="sng">
            <a:noFill/>
            <a:prstDash val="solid"/>
            <a:round/>
          </a:ln>
        </p:spPr>
        <p:txBody>
          <a:bodyPr vert="horz" wrap="square" lIns="91440" tIns="45720" rIns="91440" bIns="45720" rtlCol="0" anchor="t" anchorCtr="0"/>
          <a:lstStyle/>
          <a:p>
            <a:pPr algn="l">
              <a:defRPr/>
            </a:pPr>
          </a:p>
        </p:txBody>
      </p:sp>
      <p:pic>
        <p:nvPicPr>
          <p:cNvPr id="5" name="Picture 5"/>
          <p:cNvPicPr>
            <a:picLocks noChangeAspect="1"/>
          </p:cNvPicPr>
          <p:nvPr/>
        </p:nvPicPr>
        <p:blipFill>
          <a:blip r:embed="rId1">
            <a:alphaModFix amt="80000"/>
          </a:blip>
          <a:srcRect/>
          <a:stretch>
            <a:fillRect/>
          </a:stretch>
        </p:blipFill>
        <p:spPr>
          <a:xfrm>
            <a:off x="762000" y="494030"/>
            <a:ext cx="1069975" cy="656590"/>
          </a:xfrm>
          <a:prstGeom prst="rect">
            <a:avLst/>
          </a:prstGeom>
          <a:noFill/>
          <a:ln w="25400" cap="flat" cmpd="sng">
            <a:noFill/>
            <a:prstDash val="solid"/>
            <a:round/>
          </a:ln>
          <a:effectLst>
            <a:outerShdw blurRad="50800" dist="38100" dir="2700000" algn="tl">
              <a:srgbClr val="000000">
                <a:alpha val="40000"/>
              </a:srgbClr>
            </a:outerShdw>
            <a:reflection blurRad="6350" stA="50000" endA="300" endPos="55000" dir="5400000" sy="-100000" algn="bl" rotWithShape="0"/>
          </a:effectLst>
        </p:spPr>
      </p:pic>
      <p:pic>
        <p:nvPicPr>
          <p:cNvPr id="7" name="Picture 7"/>
          <p:cNvPicPr>
            <a:picLocks noChangeAspect="1"/>
          </p:cNvPicPr>
          <p:nvPr/>
        </p:nvPicPr>
        <p:blipFill>
          <a:blip r:embed="rId2"/>
          <a:srcRect/>
          <a:stretch>
            <a:fillRect/>
          </a:stretch>
        </p:blipFill>
        <p:spPr>
          <a:xfrm>
            <a:off x="13772537" y="1102753"/>
            <a:ext cx="2771429" cy="47619"/>
          </a:xfrm>
          <a:prstGeom prst="rect">
            <a:avLst/>
          </a:prstGeom>
          <a:noFill/>
          <a:ln w="25400" cap="flat" cmpd="sng">
            <a:noFill/>
            <a:prstDash val="solid"/>
            <a:round/>
          </a:ln>
        </p:spPr>
      </p:pic>
      <mc:AlternateContent xmlns:mc="http://schemas.openxmlformats.org/markup-compatibility/2006">
        <mc:Choice xmlns:a14="http://schemas.microsoft.com/office/drawing/2010/main" Requires="a14">
          <p:sp>
            <p:nvSpPr>
              <p:cNvPr id="8" name="AutoShape 8"/>
              <p:cNvSpPr txBox="1"/>
              <p:nvPr/>
            </p:nvSpPr>
            <p:spPr>
              <a:xfrm>
                <a:off x="1270000" y="1423620"/>
                <a:ext cx="16124826" cy="7212379"/>
              </a:xfrm>
              <a:prstGeom prst="rect">
                <a:avLst/>
              </a:prstGeom>
              <a:noFill/>
              <a:ln w="19050" cap="flat" cmpd="sng">
                <a:noFill/>
                <a:prstDash val="solid"/>
                <a:round/>
              </a:ln>
            </p:spPr>
            <p:txBody>
              <a:bodyPr vert="horz" wrap="square" lIns="0" tIns="0" rIns="0" bIns="0" rtlCol="0" anchor="t" anchorCtr="0">
                <a:noAutofit/>
              </a:bodyPr>
              <a:lstStyle/>
              <a:p>
                <a:pPr lvl="0" indent="914400" algn="just" defTabSz="914400">
                  <a:lnSpc>
                    <a:spcPct val="125000"/>
                  </a:lnSpc>
                  <a:buSzTx/>
                  <a:defRPr/>
                </a:pPr>
                <a:r>
                  <a:rPr lang="en-US" sz="3200" dirty="0">
                    <a:uFillTx/>
                    <a:latin typeface="Times New Roman" panose="02020603050405020304" pitchFamily="18" charset="0"/>
                    <a:ea typeface="宋体" panose="02010600030101010101" pitchFamily="2" charset="-122"/>
                    <a:cs typeface="Songti SC"/>
                    <a:sym typeface="Zhuque Fangsong"/>
                  </a:rPr>
                  <a:t>密钥生成：</a:t>
                </a:r>
                <a:r>
                  <a:rPr lang="en-US" sz="3200" dirty="0">
                    <a:uFillTx/>
                    <a:latin typeface="Times New Roman" panose="02020603050405020304" pitchFamily="18" charset="0"/>
                    <a:ea typeface="宋体" panose="02010600030101010101" pitchFamily="2" charset="-122"/>
                    <a:cs typeface="Songti SC"/>
                    <a:sym typeface="+mn-ea"/>
                  </a:rPr>
                  <a:t>公</a:t>
                </a:r>
                <a:r>
                  <a:rPr lang="en-US" sz="3200" dirty="0">
                    <a:uFillTx/>
                    <a:latin typeface="Times New Roman" panose="02020603050405020304" pitchFamily="18" charset="0"/>
                    <a:ea typeface="宋体" panose="02010600030101010101" pitchFamily="2" charset="-122"/>
                    <a:cs typeface="Songti SC"/>
                    <a:sym typeface="+mn-ea"/>
                  </a:rPr>
                  <a:t>钥</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mn-ea"/>
                      </a:rPr>
                      <m:t>𝑝𝑘</m:t>
                    </m:r>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𝑡</m:t>
                    </m:r>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𝐴</m:t>
                    </m:r>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𝐴𝑠</m:t>
                    </m:r>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𝑒</m:t>
                    </m:r>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𝐴</m:t>
                    </m:r>
                    <m:r>
                      <a:rPr lang="en-US" sz="3200" dirty="0">
                        <a:uFillTx/>
                        <a:latin typeface="Times New Roman" panose="02020603050405020304" pitchFamily="18" charset="0"/>
                        <a:ea typeface="宋体" panose="02010600030101010101" pitchFamily="2" charset="-122"/>
                        <a:cs typeface="Songti SC"/>
                        <a:sym typeface="+mn-ea"/>
                      </a:rPr>
                      <m:t>)</m:t>
                    </m:r>
                  </m:oMath>
                </a14:m>
                <a:r>
                  <a:rPr lang="en-US" sz="3200" dirty="0">
                    <a:uFillTx/>
                    <a:latin typeface="Times New Roman" panose="02020603050405020304" pitchFamily="18" charset="0"/>
                    <a:ea typeface="宋体" panose="02010600030101010101" pitchFamily="2" charset="-122"/>
                    <a:cs typeface="Songti SC"/>
                    <a:sym typeface="+mn-ea"/>
                  </a:rPr>
                  <a:t>，私</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mn-ea"/>
                      </a:rPr>
                      <m:t>钥</m:t>
                    </m:r>
                    <m:r>
                      <a:rPr lang="en-US" sz="3200" dirty="0">
                        <a:uFillTx/>
                        <a:latin typeface="Times New Roman" panose="02020603050405020304" pitchFamily="18" charset="0"/>
                        <a:ea typeface="宋体" panose="02010600030101010101" pitchFamily="2" charset="-122"/>
                        <a:cs typeface="Songti SC"/>
                        <a:sym typeface="+mn-ea"/>
                      </a:rPr>
                      <m:t>𝑠𝑘</m:t>
                    </m:r>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𝑠</m:t>
                    </m:r>
                  </m:oMath>
                </a14:m>
                <a:r>
                  <a:rPr lang="en-US" sz="3200" dirty="0">
                    <a:uFillTx/>
                    <a:latin typeface="Times New Roman" panose="02020603050405020304" pitchFamily="18" charset="0"/>
                    <a:ea typeface="宋体" panose="02010600030101010101" pitchFamily="2" charset="-122"/>
                    <a:cs typeface="Songti SC"/>
                    <a:sym typeface="+mn-ea"/>
                  </a:rPr>
                  <a:t>，</a:t>
                </a:r>
                <a:r>
                  <a:rPr lang="en-US" sz="3200" dirty="0">
                    <a:uFillTx/>
                    <a:latin typeface="Times New Roman" panose="02020603050405020304" pitchFamily="18" charset="0"/>
                    <a:ea typeface="宋体" panose="02010600030101010101" pitchFamily="2" charset="-122"/>
                    <a:cs typeface="Songti SC"/>
                    <a:sym typeface="+mn-ea"/>
                  </a:rPr>
                  <a:t>其中</a:t>
                </a:r>
                <a:r>
                  <a:rPr lang="en-US" sz="3200" dirty="0">
                    <a:uFillTx/>
                    <a:latin typeface="Times New Roman" panose="02020603050405020304" pitchFamily="18" charset="0"/>
                    <a:ea typeface="宋体" panose="02010600030101010101" pitchFamily="2" charset="-122"/>
                    <a:cs typeface="Songti SC"/>
                    <a:sym typeface="+mn-ea"/>
                  </a:rPr>
                  <a:t>A</a:t>
                </a:r>
                <a:r>
                  <a:rPr lang="en-US" sz="3200" dirty="0">
                    <a:uFillTx/>
                    <a:latin typeface="Times New Roman" panose="02020603050405020304" pitchFamily="18" charset="0"/>
                    <a:ea typeface="宋体" panose="02010600030101010101" pitchFamily="2" charset="-122"/>
                    <a:cs typeface="Songti SC"/>
                    <a:sym typeface="+mn-ea"/>
                  </a:rPr>
                  <a:t>在</a:t>
                </a:r>
                <a14:m>
                  <m:oMath xmlns:m="http://schemas.openxmlformats.org/officeDocument/2006/math">
                    <m:sSubSup>
                      <m:sSubSupPr>
                        <m:ctrlPr>
                          <a:rPr lang="en-US" sz="3200" dirty="0">
                            <a:uFillTx/>
                            <a:latin typeface="Times New Roman" panose="02020603050405020304" pitchFamily="18" charset="0"/>
                            <a:ea typeface="宋体" panose="02010600030101010101" pitchFamily="2" charset="-122"/>
                            <a:cs typeface="Songti SC"/>
                            <a:sym typeface="+mn-ea"/>
                          </a:rPr>
                        </m:ctrlPr>
                      </m:sSubSupPr>
                      <m:e>
                        <m:r>
                          <a:rPr lang="en-US" sz="3200" dirty="0">
                            <a:uFillTx/>
                            <a:latin typeface="Times New Roman" panose="02020603050405020304" pitchFamily="18" charset="0"/>
                            <a:ea typeface="宋体" panose="02010600030101010101" pitchFamily="2" charset="-122"/>
                            <a:cs typeface="Songti SC"/>
                            <a:sym typeface="+mn-ea"/>
                          </a:rPr>
                          <m:t>𝑅</m:t>
                        </m:r>
                      </m:e>
                      <m:sub>
                        <m:r>
                          <a:rPr lang="en-US" sz="3200" dirty="0">
                            <a:uFillTx/>
                            <a:latin typeface="Times New Roman" panose="02020603050405020304" pitchFamily="18" charset="0"/>
                            <a:ea typeface="宋体" panose="02010600030101010101" pitchFamily="2" charset="-122"/>
                            <a:cs typeface="Songti SC"/>
                            <a:sym typeface="+mn-ea"/>
                          </a:rPr>
                          <m:t>𝑞</m:t>
                        </m:r>
                      </m:sub>
                      <m:sup>
                        <m:r>
                          <a:rPr lang="en-US" sz="3200" dirty="0">
                            <a:uFillTx/>
                            <a:latin typeface="Times New Roman" panose="02020603050405020304" pitchFamily="18" charset="0"/>
                            <a:ea typeface="宋体" panose="02010600030101010101" pitchFamily="2" charset="-122"/>
                            <a:cs typeface="Songti SC"/>
                            <a:sym typeface="+mn-ea"/>
                          </a:rPr>
                          <m:t>𝑘</m:t>
                        </m:r>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𝑘</m:t>
                        </m:r>
                      </m:sup>
                    </m:sSubSup>
                  </m:oMath>
                </a14:m>
                <a:r>
                  <a:rPr lang="en-US" sz="3200" dirty="0">
                    <a:uFillTx/>
                    <a:latin typeface="Times New Roman" panose="02020603050405020304" pitchFamily="18" charset="0"/>
                    <a:ea typeface="宋体" panose="02010600030101010101" pitchFamily="2" charset="-122"/>
                    <a:cs typeface="Songti SC"/>
                    <a:sym typeface="+mn-ea"/>
                  </a:rPr>
                  <a:t>随机生成，</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mn-ea"/>
                      </a:rPr>
                      <m:t>𝑒</m:t>
                    </m:r>
                    <m:r>
                      <a:rPr lang="en-US" sz="3200" dirty="0">
                        <a:uFillTx/>
                        <a:latin typeface="Times New Roman" panose="02020603050405020304" pitchFamily="18" charset="0"/>
                        <a:ea typeface="宋体" panose="02010600030101010101" pitchFamily="2" charset="-122"/>
                        <a:cs typeface="Songti SC"/>
                        <a:sym typeface="+mn-ea"/>
                      </a:rPr>
                      <m:t>∈</m:t>
                    </m:r>
                    <m:sSubSup>
                      <m:sSubSupPr>
                        <m:ctrlPr>
                          <a:rPr lang="en-US" sz="3200" dirty="0">
                            <a:uFillTx/>
                            <a:latin typeface="Times New Roman" panose="02020603050405020304" pitchFamily="18" charset="0"/>
                            <a:ea typeface="宋体" panose="02010600030101010101" pitchFamily="2" charset="-122"/>
                            <a:cs typeface="Songti SC"/>
                            <a:sym typeface="+mn-ea"/>
                          </a:rPr>
                        </m:ctrlPr>
                      </m:sSubSupPr>
                      <m:e>
                        <m:r>
                          <a:rPr lang="en-US" sz="3200" dirty="0">
                            <a:uFillTx/>
                            <a:latin typeface="Times New Roman" panose="02020603050405020304" pitchFamily="18" charset="0"/>
                            <a:ea typeface="宋体" panose="02010600030101010101" pitchFamily="2" charset="-122"/>
                            <a:cs typeface="Songti SC"/>
                            <a:sym typeface="+mn-ea"/>
                          </a:rPr>
                          <m:t>𝑅</m:t>
                        </m:r>
                      </m:e>
                      <m:sub>
                        <m:r>
                          <a:rPr lang="en-US" sz="3200" dirty="0">
                            <a:uFillTx/>
                            <a:latin typeface="Times New Roman" panose="02020603050405020304" pitchFamily="18" charset="0"/>
                            <a:ea typeface="宋体" panose="02010600030101010101" pitchFamily="2" charset="-122"/>
                            <a:cs typeface="Songti SC"/>
                            <a:sym typeface="+mn-ea"/>
                          </a:rPr>
                          <m:t>𝑞</m:t>
                        </m:r>
                      </m:sub>
                      <m:sup>
                        <m:r>
                          <a:rPr lang="en-US" sz="3200" dirty="0">
                            <a:uFillTx/>
                            <a:latin typeface="Times New Roman" panose="02020603050405020304" pitchFamily="18" charset="0"/>
                            <a:ea typeface="宋体" panose="02010600030101010101" pitchFamily="2" charset="-122"/>
                            <a:cs typeface="Songti SC"/>
                            <a:sym typeface="+mn-ea"/>
                          </a:rPr>
                          <m:t>𝑘</m:t>
                        </m:r>
                      </m:sup>
                    </m:sSubSup>
                  </m:oMath>
                </a14:m>
                <a:r>
                  <a:rPr lang="en-US" sz="3200" dirty="0">
                    <a:uFillTx/>
                    <a:latin typeface="Times New Roman" panose="02020603050405020304" pitchFamily="18" charset="0"/>
                    <a:ea typeface="宋体" panose="02010600030101010101" pitchFamily="2" charset="-122"/>
                    <a:cs typeface="Songti SC"/>
                    <a:sym typeface="+mn-ea"/>
                  </a:rPr>
                  <a:t>在</a:t>
                </a:r>
                <a14:m>
                  <m:oMath xmlns:m="http://schemas.openxmlformats.org/officeDocument/2006/math">
                    <m:sSubSup>
                      <m:sSubSupPr>
                        <m:ctrlPr>
                          <a:rPr lang="en-US" sz="3200" dirty="0">
                            <a:uFillTx/>
                            <a:latin typeface="Times New Roman" panose="02020603050405020304" pitchFamily="18" charset="0"/>
                            <a:ea typeface="宋体" panose="02010600030101010101" pitchFamily="2" charset="-122"/>
                            <a:cs typeface="Songti SC"/>
                            <a:sym typeface="+mn-ea"/>
                          </a:rPr>
                        </m:ctrlPr>
                      </m:sSubSupPr>
                      <m:e>
                        <m:r>
                          <a:rPr lang="en-US" sz="3200" dirty="0">
                            <a:uFillTx/>
                            <a:latin typeface="Times New Roman" panose="02020603050405020304" pitchFamily="18" charset="0"/>
                            <a:ea typeface="宋体" panose="02010600030101010101" pitchFamily="2" charset="-122"/>
                            <a:cs typeface="Songti SC"/>
                            <a:sym typeface="+mn-ea"/>
                          </a:rPr>
                          <m:t>𝑅</m:t>
                        </m:r>
                      </m:e>
                      <m:sub>
                        <m:r>
                          <a:rPr lang="en-US" sz="3200" dirty="0">
                            <a:uFillTx/>
                            <a:latin typeface="Times New Roman" panose="02020603050405020304" pitchFamily="18" charset="0"/>
                            <a:ea typeface="宋体" panose="02010600030101010101" pitchFamily="2" charset="-122"/>
                            <a:cs typeface="Songti SC"/>
                            <a:sym typeface="+mn-ea"/>
                          </a:rPr>
                          <m:t>𝑞</m:t>
                        </m:r>
                      </m:sub>
                      <m:sup>
                        <m:r>
                          <a:rPr lang="en-US" sz="3200" dirty="0">
                            <a:uFillTx/>
                            <a:latin typeface="Times New Roman" panose="02020603050405020304" pitchFamily="18" charset="0"/>
                            <a:ea typeface="宋体" panose="02010600030101010101" pitchFamily="2" charset="-122"/>
                            <a:cs typeface="Songti SC"/>
                            <a:sym typeface="+mn-ea"/>
                          </a:rPr>
                          <m:t>𝑘</m:t>
                        </m:r>
                      </m:sup>
                    </m:sSubSup>
                  </m:oMath>
                </a14:m>
                <a:r>
                  <a:rPr lang="en-US" sz="3200" dirty="0">
                    <a:uFillTx/>
                    <a:latin typeface="Times New Roman" panose="02020603050405020304" pitchFamily="18" charset="0"/>
                    <a:ea typeface="宋体" panose="02010600030101010101" pitchFamily="2" charset="-122"/>
                    <a:cs typeface="Songti SC"/>
                    <a:sym typeface="+mn-ea"/>
                  </a:rPr>
                  <a:t>中均匀随机取样。</a:t>
                </a:r>
                <a:endParaRPr lang="en-US" sz="3200" dirty="0">
                  <a:uFillTx/>
                  <a:latin typeface="Times New Roman" panose="02020603050405020304" pitchFamily="18" charset="0"/>
                  <a:ea typeface="宋体" panose="02010600030101010101" pitchFamily="2" charset="-122"/>
                  <a:cs typeface="Songti SC"/>
                  <a:sym typeface="+mn-ea"/>
                </a:endParaRPr>
              </a:p>
              <a:p>
                <a:pPr lvl="0" indent="914400" algn="just" defTabSz="914400">
                  <a:lnSpc>
                    <a:spcPct val="125000"/>
                  </a:lnSpc>
                  <a:buSzTx/>
                  <a:defRPr/>
                </a:pPr>
                <a:r>
                  <a:rPr lang="en-US" sz="3200" dirty="0">
                    <a:uFillTx/>
                    <a:latin typeface="Times New Roman" panose="02020603050405020304" pitchFamily="18" charset="0"/>
                    <a:ea typeface="宋体" panose="02010600030101010101" pitchFamily="2" charset="-122"/>
                    <a:cs typeface="Songti SC"/>
                    <a:sym typeface="Zhuque Fangsong"/>
                  </a:rPr>
                  <a:t>加密</a:t>
                </a:r>
                <a:r>
                  <a:rPr lang="en-US" sz="3200" dirty="0">
                    <a:uFillTx/>
                    <a:latin typeface="Times New Roman" panose="02020603050405020304" pitchFamily="18" charset="0"/>
                    <a:ea typeface="宋体" panose="02010600030101010101" pitchFamily="2" charset="-122"/>
                    <a:cs typeface="Songti SC"/>
                    <a:sym typeface="Zhuque Fangsong"/>
                  </a:rPr>
                  <a:t>过程</a:t>
                </a:r>
                <a:r>
                  <a:rPr lang="en-US" sz="3200" dirty="0">
                    <a:uFillTx/>
                    <a:latin typeface="Times New Roman" panose="02020603050405020304" pitchFamily="18" charset="0"/>
                    <a:ea typeface="宋体" panose="02010600030101010101" pitchFamily="2" charset="-122"/>
                    <a:cs typeface="Songti SC"/>
                    <a:sym typeface="Zhuque Fangsong"/>
                  </a:rPr>
                  <a:t>：</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mn-ea"/>
                      </a:rPr>
                      <m:t>计算</m:t>
                    </m:r>
                    <m:r>
                      <a:rPr lang="en-US" sz="3200" dirty="0">
                        <a:uFillTx/>
                        <a:latin typeface="Times New Roman" panose="02020603050405020304" pitchFamily="18" charset="0"/>
                        <a:ea typeface="宋体" panose="02010600030101010101" pitchFamily="2" charset="-122"/>
                        <a:cs typeface="Songti SC"/>
                        <a:sym typeface="+mn-ea"/>
                      </a:rPr>
                      <m:t>𝒖</m:t>
                    </m:r>
                    <m:r>
                      <a:rPr lang="en-US" sz="3200" dirty="0">
                        <a:uFillTx/>
                        <a:latin typeface="Times New Roman" panose="02020603050405020304" pitchFamily="18" charset="0"/>
                        <a:ea typeface="宋体" panose="02010600030101010101" pitchFamily="2" charset="-122"/>
                        <a:cs typeface="Songti SC"/>
                        <a:sym typeface="+mn-ea"/>
                      </a:rPr>
                      <m:t>≔</m:t>
                    </m:r>
                    <m:sSup>
                      <m:sSupPr>
                        <m:ctrlPr>
                          <a:rPr lang="en-US" sz="3200" dirty="0">
                            <a:uFillTx/>
                            <a:latin typeface="Times New Roman" panose="02020603050405020304" pitchFamily="18" charset="0"/>
                            <a:ea typeface="宋体" panose="02010600030101010101" pitchFamily="2" charset="-122"/>
                            <a:cs typeface="Songti SC"/>
                            <a:sym typeface="+mn-ea"/>
                          </a:rPr>
                        </m:ctrlPr>
                      </m:sSupPr>
                      <m:e>
                        <m:r>
                          <a:rPr lang="en-US" sz="3200" dirty="0">
                            <a:uFillTx/>
                            <a:latin typeface="Times New Roman" panose="02020603050405020304" pitchFamily="18" charset="0"/>
                            <a:ea typeface="宋体" panose="02010600030101010101" pitchFamily="2" charset="-122"/>
                            <a:cs typeface="Songti SC"/>
                            <a:sym typeface="+mn-ea"/>
                          </a:rPr>
                          <m:t>𝑨</m:t>
                        </m:r>
                      </m:e>
                      <m:sup>
                        <m:r>
                          <a:rPr lang="en-US" sz="3200" dirty="0">
                            <a:uFillTx/>
                            <a:latin typeface="Times New Roman" panose="02020603050405020304" pitchFamily="18" charset="0"/>
                            <a:ea typeface="宋体" panose="02010600030101010101" pitchFamily="2" charset="-122"/>
                            <a:cs typeface="Songti SC"/>
                            <a:sym typeface="+mn-ea"/>
                          </a:rPr>
                          <m:t>𝑻</m:t>
                        </m:r>
                      </m:sup>
                    </m:sSup>
                    <m:r>
                      <a:rPr lang="en-US" sz="3200" dirty="0">
                        <a:uFillTx/>
                        <a:latin typeface="Times New Roman" panose="02020603050405020304" pitchFamily="18" charset="0"/>
                        <a:ea typeface="宋体" panose="02010600030101010101" pitchFamily="2" charset="-122"/>
                        <a:cs typeface="Songti SC"/>
                        <a:sym typeface="+mn-ea"/>
                      </a:rPr>
                      <m:t>𝒓</m:t>
                    </m:r>
                    <m:r>
                      <a:rPr lang="en-US" sz="3200" dirty="0">
                        <a:uFillTx/>
                        <a:latin typeface="Times New Roman" panose="02020603050405020304" pitchFamily="18" charset="0"/>
                        <a:ea typeface="宋体" panose="02010600030101010101" pitchFamily="2" charset="-122"/>
                        <a:cs typeface="Songti SC"/>
                        <a:sym typeface="+mn-ea"/>
                      </a:rPr>
                      <m:t>+</m:t>
                    </m:r>
                    <m:sSub>
                      <m:sSubPr>
                        <m:ctrlPr>
                          <a:rPr lang="en-US" sz="3200" dirty="0">
                            <a:uFillTx/>
                            <a:latin typeface="Times New Roman" panose="02020603050405020304" pitchFamily="18" charset="0"/>
                            <a:ea typeface="宋体" panose="02010600030101010101" pitchFamily="2" charset="-122"/>
                            <a:cs typeface="Songti SC"/>
                            <a:sym typeface="+mn-ea"/>
                          </a:rPr>
                        </m:ctrlPr>
                      </m:sSubPr>
                      <m:e>
                        <m:r>
                          <a:rPr lang="en-US" sz="3200" dirty="0">
                            <a:uFillTx/>
                            <a:latin typeface="Times New Roman" panose="02020603050405020304" pitchFamily="18" charset="0"/>
                            <a:ea typeface="宋体" panose="02010600030101010101" pitchFamily="2" charset="-122"/>
                            <a:cs typeface="Songti SC"/>
                            <a:sym typeface="+mn-ea"/>
                          </a:rPr>
                          <m:t>𝒆</m:t>
                        </m:r>
                      </m:e>
                      <m:sub>
                        <m:r>
                          <a:rPr lang="en-US" sz="3200" dirty="0">
                            <a:uFillTx/>
                            <a:latin typeface="Times New Roman" panose="02020603050405020304" pitchFamily="18" charset="0"/>
                            <a:ea typeface="宋体" panose="02010600030101010101" pitchFamily="2" charset="-122"/>
                            <a:cs typeface="Songti SC"/>
                            <a:sym typeface="+mn-ea"/>
                          </a:rPr>
                          <m:t>𝟏</m:t>
                        </m:r>
                      </m:sub>
                    </m:sSub>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𝒗</m:t>
                    </m:r>
                    <m:r>
                      <a:rPr lang="en-US" sz="3200" dirty="0">
                        <a:uFillTx/>
                        <a:latin typeface="Times New Roman" panose="02020603050405020304" pitchFamily="18" charset="0"/>
                        <a:ea typeface="宋体" panose="02010600030101010101" pitchFamily="2" charset="-122"/>
                        <a:cs typeface="Songti SC"/>
                        <a:sym typeface="+mn-ea"/>
                      </a:rPr>
                      <m:t>≔</m:t>
                    </m:r>
                    <m:sSup>
                      <m:sSupPr>
                        <m:ctrlPr>
                          <a:rPr lang="en-US" sz="3200" dirty="0">
                            <a:uFillTx/>
                            <a:latin typeface="Times New Roman" panose="02020603050405020304" pitchFamily="18" charset="0"/>
                            <a:ea typeface="宋体" panose="02010600030101010101" pitchFamily="2" charset="-122"/>
                            <a:cs typeface="Songti SC"/>
                            <a:sym typeface="+mn-ea"/>
                          </a:rPr>
                        </m:ctrlPr>
                      </m:sSupPr>
                      <m:e>
                        <m:r>
                          <a:rPr lang="en-US" sz="3200" dirty="0">
                            <a:uFillTx/>
                            <a:latin typeface="Times New Roman" panose="02020603050405020304" pitchFamily="18" charset="0"/>
                            <a:ea typeface="宋体" panose="02010600030101010101" pitchFamily="2" charset="-122"/>
                            <a:cs typeface="Songti SC"/>
                            <a:sym typeface="+mn-ea"/>
                          </a:rPr>
                          <m:t>𝒕</m:t>
                        </m:r>
                      </m:e>
                      <m:sup>
                        <m:r>
                          <a:rPr lang="en-US" sz="3200" dirty="0">
                            <a:uFillTx/>
                            <a:latin typeface="Times New Roman" panose="02020603050405020304" pitchFamily="18" charset="0"/>
                            <a:ea typeface="宋体" panose="02010600030101010101" pitchFamily="2" charset="-122"/>
                            <a:cs typeface="Songti SC"/>
                            <a:sym typeface="+mn-ea"/>
                          </a:rPr>
                          <m:t>𝑻</m:t>
                        </m:r>
                      </m:sup>
                    </m:sSup>
                    <m:r>
                      <a:rPr lang="en-US" sz="3200" dirty="0">
                        <a:uFillTx/>
                        <a:latin typeface="Times New Roman" panose="02020603050405020304" pitchFamily="18" charset="0"/>
                        <a:ea typeface="宋体" panose="02010600030101010101" pitchFamily="2" charset="-122"/>
                        <a:cs typeface="Songti SC"/>
                        <a:sym typeface="+mn-ea"/>
                      </a:rPr>
                      <m:t>𝒓</m:t>
                    </m:r>
                    <m:r>
                      <a:rPr lang="en-US" sz="3200" dirty="0">
                        <a:uFillTx/>
                        <a:latin typeface="Times New Roman" panose="02020603050405020304" pitchFamily="18" charset="0"/>
                        <a:ea typeface="宋体" panose="02010600030101010101" pitchFamily="2" charset="-122"/>
                        <a:cs typeface="Songti SC"/>
                        <a:sym typeface="+mn-ea"/>
                      </a:rPr>
                      <m:t>+</m:t>
                    </m:r>
                    <m:sSub>
                      <m:sSubPr>
                        <m:ctrlPr>
                          <a:rPr lang="en-US" sz="3200" dirty="0">
                            <a:uFillTx/>
                            <a:latin typeface="Times New Roman" panose="02020603050405020304" pitchFamily="18" charset="0"/>
                            <a:ea typeface="宋体" panose="02010600030101010101" pitchFamily="2" charset="-122"/>
                            <a:cs typeface="Songti SC"/>
                            <a:sym typeface="+mn-ea"/>
                          </a:rPr>
                        </m:ctrlPr>
                      </m:sSubPr>
                      <m:e>
                        <m:r>
                          <a:rPr lang="en-US" sz="3200" dirty="0">
                            <a:uFillTx/>
                            <a:latin typeface="Times New Roman" panose="02020603050405020304" pitchFamily="18" charset="0"/>
                            <a:ea typeface="宋体" panose="02010600030101010101" pitchFamily="2" charset="-122"/>
                            <a:cs typeface="Songti SC"/>
                            <a:sym typeface="+mn-ea"/>
                          </a:rPr>
                          <m:t>𝑒</m:t>
                        </m:r>
                      </m:e>
                      <m:sub>
                        <m:r>
                          <a:rPr lang="en-US" sz="3200" dirty="0">
                            <a:uFillTx/>
                            <a:latin typeface="Times New Roman" panose="02020603050405020304" pitchFamily="18" charset="0"/>
                            <a:ea typeface="宋体" panose="02010600030101010101" pitchFamily="2" charset="-122"/>
                            <a:cs typeface="Songti SC"/>
                            <a:sym typeface="+mn-ea"/>
                          </a:rPr>
                          <m:t>2</m:t>
                        </m:r>
                      </m:sub>
                    </m:sSub>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𝐷𝑒𝑐𝑜𝑚𝑝𝑟𝑒𝑠</m:t>
                    </m:r>
                    <m:sSub>
                      <m:sSubPr>
                        <m:ctrlPr>
                          <a:rPr lang="en-US" sz="3200" dirty="0">
                            <a:uFillTx/>
                            <a:latin typeface="Times New Roman" panose="02020603050405020304" pitchFamily="18" charset="0"/>
                            <a:ea typeface="宋体" panose="02010600030101010101" pitchFamily="2" charset="-122"/>
                            <a:cs typeface="Songti SC"/>
                            <a:sym typeface="+mn-ea"/>
                          </a:rPr>
                        </m:ctrlPr>
                      </m:sSubPr>
                      <m:e>
                        <m:r>
                          <a:rPr lang="en-US" sz="3200" dirty="0">
                            <a:uFillTx/>
                            <a:latin typeface="Times New Roman" panose="02020603050405020304" pitchFamily="18" charset="0"/>
                            <a:ea typeface="宋体" panose="02010600030101010101" pitchFamily="2" charset="-122"/>
                            <a:cs typeface="Songti SC"/>
                            <a:sym typeface="+mn-ea"/>
                          </a:rPr>
                          <m:t>𝑠</m:t>
                        </m:r>
                      </m:e>
                      <m:sub>
                        <m:r>
                          <a:rPr lang="en-US" sz="3200" dirty="0">
                            <a:uFillTx/>
                            <a:latin typeface="Times New Roman" panose="02020603050405020304" pitchFamily="18" charset="0"/>
                            <a:ea typeface="宋体" panose="02010600030101010101" pitchFamily="2" charset="-122"/>
                            <a:cs typeface="Songti SC"/>
                            <a:sym typeface="+mn-ea"/>
                          </a:rPr>
                          <m:t>𝑞</m:t>
                        </m:r>
                      </m:sub>
                    </m:sSub>
                    <m:d>
                      <m:dPr>
                        <m:ctrlPr>
                          <a:rPr lang="en-US" sz="3200" dirty="0">
                            <a:uFillTx/>
                            <a:latin typeface="Times New Roman" panose="02020603050405020304" pitchFamily="18" charset="0"/>
                            <a:ea typeface="宋体" panose="02010600030101010101" pitchFamily="2" charset="-122"/>
                            <a:cs typeface="Songti SC"/>
                            <a:sym typeface="+mn-ea"/>
                          </a:rPr>
                        </m:ctrlPr>
                      </m:dPr>
                      <m:e>
                        <m:r>
                          <a:rPr lang="en-US" sz="3200" dirty="0">
                            <a:uFillTx/>
                            <a:latin typeface="Times New Roman" panose="02020603050405020304" pitchFamily="18" charset="0"/>
                            <a:ea typeface="宋体" panose="02010600030101010101" pitchFamily="2" charset="-122"/>
                            <a:cs typeface="Songti SC"/>
                            <a:sym typeface="+mn-ea"/>
                          </a:rPr>
                          <m:t>𝑚</m:t>
                        </m:r>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1</m:t>
                        </m:r>
                      </m:e>
                    </m:d>
                    <m:r>
                      <a:rPr lang="en-US" sz="3200" dirty="0">
                        <a:uFillTx/>
                        <a:latin typeface="Times New Roman" panose="02020603050405020304" pitchFamily="18" charset="0"/>
                        <a:ea typeface="宋体" panose="02010600030101010101" pitchFamily="2" charset="-122"/>
                        <a:cs typeface="Songti SC"/>
                        <a:sym typeface="+mn-ea"/>
                      </a:rPr>
                      <m:t>，</m:t>
                    </m:r>
                  </m:oMath>
                </a14:m>
                <a:r>
                  <a:rPr lang="en-US" sz="3200" dirty="0">
                    <a:uFillTx/>
                    <a:latin typeface="Times New Roman" panose="02020603050405020304" pitchFamily="18" charset="0"/>
                    <a:ea typeface="宋体" panose="02010600030101010101" pitchFamily="2" charset="-122"/>
                    <a:cs typeface="Songti SC"/>
                    <a:sym typeface="+mn-ea"/>
                  </a:rPr>
                  <a:t>其中，</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mn-ea"/>
                      </a:rPr>
                      <m:t>𝒓</m:t>
                    </m:r>
                    <m:r>
                      <a:rPr lang="en-US" sz="3200" dirty="0">
                        <a:uFillTx/>
                        <a:latin typeface="Times New Roman" panose="02020603050405020304" pitchFamily="18" charset="0"/>
                        <a:ea typeface="宋体" panose="02010600030101010101" pitchFamily="2" charset="-122"/>
                        <a:cs typeface="Songti SC"/>
                        <a:sym typeface="+mn-ea"/>
                      </a:rPr>
                      <m:t>∈</m:t>
                    </m:r>
                    <m:sSubSup>
                      <m:sSubSupPr>
                        <m:ctrlPr>
                          <a:rPr lang="en-US" sz="3200" dirty="0">
                            <a:uFillTx/>
                            <a:latin typeface="Times New Roman" panose="02020603050405020304" pitchFamily="18" charset="0"/>
                            <a:ea typeface="宋体" panose="02010600030101010101" pitchFamily="2" charset="-122"/>
                            <a:cs typeface="Songti SC"/>
                            <a:sym typeface="+mn-ea"/>
                          </a:rPr>
                        </m:ctrlPr>
                      </m:sSubSupPr>
                      <m:e>
                        <m:r>
                          <a:rPr lang="en-US" sz="3200" dirty="0">
                            <a:uFillTx/>
                            <a:latin typeface="Times New Roman" panose="02020603050405020304" pitchFamily="18" charset="0"/>
                            <a:ea typeface="宋体" panose="02010600030101010101" pitchFamily="2" charset="-122"/>
                            <a:cs typeface="Songti SC"/>
                            <a:sym typeface="+mn-ea"/>
                          </a:rPr>
                          <m:t>𝑅</m:t>
                        </m:r>
                      </m:e>
                      <m:sub>
                        <m:r>
                          <a:rPr lang="en-US" sz="3200" dirty="0">
                            <a:uFillTx/>
                            <a:latin typeface="Times New Roman" panose="02020603050405020304" pitchFamily="18" charset="0"/>
                            <a:ea typeface="宋体" panose="02010600030101010101" pitchFamily="2" charset="-122"/>
                            <a:cs typeface="Songti SC"/>
                            <a:sym typeface="+mn-ea"/>
                          </a:rPr>
                          <m:t>𝑞</m:t>
                        </m:r>
                      </m:sub>
                      <m:sup>
                        <m:r>
                          <a:rPr lang="en-US" sz="3200" dirty="0">
                            <a:uFillTx/>
                            <a:latin typeface="Times New Roman" panose="02020603050405020304" pitchFamily="18" charset="0"/>
                            <a:ea typeface="宋体" panose="02010600030101010101" pitchFamily="2" charset="-122"/>
                            <a:cs typeface="Songti SC"/>
                            <a:sym typeface="+mn-ea"/>
                          </a:rPr>
                          <m:t>𝑘</m:t>
                        </m:r>
                      </m:sup>
                    </m:sSubSup>
                    <m:r>
                      <a:rPr lang="en-US" sz="3200" dirty="0">
                        <a:uFillTx/>
                        <a:latin typeface="Times New Roman" panose="02020603050405020304" pitchFamily="18" charset="0"/>
                        <a:ea typeface="宋体" panose="02010600030101010101" pitchFamily="2" charset="-122"/>
                        <a:cs typeface="Songti SC"/>
                        <a:sym typeface="+mn-ea"/>
                      </a:rPr>
                      <m:t>,</m:t>
                    </m:r>
                    <m:sSub>
                      <m:sSubPr>
                        <m:ctrlPr>
                          <a:rPr lang="en-US" sz="3200" dirty="0">
                            <a:uFillTx/>
                            <a:latin typeface="Times New Roman" panose="02020603050405020304" pitchFamily="18" charset="0"/>
                            <a:ea typeface="宋体" panose="02010600030101010101" pitchFamily="2" charset="-122"/>
                            <a:cs typeface="Songti SC"/>
                            <a:sym typeface="+mn-ea"/>
                          </a:rPr>
                        </m:ctrlPr>
                      </m:sSubPr>
                      <m:e>
                        <m:r>
                          <a:rPr lang="en-US" sz="3200" dirty="0">
                            <a:uFillTx/>
                            <a:latin typeface="Times New Roman" panose="02020603050405020304" pitchFamily="18" charset="0"/>
                            <a:ea typeface="宋体" panose="02010600030101010101" pitchFamily="2" charset="-122"/>
                            <a:cs typeface="Songti SC"/>
                            <a:sym typeface="+mn-ea"/>
                          </a:rPr>
                          <m:t>𝒆</m:t>
                        </m:r>
                      </m:e>
                      <m:sub>
                        <m:r>
                          <a:rPr lang="en-US" sz="3200" dirty="0">
                            <a:uFillTx/>
                            <a:latin typeface="Times New Roman" panose="02020603050405020304" pitchFamily="18" charset="0"/>
                            <a:ea typeface="宋体" panose="02010600030101010101" pitchFamily="2" charset="-122"/>
                            <a:cs typeface="Songti SC"/>
                            <a:sym typeface="+mn-ea"/>
                          </a:rPr>
                          <m:t>𝟏</m:t>
                        </m:r>
                      </m:sub>
                    </m:sSub>
                    <m:r>
                      <a:rPr lang="en-US" sz="3200" dirty="0">
                        <a:uFillTx/>
                        <a:latin typeface="Times New Roman" panose="02020603050405020304" pitchFamily="18" charset="0"/>
                        <a:ea typeface="宋体" panose="02010600030101010101" pitchFamily="2" charset="-122"/>
                        <a:cs typeface="Songti SC"/>
                        <a:sym typeface="+mn-ea"/>
                      </a:rPr>
                      <m:t>∈</m:t>
                    </m:r>
                    <m:sSubSup>
                      <m:sSubSupPr>
                        <m:ctrlPr>
                          <a:rPr lang="en-US" sz="3200" dirty="0">
                            <a:uFillTx/>
                            <a:latin typeface="Times New Roman" panose="02020603050405020304" pitchFamily="18" charset="0"/>
                            <a:ea typeface="宋体" panose="02010600030101010101" pitchFamily="2" charset="-122"/>
                            <a:cs typeface="Songti SC"/>
                            <a:sym typeface="+mn-ea"/>
                          </a:rPr>
                        </m:ctrlPr>
                      </m:sSubSupPr>
                      <m:e>
                        <m:r>
                          <a:rPr lang="en-US" sz="3200" dirty="0">
                            <a:uFillTx/>
                            <a:latin typeface="Times New Roman" panose="02020603050405020304" pitchFamily="18" charset="0"/>
                            <a:ea typeface="宋体" panose="02010600030101010101" pitchFamily="2" charset="-122"/>
                            <a:cs typeface="Songti SC"/>
                            <a:sym typeface="+mn-ea"/>
                          </a:rPr>
                          <m:t>𝑅</m:t>
                        </m:r>
                      </m:e>
                      <m:sub>
                        <m:r>
                          <a:rPr lang="en-US" sz="3200" dirty="0">
                            <a:uFillTx/>
                            <a:latin typeface="Times New Roman" panose="02020603050405020304" pitchFamily="18" charset="0"/>
                            <a:ea typeface="宋体" panose="02010600030101010101" pitchFamily="2" charset="-122"/>
                            <a:cs typeface="Songti SC"/>
                            <a:sym typeface="+mn-ea"/>
                          </a:rPr>
                          <m:t>𝑞</m:t>
                        </m:r>
                      </m:sub>
                      <m:sup>
                        <m:r>
                          <a:rPr lang="en-US" sz="3200" dirty="0">
                            <a:uFillTx/>
                            <a:latin typeface="Times New Roman" panose="02020603050405020304" pitchFamily="18" charset="0"/>
                            <a:ea typeface="宋体" panose="02010600030101010101" pitchFamily="2" charset="-122"/>
                            <a:cs typeface="Songti SC"/>
                            <a:sym typeface="+mn-ea"/>
                          </a:rPr>
                          <m:t>𝑘</m:t>
                        </m:r>
                      </m:sup>
                    </m:sSubSup>
                    <m:r>
                      <a:rPr lang="en-US" sz="3200" dirty="0">
                        <a:uFillTx/>
                        <a:latin typeface="Times New Roman" panose="02020603050405020304" pitchFamily="18" charset="0"/>
                        <a:ea typeface="宋体" panose="02010600030101010101" pitchFamily="2" charset="-122"/>
                        <a:cs typeface="Songti SC"/>
                        <a:sym typeface="+mn-ea"/>
                      </a:rPr>
                      <m:t>,</m:t>
                    </m:r>
                    <m:sSub>
                      <m:sSubPr>
                        <m:ctrlPr>
                          <a:rPr lang="en-US" sz="3200" dirty="0">
                            <a:uFillTx/>
                            <a:latin typeface="Times New Roman" panose="02020603050405020304" pitchFamily="18" charset="0"/>
                            <a:ea typeface="宋体" panose="02010600030101010101" pitchFamily="2" charset="-122"/>
                            <a:cs typeface="Songti SC"/>
                            <a:sym typeface="+mn-ea"/>
                          </a:rPr>
                        </m:ctrlPr>
                      </m:sSubPr>
                      <m:e>
                        <m:r>
                          <a:rPr lang="en-US" sz="3200" dirty="0">
                            <a:uFillTx/>
                            <a:latin typeface="Times New Roman" panose="02020603050405020304" pitchFamily="18" charset="0"/>
                            <a:ea typeface="宋体" panose="02010600030101010101" pitchFamily="2" charset="-122"/>
                            <a:cs typeface="Songti SC"/>
                            <a:sym typeface="+mn-ea"/>
                          </a:rPr>
                          <m:t>𝑒</m:t>
                        </m:r>
                      </m:e>
                      <m:sub>
                        <m:r>
                          <a:rPr lang="en-US" sz="3200" dirty="0">
                            <a:uFillTx/>
                            <a:latin typeface="Times New Roman" panose="02020603050405020304" pitchFamily="18" charset="0"/>
                            <a:ea typeface="宋体" panose="02010600030101010101" pitchFamily="2" charset="-122"/>
                            <a:cs typeface="Songti SC"/>
                            <a:sym typeface="+mn-ea"/>
                          </a:rPr>
                          <m:t>2</m:t>
                        </m:r>
                      </m:sub>
                    </m:sSub>
                    <m:r>
                      <a:rPr lang="en-US" sz="3200" dirty="0">
                        <a:uFillTx/>
                        <a:latin typeface="Times New Roman" panose="02020603050405020304" pitchFamily="18" charset="0"/>
                        <a:ea typeface="宋体" panose="02010600030101010101" pitchFamily="2" charset="-122"/>
                        <a:cs typeface="Songti SC"/>
                        <a:sym typeface="+mn-ea"/>
                      </a:rPr>
                      <m:t>∈</m:t>
                    </m:r>
                    <m:sSub>
                      <m:sSubPr>
                        <m:ctrlPr>
                          <a:rPr lang="en-US" sz="3200" dirty="0">
                            <a:uFillTx/>
                            <a:latin typeface="Times New Roman" panose="02020603050405020304" pitchFamily="18" charset="0"/>
                            <a:ea typeface="宋体" panose="02010600030101010101" pitchFamily="2" charset="-122"/>
                            <a:cs typeface="Songti SC"/>
                            <a:sym typeface="+mn-ea"/>
                          </a:rPr>
                        </m:ctrlPr>
                      </m:sSubPr>
                      <m:e>
                        <m:r>
                          <a:rPr lang="en-US" sz="3200" dirty="0">
                            <a:uFillTx/>
                            <a:latin typeface="Times New Roman" panose="02020603050405020304" pitchFamily="18" charset="0"/>
                            <a:ea typeface="宋体" panose="02010600030101010101" pitchFamily="2" charset="-122"/>
                            <a:cs typeface="Songti SC"/>
                            <a:sym typeface="+mn-ea"/>
                          </a:rPr>
                          <m:t>𝑅</m:t>
                        </m:r>
                      </m:e>
                      <m:sub>
                        <m:r>
                          <a:rPr lang="en-US" sz="3200" dirty="0">
                            <a:uFillTx/>
                            <a:latin typeface="Times New Roman" panose="02020603050405020304" pitchFamily="18" charset="0"/>
                            <a:ea typeface="宋体" panose="02010600030101010101" pitchFamily="2" charset="-122"/>
                            <a:cs typeface="Songti SC"/>
                            <a:sym typeface="+mn-ea"/>
                          </a:rPr>
                          <m:t>𝑞</m:t>
                        </m:r>
                      </m:sub>
                    </m:sSub>
                  </m:oMath>
                </a14:m>
                <a:r>
                  <a:rPr lang="en-US" sz="3200" dirty="0">
                    <a:uFillTx/>
                    <a:latin typeface="Times New Roman" panose="02020603050405020304" pitchFamily="18" charset="0"/>
                    <a:ea typeface="宋体" panose="02010600030101010101" pitchFamily="2" charset="-122"/>
                    <a:cs typeface="Songti SC"/>
                    <a:sym typeface="+mn-ea"/>
                  </a:rPr>
                  <a:t>分别</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mn-ea"/>
                      </a:rPr>
                      <m:t>在</m:t>
                    </m:r>
                    <m:sSubSup>
                      <m:sSubSupPr>
                        <m:ctrlPr>
                          <a:rPr lang="en-US" sz="3200" dirty="0">
                            <a:uFillTx/>
                            <a:latin typeface="Times New Roman" panose="02020603050405020304" pitchFamily="18" charset="0"/>
                            <a:ea typeface="宋体" panose="02010600030101010101" pitchFamily="2" charset="-122"/>
                            <a:cs typeface="Songti SC"/>
                            <a:sym typeface="+mn-ea"/>
                          </a:rPr>
                        </m:ctrlPr>
                      </m:sSubSupPr>
                      <m:e>
                        <m:r>
                          <a:rPr lang="en-US" sz="3200" dirty="0">
                            <a:uFillTx/>
                            <a:latin typeface="Times New Roman" panose="02020603050405020304" pitchFamily="18" charset="0"/>
                            <a:ea typeface="宋体" panose="02010600030101010101" pitchFamily="2" charset="-122"/>
                            <a:cs typeface="Songti SC"/>
                            <a:sym typeface="+mn-ea"/>
                          </a:rPr>
                          <m:t>𝛽</m:t>
                        </m:r>
                      </m:e>
                      <m:sub>
                        <m:sSub>
                          <m:sSubPr>
                            <m:ctrlPr>
                              <a:rPr lang="en-US" sz="3200" dirty="0">
                                <a:uFillTx/>
                                <a:latin typeface="Times New Roman" panose="02020603050405020304" pitchFamily="18" charset="0"/>
                                <a:ea typeface="宋体" panose="02010600030101010101" pitchFamily="2" charset="-122"/>
                                <a:cs typeface="Songti SC"/>
                                <a:sym typeface="+mn-ea"/>
                              </a:rPr>
                            </m:ctrlPr>
                          </m:sSubPr>
                          <m:e>
                            <m:r>
                              <a:rPr lang="en-US" sz="3200" dirty="0">
                                <a:uFillTx/>
                                <a:latin typeface="Times New Roman" panose="02020603050405020304" pitchFamily="18" charset="0"/>
                                <a:ea typeface="宋体" panose="02010600030101010101" pitchFamily="2" charset="-122"/>
                                <a:cs typeface="Songti SC"/>
                                <a:sym typeface="+mn-ea"/>
                              </a:rPr>
                              <m:t>𝜂</m:t>
                            </m:r>
                          </m:e>
                          <m:sub>
                            <m:r>
                              <a:rPr lang="en-US" sz="3200" dirty="0">
                                <a:uFillTx/>
                                <a:latin typeface="Times New Roman" panose="02020603050405020304" pitchFamily="18" charset="0"/>
                                <a:ea typeface="宋体" panose="02010600030101010101" pitchFamily="2" charset="-122"/>
                                <a:cs typeface="Songti SC"/>
                                <a:sym typeface="+mn-ea"/>
                              </a:rPr>
                              <m:t>1</m:t>
                            </m:r>
                          </m:sub>
                        </m:sSub>
                      </m:sub>
                      <m:sup>
                        <m:r>
                          <a:rPr lang="en-US" sz="3200" dirty="0">
                            <a:uFillTx/>
                            <a:latin typeface="Times New Roman" panose="02020603050405020304" pitchFamily="18" charset="0"/>
                            <a:ea typeface="宋体" panose="02010600030101010101" pitchFamily="2" charset="-122"/>
                            <a:cs typeface="Songti SC"/>
                            <a:sym typeface="+mn-ea"/>
                          </a:rPr>
                          <m:t>𝑘</m:t>
                        </m:r>
                      </m:sup>
                    </m:sSubSup>
                    <m:r>
                      <a:rPr lang="en-US" sz="3200" dirty="0">
                        <a:uFillTx/>
                        <a:latin typeface="Times New Roman" panose="02020603050405020304" pitchFamily="18" charset="0"/>
                        <a:ea typeface="宋体" panose="02010600030101010101" pitchFamily="2" charset="-122"/>
                        <a:cs typeface="Songti SC"/>
                        <a:sym typeface="+mn-ea"/>
                      </a:rPr>
                      <m:t>,</m:t>
                    </m:r>
                    <m:sSubSup>
                      <m:sSubSupPr>
                        <m:ctrlPr>
                          <a:rPr lang="en-US" sz="3200" dirty="0">
                            <a:uFillTx/>
                            <a:latin typeface="Times New Roman" panose="02020603050405020304" pitchFamily="18" charset="0"/>
                            <a:ea typeface="宋体" panose="02010600030101010101" pitchFamily="2" charset="-122"/>
                            <a:cs typeface="Songti SC"/>
                            <a:sym typeface="+mn-ea"/>
                          </a:rPr>
                        </m:ctrlPr>
                      </m:sSubSupPr>
                      <m:e>
                        <m:r>
                          <a:rPr lang="en-US" sz="3200" dirty="0">
                            <a:uFillTx/>
                            <a:latin typeface="Times New Roman" panose="02020603050405020304" pitchFamily="18" charset="0"/>
                            <a:ea typeface="宋体" panose="02010600030101010101" pitchFamily="2" charset="-122"/>
                            <a:cs typeface="Songti SC"/>
                            <a:sym typeface="+mn-ea"/>
                          </a:rPr>
                          <m:t>𝛽</m:t>
                        </m:r>
                      </m:e>
                      <m:sub>
                        <m:sSub>
                          <m:sSubPr>
                            <m:ctrlPr>
                              <a:rPr lang="en-US" sz="3200" dirty="0">
                                <a:uFillTx/>
                                <a:latin typeface="Times New Roman" panose="02020603050405020304" pitchFamily="18" charset="0"/>
                                <a:ea typeface="宋体" panose="02010600030101010101" pitchFamily="2" charset="-122"/>
                                <a:cs typeface="Songti SC"/>
                                <a:sym typeface="+mn-ea"/>
                              </a:rPr>
                            </m:ctrlPr>
                          </m:sSubPr>
                          <m:e>
                            <m:r>
                              <a:rPr lang="en-US" sz="3200" dirty="0">
                                <a:uFillTx/>
                                <a:latin typeface="Times New Roman" panose="02020603050405020304" pitchFamily="18" charset="0"/>
                                <a:ea typeface="宋体" panose="02010600030101010101" pitchFamily="2" charset="-122"/>
                                <a:cs typeface="Songti SC"/>
                                <a:sym typeface="+mn-ea"/>
                              </a:rPr>
                              <m:t>𝜂</m:t>
                            </m:r>
                          </m:e>
                          <m:sub>
                            <m:r>
                              <a:rPr lang="en-US" sz="3200" dirty="0">
                                <a:uFillTx/>
                                <a:latin typeface="Times New Roman" panose="02020603050405020304" pitchFamily="18" charset="0"/>
                                <a:ea typeface="宋体" panose="02010600030101010101" pitchFamily="2" charset="-122"/>
                                <a:cs typeface="Songti SC"/>
                                <a:sym typeface="+mn-ea"/>
                              </a:rPr>
                              <m:t>1</m:t>
                            </m:r>
                          </m:sub>
                        </m:sSub>
                      </m:sub>
                      <m:sup>
                        <m:r>
                          <a:rPr lang="en-US" sz="3200" dirty="0">
                            <a:uFillTx/>
                            <a:latin typeface="Times New Roman" panose="02020603050405020304" pitchFamily="18" charset="0"/>
                            <a:ea typeface="宋体" panose="02010600030101010101" pitchFamily="2" charset="-122"/>
                            <a:cs typeface="Songti SC"/>
                            <a:sym typeface="+mn-ea"/>
                          </a:rPr>
                          <m:t>𝑘</m:t>
                        </m:r>
                      </m:sup>
                    </m:sSubSup>
                    <m:r>
                      <a:rPr lang="en-US" sz="3200" dirty="0">
                        <a:uFillTx/>
                        <a:latin typeface="Times New Roman" panose="02020603050405020304" pitchFamily="18" charset="0"/>
                        <a:ea typeface="宋体" panose="02010600030101010101" pitchFamily="2" charset="-122"/>
                        <a:cs typeface="Songti SC"/>
                        <a:sym typeface="+mn-ea"/>
                      </a:rPr>
                      <m:t>,</m:t>
                    </m:r>
                    <m:sSub>
                      <m:sSubPr>
                        <m:ctrlPr>
                          <a:rPr lang="en-US" sz="3200" dirty="0">
                            <a:uFillTx/>
                            <a:latin typeface="Times New Roman" panose="02020603050405020304" pitchFamily="18" charset="0"/>
                            <a:ea typeface="宋体" panose="02010600030101010101" pitchFamily="2" charset="-122"/>
                            <a:cs typeface="Songti SC"/>
                            <a:sym typeface="+mn-ea"/>
                          </a:rPr>
                        </m:ctrlPr>
                      </m:sSubPr>
                      <m:e>
                        <m:r>
                          <a:rPr lang="en-US" sz="3200" dirty="0">
                            <a:uFillTx/>
                            <a:latin typeface="Times New Roman" panose="02020603050405020304" pitchFamily="18" charset="0"/>
                            <a:ea typeface="宋体" panose="02010600030101010101" pitchFamily="2" charset="-122"/>
                            <a:cs typeface="Songti SC"/>
                            <a:sym typeface="+mn-ea"/>
                          </a:rPr>
                          <m:t>𝛽</m:t>
                        </m:r>
                      </m:e>
                      <m:sub>
                        <m:sSub>
                          <m:sSubPr>
                            <m:ctrlPr>
                              <a:rPr lang="en-US" sz="3200" dirty="0">
                                <a:uFillTx/>
                                <a:latin typeface="Times New Roman" panose="02020603050405020304" pitchFamily="18" charset="0"/>
                                <a:ea typeface="宋体" panose="02010600030101010101" pitchFamily="2" charset="-122"/>
                                <a:cs typeface="Songti SC"/>
                                <a:sym typeface="+mn-ea"/>
                              </a:rPr>
                            </m:ctrlPr>
                          </m:sSubPr>
                          <m:e>
                            <m:r>
                              <a:rPr lang="en-US" sz="3200" dirty="0">
                                <a:uFillTx/>
                                <a:latin typeface="Times New Roman" panose="02020603050405020304" pitchFamily="18" charset="0"/>
                                <a:ea typeface="宋体" panose="02010600030101010101" pitchFamily="2" charset="-122"/>
                                <a:cs typeface="Songti SC"/>
                                <a:sym typeface="+mn-ea"/>
                              </a:rPr>
                              <m:t>𝜂</m:t>
                            </m:r>
                          </m:e>
                          <m:sub>
                            <m:r>
                              <a:rPr lang="en-US" sz="3200" dirty="0">
                                <a:uFillTx/>
                                <a:latin typeface="Times New Roman" panose="02020603050405020304" pitchFamily="18" charset="0"/>
                                <a:ea typeface="宋体" panose="02010600030101010101" pitchFamily="2" charset="-122"/>
                                <a:cs typeface="Songti SC"/>
                                <a:sym typeface="+mn-ea"/>
                              </a:rPr>
                              <m:t>2</m:t>
                            </m:r>
                          </m:sub>
                        </m:sSub>
                      </m:sub>
                    </m:sSub>
                  </m:oMath>
                </a14:m>
                <a:r>
                  <a:rPr lang="en-US" sz="3200" dirty="0">
                    <a:uFillTx/>
                    <a:latin typeface="Times New Roman" panose="02020603050405020304" pitchFamily="18" charset="0"/>
                    <a:ea typeface="宋体" panose="02010600030101010101" pitchFamily="2" charset="-122"/>
                    <a:cs typeface="Songti SC"/>
                    <a:sym typeface="+mn-ea"/>
                  </a:rPr>
                  <a:t>中均匀随机取样生成，</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mn-ea"/>
                      </a:rPr>
                      <m:t>𝑚</m:t>
                    </m:r>
                    <m:r>
                      <a:rPr lang="en-US" sz="3200" dirty="0">
                        <a:uFillTx/>
                        <a:latin typeface="Times New Roman" panose="02020603050405020304" pitchFamily="18" charset="0"/>
                        <a:ea typeface="宋体" panose="02010600030101010101" pitchFamily="2" charset="-122"/>
                        <a:cs typeface="Songti SC"/>
                        <a:sym typeface="+mn-ea"/>
                      </a:rPr>
                      <m:t>∈</m:t>
                    </m:r>
                    <m:r>
                      <m:rPr>
                        <m:lit/>
                      </m:rP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0</m:t>
                    </m:r>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1</m:t>
                    </m:r>
                    <m:sSup>
                      <m:sSupPr>
                        <m:ctrlPr>
                          <a:rPr lang="en-US" sz="3200" dirty="0">
                            <a:uFillTx/>
                            <a:latin typeface="Times New Roman" panose="02020603050405020304" pitchFamily="18" charset="0"/>
                            <a:ea typeface="宋体" panose="02010600030101010101" pitchFamily="2" charset="-122"/>
                            <a:cs typeface="Songti SC"/>
                            <a:sym typeface="+mn-ea"/>
                          </a:rPr>
                        </m:ctrlPr>
                      </m:sSupPr>
                      <m:e>
                        <m:r>
                          <m:rPr>
                            <m:lit/>
                          </m:rPr>
                          <a:rPr lang="en-US" sz="3200" dirty="0">
                            <a:uFillTx/>
                            <a:latin typeface="Times New Roman" panose="02020603050405020304" pitchFamily="18" charset="0"/>
                            <a:ea typeface="宋体" panose="02010600030101010101" pitchFamily="2" charset="-122"/>
                            <a:cs typeface="Songti SC"/>
                            <a:sym typeface="+mn-ea"/>
                          </a:rPr>
                          <m:t>}</m:t>
                        </m:r>
                      </m:e>
                      <m:sup>
                        <m:r>
                          <a:rPr lang="en-US" sz="3200" dirty="0">
                            <a:uFillTx/>
                            <a:latin typeface="Times New Roman" panose="02020603050405020304" pitchFamily="18" charset="0"/>
                            <a:ea typeface="宋体" panose="02010600030101010101" pitchFamily="2" charset="-122"/>
                            <a:cs typeface="Songti SC"/>
                            <a:sym typeface="+mn-ea"/>
                          </a:rPr>
                          <m:t>𝑛</m:t>
                        </m:r>
                      </m:sup>
                    </m:sSup>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𝑚</m:t>
                    </m:r>
                  </m:oMath>
                </a14:m>
                <a:r>
                  <a:rPr lang="en-US" sz="3200" dirty="0">
                    <a:uFillTx/>
                    <a:latin typeface="Times New Roman" panose="02020603050405020304" pitchFamily="18" charset="0"/>
                    <a:ea typeface="宋体" panose="02010600030101010101" pitchFamily="2" charset="-122"/>
                    <a:cs typeface="Songti SC"/>
                    <a:sym typeface="+mn-ea"/>
                  </a:rPr>
                  <a:t>中的</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mn-ea"/>
                      </a:rPr>
                      <m:t>𝑛</m:t>
                    </m:r>
                  </m:oMath>
                </a14:m>
                <a:r>
                  <a:rPr lang="en-US" sz="3200" dirty="0">
                    <a:uFillTx/>
                    <a:latin typeface="Times New Roman" panose="02020603050405020304" pitchFamily="18" charset="0"/>
                    <a:ea typeface="宋体" panose="02010600030101010101" pitchFamily="2" charset="-122"/>
                    <a:cs typeface="Songti SC"/>
                    <a:sym typeface="+mn-ea"/>
                  </a:rPr>
                  <a:t>个取值作为</a:t>
                </a:r>
                <a14:m>
                  <m:oMath xmlns:m="http://schemas.openxmlformats.org/officeDocument/2006/math">
                    <m:d>
                      <m:dPr>
                        <m:ctrlPr>
                          <a:rPr lang="en-US" sz="3200" dirty="0">
                            <a:uFillTx/>
                            <a:latin typeface="Times New Roman" panose="02020603050405020304" pitchFamily="18" charset="0"/>
                            <a:ea typeface="宋体" panose="02010600030101010101" pitchFamily="2" charset="-122"/>
                            <a:cs typeface="Songti SC"/>
                            <a:sym typeface="+mn-ea"/>
                          </a:rPr>
                        </m:ctrlPr>
                      </m:dPr>
                      <m:e>
                        <m:r>
                          <a:rPr lang="en-US" sz="3200" dirty="0">
                            <a:uFillTx/>
                            <a:latin typeface="Times New Roman" panose="02020603050405020304" pitchFamily="18" charset="0"/>
                            <a:ea typeface="宋体" panose="02010600030101010101" pitchFamily="2" charset="-122"/>
                            <a:cs typeface="Songti SC"/>
                            <a:sym typeface="+mn-ea"/>
                          </a:rPr>
                          <m:t>𝑛</m:t>
                        </m:r>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1</m:t>
                        </m:r>
                      </m:e>
                    </m:d>
                  </m:oMath>
                </a14:m>
                <a:r>
                  <a:rPr lang="en-US" sz="3200" dirty="0">
                    <a:uFillTx/>
                    <a:latin typeface="Times New Roman" panose="02020603050405020304" pitchFamily="18" charset="0"/>
                    <a:ea typeface="宋体" panose="02010600030101010101" pitchFamily="2" charset="-122"/>
                    <a:cs typeface="Songti SC"/>
                    <a:sym typeface="+mn-ea"/>
                  </a:rPr>
                  <a:t>次多项式的系数。然后对</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mn-ea"/>
                      </a:rPr>
                      <m:t>𝒖</m:t>
                    </m:r>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𝒗</m:t>
                    </m:r>
                  </m:oMath>
                </a14:m>
                <a:r>
                  <a:rPr lang="en-US" sz="3200" dirty="0">
                    <a:uFillTx/>
                    <a:latin typeface="Times New Roman" panose="02020603050405020304" pitchFamily="18" charset="0"/>
                    <a:ea typeface="宋体" panose="02010600030101010101" pitchFamily="2" charset="-122"/>
                    <a:cs typeface="Songti SC"/>
                    <a:sym typeface="+mn-ea"/>
                  </a:rPr>
                  <a:t>压缩</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mn-ea"/>
                      </a:rPr>
                      <m:t>𝑐</m:t>
                    </m:r>
                    <m:r>
                      <a:rPr lang="en-US" sz="3200" dirty="0">
                        <a:uFillTx/>
                        <a:latin typeface="Times New Roman" panose="02020603050405020304" pitchFamily="18" charset="0"/>
                        <a:ea typeface="宋体" panose="02010600030101010101" pitchFamily="2" charset="-122"/>
                        <a:cs typeface="Songti SC"/>
                        <a:sym typeface="+mn-ea"/>
                      </a:rPr>
                      <m:t>≔</m:t>
                    </m:r>
                    <m:d>
                      <m:dPr>
                        <m:ctrlPr>
                          <a:rPr lang="en-US" sz="3200" dirty="0">
                            <a:uFillTx/>
                            <a:latin typeface="Times New Roman" panose="02020603050405020304" pitchFamily="18" charset="0"/>
                            <a:ea typeface="宋体" panose="02010600030101010101" pitchFamily="2" charset="-122"/>
                            <a:cs typeface="Songti SC"/>
                            <a:sym typeface="+mn-ea"/>
                          </a:rPr>
                        </m:ctrlPr>
                      </m:dPr>
                      <m:e>
                        <m:sSup>
                          <m:sSupPr>
                            <m:ctrlPr>
                              <a:rPr lang="en-US" sz="3200" dirty="0">
                                <a:uFillTx/>
                                <a:latin typeface="Times New Roman" panose="02020603050405020304" pitchFamily="18" charset="0"/>
                                <a:ea typeface="宋体" panose="02010600030101010101" pitchFamily="2" charset="-122"/>
                                <a:cs typeface="Songti SC"/>
                                <a:sym typeface="+mn-ea"/>
                              </a:rPr>
                            </m:ctrlPr>
                          </m:sSupPr>
                          <m:e>
                            <m:r>
                              <a:rPr lang="en-US" sz="3200" dirty="0">
                                <a:uFillTx/>
                                <a:latin typeface="Times New Roman" panose="02020603050405020304" pitchFamily="18" charset="0"/>
                                <a:ea typeface="宋体" panose="02010600030101010101" pitchFamily="2" charset="-122"/>
                                <a:cs typeface="Songti SC"/>
                                <a:sym typeface="+mn-ea"/>
                              </a:rPr>
                              <m:t>𝒖</m:t>
                            </m:r>
                          </m:e>
                          <m:sup>
                            <m:r>
                              <a:rPr lang="en-US" sz="3200" dirty="0">
                                <a:uFillTx/>
                                <a:latin typeface="Times New Roman" panose="02020603050405020304" pitchFamily="18" charset="0"/>
                                <a:ea typeface="宋体" panose="02010600030101010101" pitchFamily="2" charset="-122"/>
                                <a:cs typeface="Songti SC"/>
                                <a:sym typeface="+mn-ea"/>
                              </a:rPr>
                              <m:t>′</m:t>
                            </m:r>
                          </m:sup>
                        </m:sSup>
                        <m:r>
                          <a:rPr lang="en-US" sz="3200" dirty="0">
                            <a:uFillTx/>
                            <a:latin typeface="Times New Roman" panose="02020603050405020304" pitchFamily="18" charset="0"/>
                            <a:ea typeface="宋体" panose="02010600030101010101" pitchFamily="2" charset="-122"/>
                            <a:cs typeface="Songti SC"/>
                            <a:sym typeface="+mn-ea"/>
                          </a:rPr>
                          <m:t>,</m:t>
                        </m:r>
                        <m:sSup>
                          <m:sSupPr>
                            <m:ctrlPr>
                              <a:rPr lang="en-US" sz="3200" dirty="0">
                                <a:uFillTx/>
                                <a:latin typeface="Times New Roman" panose="02020603050405020304" pitchFamily="18" charset="0"/>
                                <a:ea typeface="宋体" panose="02010600030101010101" pitchFamily="2" charset="-122"/>
                                <a:cs typeface="Songti SC"/>
                                <a:sym typeface="+mn-ea"/>
                              </a:rPr>
                            </m:ctrlPr>
                          </m:sSupPr>
                          <m:e>
                            <m:r>
                              <a:rPr lang="en-US" sz="3200" dirty="0">
                                <a:uFillTx/>
                                <a:latin typeface="Times New Roman" panose="02020603050405020304" pitchFamily="18" charset="0"/>
                                <a:ea typeface="宋体" panose="02010600030101010101" pitchFamily="2" charset="-122"/>
                                <a:cs typeface="Songti SC"/>
                                <a:sym typeface="+mn-ea"/>
                              </a:rPr>
                              <m:t>𝒗</m:t>
                            </m:r>
                          </m:e>
                          <m:sup>
                            <m:r>
                              <a:rPr lang="en-US" sz="3200" dirty="0">
                                <a:uFillTx/>
                                <a:latin typeface="Times New Roman" panose="02020603050405020304" pitchFamily="18" charset="0"/>
                                <a:ea typeface="宋体" panose="02010600030101010101" pitchFamily="2" charset="-122"/>
                                <a:cs typeface="Songti SC"/>
                                <a:sym typeface="+mn-ea"/>
                              </a:rPr>
                              <m:t>′</m:t>
                            </m:r>
                          </m:sup>
                        </m:sSup>
                      </m:e>
                    </m:d>
                    <m:r>
                      <a:rPr lang="en-US" sz="3200" dirty="0">
                        <a:uFillTx/>
                        <a:latin typeface="Times New Roman" panose="02020603050405020304" pitchFamily="18" charset="0"/>
                        <a:ea typeface="宋体" panose="02010600030101010101" pitchFamily="2" charset="-122"/>
                        <a:cs typeface="Songti SC"/>
                        <a:sym typeface="+mn-ea"/>
                      </a:rPr>
                      <m:t>=</m:t>
                    </m:r>
                    <m:d>
                      <m:dPr>
                        <m:ctrlPr>
                          <a:rPr lang="en-US" sz="3200" dirty="0">
                            <a:uFillTx/>
                            <a:latin typeface="Times New Roman" panose="02020603050405020304" pitchFamily="18" charset="0"/>
                            <a:ea typeface="宋体" panose="02010600030101010101" pitchFamily="2" charset="-122"/>
                            <a:cs typeface="Songti SC"/>
                            <a:sym typeface="+mn-ea"/>
                          </a:rPr>
                        </m:ctrlPr>
                      </m:dPr>
                      <m:e>
                        <m:r>
                          <a:rPr lang="en-US" sz="3200" dirty="0">
                            <a:uFillTx/>
                            <a:latin typeface="Times New Roman" panose="02020603050405020304" pitchFamily="18" charset="0"/>
                            <a:ea typeface="宋体" panose="02010600030101010101" pitchFamily="2" charset="-122"/>
                            <a:cs typeface="Songti SC"/>
                            <a:sym typeface="+mn-ea"/>
                          </a:rPr>
                          <m:t>𝐶𝑜𝑚𝑝𝑟𝑒𝑠</m:t>
                        </m:r>
                        <m:sSub>
                          <m:sSubPr>
                            <m:ctrlPr>
                              <a:rPr lang="en-US" sz="3200" dirty="0">
                                <a:uFillTx/>
                                <a:latin typeface="Times New Roman" panose="02020603050405020304" pitchFamily="18" charset="0"/>
                                <a:ea typeface="宋体" panose="02010600030101010101" pitchFamily="2" charset="-122"/>
                                <a:cs typeface="Songti SC"/>
                                <a:sym typeface="+mn-ea"/>
                              </a:rPr>
                            </m:ctrlPr>
                          </m:sSubPr>
                          <m:e>
                            <m:r>
                              <a:rPr lang="en-US" sz="3200" dirty="0">
                                <a:uFillTx/>
                                <a:latin typeface="Times New Roman" panose="02020603050405020304" pitchFamily="18" charset="0"/>
                                <a:ea typeface="宋体" panose="02010600030101010101" pitchFamily="2" charset="-122"/>
                                <a:cs typeface="Songti SC"/>
                                <a:sym typeface="+mn-ea"/>
                              </a:rPr>
                              <m:t>𝑠</m:t>
                            </m:r>
                          </m:e>
                          <m:sub>
                            <m:r>
                              <a:rPr lang="en-US" sz="3200" dirty="0">
                                <a:uFillTx/>
                                <a:latin typeface="Times New Roman" panose="02020603050405020304" pitchFamily="18" charset="0"/>
                                <a:ea typeface="宋体" panose="02010600030101010101" pitchFamily="2" charset="-122"/>
                                <a:cs typeface="Songti SC"/>
                                <a:sym typeface="+mn-ea"/>
                              </a:rPr>
                              <m:t>𝑞</m:t>
                            </m:r>
                          </m:sub>
                        </m:sSub>
                        <m:d>
                          <m:dPr>
                            <m:ctrlPr>
                              <a:rPr lang="en-US" sz="3200" dirty="0">
                                <a:uFillTx/>
                                <a:latin typeface="Times New Roman" panose="02020603050405020304" pitchFamily="18" charset="0"/>
                                <a:ea typeface="宋体" panose="02010600030101010101" pitchFamily="2" charset="-122"/>
                                <a:cs typeface="Songti SC"/>
                                <a:sym typeface="+mn-ea"/>
                              </a:rPr>
                            </m:ctrlPr>
                          </m:dPr>
                          <m:e>
                            <m:r>
                              <a:rPr lang="en-US" sz="3200" dirty="0">
                                <a:uFillTx/>
                                <a:latin typeface="Times New Roman" panose="02020603050405020304" pitchFamily="18" charset="0"/>
                                <a:ea typeface="宋体" panose="02010600030101010101" pitchFamily="2" charset="-122"/>
                                <a:cs typeface="Songti SC"/>
                                <a:sym typeface="+mn-ea"/>
                              </a:rPr>
                              <m:t>𝒖</m:t>
                            </m:r>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𝑑𝑢</m:t>
                            </m:r>
                          </m:e>
                        </m:d>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𝐶𝑜𝑚𝑝𝑟𝑒𝑠</m:t>
                        </m:r>
                        <m:sSub>
                          <m:sSubPr>
                            <m:ctrlPr>
                              <a:rPr lang="en-US" sz="3200" dirty="0">
                                <a:uFillTx/>
                                <a:latin typeface="Times New Roman" panose="02020603050405020304" pitchFamily="18" charset="0"/>
                                <a:ea typeface="宋体" panose="02010600030101010101" pitchFamily="2" charset="-122"/>
                                <a:cs typeface="Songti SC"/>
                                <a:sym typeface="+mn-ea"/>
                              </a:rPr>
                            </m:ctrlPr>
                          </m:sSubPr>
                          <m:e>
                            <m:r>
                              <a:rPr lang="en-US" sz="3200" dirty="0">
                                <a:uFillTx/>
                                <a:latin typeface="Times New Roman" panose="02020603050405020304" pitchFamily="18" charset="0"/>
                                <a:ea typeface="宋体" panose="02010600030101010101" pitchFamily="2" charset="-122"/>
                                <a:cs typeface="Songti SC"/>
                                <a:sym typeface="+mn-ea"/>
                              </a:rPr>
                              <m:t>𝑠</m:t>
                            </m:r>
                          </m:e>
                          <m:sub>
                            <m:r>
                              <a:rPr lang="en-US" sz="3200" dirty="0">
                                <a:uFillTx/>
                                <a:latin typeface="Times New Roman" panose="02020603050405020304" pitchFamily="18" charset="0"/>
                                <a:ea typeface="宋体" panose="02010600030101010101" pitchFamily="2" charset="-122"/>
                                <a:cs typeface="Songti SC"/>
                                <a:sym typeface="+mn-ea"/>
                              </a:rPr>
                              <m:t>𝑞</m:t>
                            </m:r>
                          </m:sub>
                        </m:sSub>
                        <m:d>
                          <m:dPr>
                            <m:ctrlPr>
                              <a:rPr lang="en-US" sz="3200" dirty="0">
                                <a:uFillTx/>
                                <a:latin typeface="Times New Roman" panose="02020603050405020304" pitchFamily="18" charset="0"/>
                                <a:ea typeface="宋体" panose="02010600030101010101" pitchFamily="2" charset="-122"/>
                                <a:cs typeface="Songti SC"/>
                                <a:sym typeface="+mn-ea"/>
                              </a:rPr>
                            </m:ctrlPr>
                          </m:dPr>
                          <m:e>
                            <m:r>
                              <a:rPr lang="en-US" sz="3200" dirty="0">
                                <a:uFillTx/>
                                <a:latin typeface="Times New Roman" panose="02020603050405020304" pitchFamily="18" charset="0"/>
                                <a:ea typeface="宋体" panose="02010600030101010101" pitchFamily="2" charset="-122"/>
                                <a:cs typeface="Songti SC"/>
                                <a:sym typeface="+mn-ea"/>
                              </a:rPr>
                              <m:t>𝒗</m:t>
                            </m:r>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𝑑𝑣</m:t>
                            </m:r>
                          </m:e>
                        </m:d>
                      </m:e>
                    </m:d>
                    <m:r>
                      <a:rPr lang="en-US" sz="3200" dirty="0">
                        <a:uFillTx/>
                        <a:latin typeface="Times New Roman" panose="02020603050405020304" pitchFamily="18" charset="0"/>
                        <a:ea typeface="宋体" panose="02010600030101010101" pitchFamily="2" charset="-122"/>
                        <a:cs typeface="Songti SC"/>
                        <a:sym typeface="+mn-ea"/>
                      </a:rPr>
                      <m:t>。</m:t>
                    </m:r>
                  </m:oMath>
                </a14:m>
                <a:endParaRPr lang="en-US" sz="3200" dirty="0">
                  <a:uFillTx/>
                  <a:latin typeface="Times New Roman" panose="02020603050405020304" pitchFamily="18" charset="0"/>
                  <a:ea typeface="宋体" panose="02010600030101010101" pitchFamily="2" charset="-122"/>
                  <a:cs typeface="Songti SC"/>
                  <a:sym typeface="+mn-ea"/>
                </a:endParaRPr>
              </a:p>
              <a:p>
                <a:pPr lvl="0" indent="914400" algn="just" defTabSz="914400">
                  <a:lnSpc>
                    <a:spcPct val="125000"/>
                  </a:lnSpc>
                  <a:buSzTx/>
                  <a:defRPr/>
                </a:pPr>
                <a:r>
                  <a:rPr lang="en-US" sz="3200" dirty="0">
                    <a:uFillTx/>
                    <a:latin typeface="Times New Roman" panose="02020603050405020304" pitchFamily="18" charset="0"/>
                    <a:ea typeface="宋体" panose="02010600030101010101" pitchFamily="2" charset="-122"/>
                    <a:cs typeface="Songti SC"/>
                    <a:sym typeface="+mn-ea"/>
                  </a:rPr>
                  <a:t>输出密文</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mn-ea"/>
                      </a:rPr>
                      <m:t>𝑐</m:t>
                    </m:r>
                    <m:r>
                      <a:rPr lang="en-US" sz="3200" dirty="0">
                        <a:uFillTx/>
                        <a:latin typeface="Times New Roman" panose="02020603050405020304" pitchFamily="18" charset="0"/>
                        <a:ea typeface="宋体" panose="02010600030101010101" pitchFamily="2" charset="-122"/>
                        <a:cs typeface="Songti SC"/>
                        <a:sym typeface="+mn-ea"/>
                      </a:rPr>
                      <m:t>≔</m:t>
                    </m:r>
                    <m:d>
                      <m:dPr>
                        <m:ctrlPr>
                          <a:rPr lang="en-US" sz="3200" dirty="0">
                            <a:uFillTx/>
                            <a:latin typeface="Times New Roman" panose="02020603050405020304" pitchFamily="18" charset="0"/>
                            <a:ea typeface="宋体" panose="02010600030101010101" pitchFamily="2" charset="-122"/>
                            <a:cs typeface="Songti SC"/>
                            <a:sym typeface="+mn-ea"/>
                          </a:rPr>
                        </m:ctrlPr>
                      </m:dPr>
                      <m:e>
                        <m:sSup>
                          <m:sSupPr>
                            <m:ctrlPr>
                              <a:rPr lang="en-US" sz="3200" dirty="0">
                                <a:uFillTx/>
                                <a:latin typeface="Times New Roman" panose="02020603050405020304" pitchFamily="18" charset="0"/>
                                <a:ea typeface="宋体" panose="02010600030101010101" pitchFamily="2" charset="-122"/>
                                <a:cs typeface="Songti SC"/>
                                <a:sym typeface="+mn-ea"/>
                              </a:rPr>
                            </m:ctrlPr>
                          </m:sSupPr>
                          <m:e>
                            <m:r>
                              <a:rPr lang="en-US" sz="3200" dirty="0">
                                <a:uFillTx/>
                                <a:latin typeface="Times New Roman" panose="02020603050405020304" pitchFamily="18" charset="0"/>
                                <a:ea typeface="宋体" panose="02010600030101010101" pitchFamily="2" charset="-122"/>
                                <a:cs typeface="Songti SC"/>
                                <a:sym typeface="+mn-ea"/>
                              </a:rPr>
                              <m:t>𝒖</m:t>
                            </m:r>
                          </m:e>
                          <m:sup>
                            <m:r>
                              <a:rPr lang="en-US" sz="3200" dirty="0">
                                <a:uFillTx/>
                                <a:latin typeface="Times New Roman" panose="02020603050405020304" pitchFamily="18" charset="0"/>
                                <a:ea typeface="宋体" panose="02010600030101010101" pitchFamily="2" charset="-122"/>
                                <a:cs typeface="Songti SC"/>
                                <a:sym typeface="+mn-ea"/>
                              </a:rPr>
                              <m:t>′</m:t>
                            </m:r>
                          </m:sup>
                        </m:sSup>
                        <m:r>
                          <a:rPr lang="en-US" sz="3200" dirty="0">
                            <a:uFillTx/>
                            <a:latin typeface="Times New Roman" panose="02020603050405020304" pitchFamily="18" charset="0"/>
                            <a:ea typeface="宋体" panose="02010600030101010101" pitchFamily="2" charset="-122"/>
                            <a:cs typeface="Songti SC"/>
                            <a:sym typeface="+mn-ea"/>
                          </a:rPr>
                          <m:t>,</m:t>
                        </m:r>
                        <m:sSup>
                          <m:sSupPr>
                            <m:ctrlPr>
                              <a:rPr lang="en-US" sz="3200" dirty="0">
                                <a:uFillTx/>
                                <a:latin typeface="Times New Roman" panose="02020603050405020304" pitchFamily="18" charset="0"/>
                                <a:ea typeface="宋体" panose="02010600030101010101" pitchFamily="2" charset="-122"/>
                                <a:cs typeface="Songti SC"/>
                                <a:sym typeface="+mn-ea"/>
                              </a:rPr>
                            </m:ctrlPr>
                          </m:sSupPr>
                          <m:e>
                            <m:r>
                              <a:rPr lang="en-US" sz="3200" dirty="0">
                                <a:uFillTx/>
                                <a:latin typeface="Times New Roman" panose="02020603050405020304" pitchFamily="18" charset="0"/>
                                <a:ea typeface="宋体" panose="02010600030101010101" pitchFamily="2" charset="-122"/>
                                <a:cs typeface="Songti SC"/>
                                <a:sym typeface="+mn-ea"/>
                              </a:rPr>
                              <m:t>𝒗</m:t>
                            </m:r>
                          </m:e>
                          <m:sup>
                            <m:r>
                              <a:rPr lang="en-US" sz="3200" dirty="0">
                                <a:uFillTx/>
                                <a:latin typeface="Times New Roman" panose="02020603050405020304" pitchFamily="18" charset="0"/>
                                <a:ea typeface="宋体" panose="02010600030101010101" pitchFamily="2" charset="-122"/>
                                <a:cs typeface="Songti SC"/>
                                <a:sym typeface="+mn-ea"/>
                              </a:rPr>
                              <m:t>′</m:t>
                            </m:r>
                          </m:sup>
                        </m:sSup>
                      </m:e>
                    </m:d>
                    <m:r>
                      <a:rPr lang="en-US" sz="3200" dirty="0">
                        <a:uFillTx/>
                        <a:latin typeface="Times New Roman" panose="02020603050405020304" pitchFamily="18" charset="0"/>
                        <a:ea typeface="宋体" panose="02010600030101010101" pitchFamily="2" charset="-122"/>
                        <a:cs typeface="Songti SC"/>
                        <a:sym typeface="+mn-ea"/>
                      </a:rPr>
                      <m:t>。</m:t>
                    </m:r>
                  </m:oMath>
                </a14:m>
                <a:endParaRPr lang="en-US" sz="3200" dirty="0">
                  <a:uFillTx/>
                  <a:latin typeface="Times New Roman" panose="02020603050405020304" pitchFamily="18" charset="0"/>
                  <a:ea typeface="宋体" panose="02010600030101010101" pitchFamily="2" charset="-122"/>
                  <a:cs typeface="Songti SC"/>
                  <a:sym typeface="Songti SC"/>
                </a:endParaRPr>
              </a:p>
              <a:p>
                <a:pPr lvl="0" indent="914400" algn="just" defTabSz="914400">
                  <a:lnSpc>
                    <a:spcPct val="125000"/>
                  </a:lnSpc>
                  <a:buSzTx/>
                  <a:defRPr/>
                </a:pPr>
                <a:r>
                  <a:rPr lang="en-US" sz="3200" dirty="0">
                    <a:uFillTx/>
                    <a:latin typeface="Times New Roman" panose="02020603050405020304" pitchFamily="18" charset="0"/>
                    <a:ea typeface="宋体" panose="02010600030101010101" pitchFamily="2" charset="-122"/>
                    <a:cs typeface="Songti SC"/>
                    <a:sym typeface="Zhuque Fangsong"/>
                  </a:rPr>
                  <a:t>解密</a:t>
                </a:r>
                <a:r>
                  <a:rPr lang="en-US" sz="3200" dirty="0">
                    <a:uFillTx/>
                    <a:latin typeface="Times New Roman" panose="02020603050405020304" pitchFamily="18" charset="0"/>
                    <a:ea typeface="宋体" panose="02010600030101010101" pitchFamily="2" charset="-122"/>
                    <a:cs typeface="Songti SC"/>
                    <a:sym typeface="Zhuque Fangsong"/>
                  </a:rPr>
                  <a:t>过程</a:t>
                </a:r>
                <a:r>
                  <a:rPr lang="en-US" sz="3200" dirty="0">
                    <a:uFillTx/>
                    <a:latin typeface="Times New Roman" panose="02020603050405020304" pitchFamily="18" charset="0"/>
                    <a:ea typeface="宋体" panose="02010600030101010101" pitchFamily="2" charset="-122"/>
                    <a:cs typeface="Songti SC"/>
                    <a:sym typeface="Zhuque Fangsong"/>
                  </a:rPr>
                  <a:t>：</a:t>
                </a:r>
                <a:r>
                  <a:rPr lang="en-US" sz="3200" dirty="0">
                    <a:uFillTx/>
                    <a:latin typeface="Times New Roman" panose="02020603050405020304" pitchFamily="18" charset="0"/>
                    <a:ea typeface="宋体" panose="02010600030101010101" pitchFamily="2" charset="-122"/>
                    <a:cs typeface="Songti SC"/>
                    <a:sym typeface="+mn-ea"/>
                  </a:rPr>
                  <a:t>对</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mn-ea"/>
                      </a:rPr>
                      <m:t>𝑐</m:t>
                    </m:r>
                    <m:r>
                      <a:rPr lang="en-US" sz="3200" dirty="0">
                        <a:uFillTx/>
                        <a:latin typeface="Times New Roman" panose="02020603050405020304" pitchFamily="18" charset="0"/>
                        <a:ea typeface="宋体" panose="02010600030101010101" pitchFamily="2" charset="-122"/>
                        <a:cs typeface="Songti SC"/>
                        <a:sym typeface="+mn-ea"/>
                      </a:rPr>
                      <m:t>≔</m:t>
                    </m:r>
                    <m:d>
                      <m:dPr>
                        <m:ctrlPr>
                          <a:rPr lang="en-US" sz="3200" dirty="0">
                            <a:uFillTx/>
                            <a:latin typeface="Times New Roman" panose="02020603050405020304" pitchFamily="18" charset="0"/>
                            <a:ea typeface="宋体" panose="02010600030101010101" pitchFamily="2" charset="-122"/>
                            <a:cs typeface="Songti SC"/>
                            <a:sym typeface="+mn-ea"/>
                          </a:rPr>
                        </m:ctrlPr>
                      </m:dPr>
                      <m:e>
                        <m:sSup>
                          <m:sSupPr>
                            <m:ctrlPr>
                              <a:rPr lang="en-US" sz="3200" dirty="0">
                                <a:uFillTx/>
                                <a:latin typeface="Times New Roman" panose="02020603050405020304" pitchFamily="18" charset="0"/>
                                <a:ea typeface="宋体" panose="02010600030101010101" pitchFamily="2" charset="-122"/>
                                <a:cs typeface="Songti SC"/>
                                <a:sym typeface="+mn-ea"/>
                              </a:rPr>
                            </m:ctrlPr>
                          </m:sSupPr>
                          <m:e>
                            <m:r>
                              <a:rPr lang="en-US" sz="3200" dirty="0">
                                <a:uFillTx/>
                                <a:latin typeface="Times New Roman" panose="02020603050405020304" pitchFamily="18" charset="0"/>
                                <a:ea typeface="宋体" panose="02010600030101010101" pitchFamily="2" charset="-122"/>
                                <a:cs typeface="Songti SC"/>
                                <a:sym typeface="+mn-ea"/>
                              </a:rPr>
                              <m:t>𝒖</m:t>
                            </m:r>
                          </m:e>
                          <m:sup>
                            <m:r>
                              <a:rPr lang="en-US" sz="3200" dirty="0">
                                <a:uFillTx/>
                                <a:latin typeface="Times New Roman" panose="02020603050405020304" pitchFamily="18" charset="0"/>
                                <a:ea typeface="宋体" panose="02010600030101010101" pitchFamily="2" charset="-122"/>
                                <a:cs typeface="Songti SC"/>
                                <a:sym typeface="+mn-ea"/>
                              </a:rPr>
                              <m:t>′</m:t>
                            </m:r>
                          </m:sup>
                        </m:sSup>
                        <m:r>
                          <a:rPr lang="en-US" sz="3200" dirty="0">
                            <a:uFillTx/>
                            <a:latin typeface="Times New Roman" panose="02020603050405020304" pitchFamily="18" charset="0"/>
                            <a:ea typeface="宋体" panose="02010600030101010101" pitchFamily="2" charset="-122"/>
                            <a:cs typeface="Songti SC"/>
                            <a:sym typeface="+mn-ea"/>
                          </a:rPr>
                          <m:t>,</m:t>
                        </m:r>
                        <m:sSup>
                          <m:sSupPr>
                            <m:ctrlPr>
                              <a:rPr lang="en-US" sz="3200" dirty="0">
                                <a:uFillTx/>
                                <a:latin typeface="Times New Roman" panose="02020603050405020304" pitchFamily="18" charset="0"/>
                                <a:ea typeface="宋体" panose="02010600030101010101" pitchFamily="2" charset="-122"/>
                                <a:cs typeface="Songti SC"/>
                                <a:sym typeface="+mn-ea"/>
                              </a:rPr>
                            </m:ctrlPr>
                          </m:sSupPr>
                          <m:e>
                            <m:r>
                              <a:rPr lang="en-US" sz="3200" dirty="0">
                                <a:uFillTx/>
                                <a:latin typeface="Times New Roman" panose="02020603050405020304" pitchFamily="18" charset="0"/>
                                <a:ea typeface="宋体" panose="02010600030101010101" pitchFamily="2" charset="-122"/>
                                <a:cs typeface="Songti SC"/>
                                <a:sym typeface="+mn-ea"/>
                              </a:rPr>
                              <m:t>𝒗</m:t>
                            </m:r>
                          </m:e>
                          <m:sup>
                            <m:r>
                              <a:rPr lang="en-US" sz="3200" dirty="0">
                                <a:uFillTx/>
                                <a:latin typeface="Times New Roman" panose="02020603050405020304" pitchFamily="18" charset="0"/>
                                <a:ea typeface="宋体" panose="02010600030101010101" pitchFamily="2" charset="-122"/>
                                <a:cs typeface="Songti SC"/>
                                <a:sym typeface="+mn-ea"/>
                              </a:rPr>
                              <m:t>′</m:t>
                            </m:r>
                          </m:sup>
                        </m:sSup>
                      </m:e>
                    </m:d>
                  </m:oMath>
                </a14:m>
                <a:r>
                  <a:rPr lang="en-US" sz="3200" dirty="0">
                    <a:uFillTx/>
                    <a:latin typeface="Times New Roman" panose="02020603050405020304" pitchFamily="18" charset="0"/>
                    <a:ea typeface="宋体" panose="02010600030101010101" pitchFamily="2" charset="-122"/>
                    <a:cs typeface="Songti SC"/>
                    <a:sym typeface="+mn-ea"/>
                  </a:rPr>
                  <a:t>进行解压缩：</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mn-ea"/>
                      </a:rPr>
                      <m:t>𝒖</m:t>
                    </m:r>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𝐷𝑒𝑐𝑜𝑚𝑝𝑟𝑒𝑠</m:t>
                    </m:r>
                    <m:sSub>
                      <m:sSubPr>
                        <m:ctrlPr>
                          <a:rPr lang="en-US" sz="3200" dirty="0">
                            <a:uFillTx/>
                            <a:latin typeface="Times New Roman" panose="02020603050405020304" pitchFamily="18" charset="0"/>
                            <a:ea typeface="宋体" panose="02010600030101010101" pitchFamily="2" charset="-122"/>
                            <a:cs typeface="Songti SC"/>
                            <a:sym typeface="+mn-ea"/>
                          </a:rPr>
                        </m:ctrlPr>
                      </m:sSubPr>
                      <m:e>
                        <m:r>
                          <a:rPr lang="en-US" sz="3200" dirty="0">
                            <a:uFillTx/>
                            <a:latin typeface="Times New Roman" panose="02020603050405020304" pitchFamily="18" charset="0"/>
                            <a:ea typeface="宋体" panose="02010600030101010101" pitchFamily="2" charset="-122"/>
                            <a:cs typeface="Songti SC"/>
                            <a:sym typeface="+mn-ea"/>
                          </a:rPr>
                          <m:t>𝑠</m:t>
                        </m:r>
                      </m:e>
                      <m:sub>
                        <m:r>
                          <a:rPr lang="en-US" sz="3200" dirty="0">
                            <a:uFillTx/>
                            <a:latin typeface="Times New Roman" panose="02020603050405020304" pitchFamily="18" charset="0"/>
                            <a:ea typeface="宋体" panose="02010600030101010101" pitchFamily="2" charset="-122"/>
                            <a:cs typeface="Songti SC"/>
                            <a:sym typeface="+mn-ea"/>
                          </a:rPr>
                          <m:t>𝑞</m:t>
                        </m:r>
                      </m:sub>
                    </m:sSub>
                    <m:d>
                      <m:dPr>
                        <m:ctrlPr>
                          <a:rPr lang="en-US" sz="3200" dirty="0">
                            <a:uFillTx/>
                            <a:latin typeface="Times New Roman" panose="02020603050405020304" pitchFamily="18" charset="0"/>
                            <a:ea typeface="宋体" panose="02010600030101010101" pitchFamily="2" charset="-122"/>
                            <a:cs typeface="Songti SC"/>
                            <a:sym typeface="+mn-ea"/>
                          </a:rPr>
                        </m:ctrlPr>
                      </m:dPr>
                      <m:e>
                        <m:sSup>
                          <m:sSupPr>
                            <m:ctrlPr>
                              <a:rPr lang="en-US" sz="3200" dirty="0">
                                <a:uFillTx/>
                                <a:latin typeface="Times New Roman" panose="02020603050405020304" pitchFamily="18" charset="0"/>
                                <a:ea typeface="宋体" panose="02010600030101010101" pitchFamily="2" charset="-122"/>
                                <a:cs typeface="Songti SC"/>
                                <a:sym typeface="+mn-ea"/>
                              </a:rPr>
                            </m:ctrlPr>
                          </m:sSupPr>
                          <m:e>
                            <m:r>
                              <a:rPr lang="en-US" sz="3200" dirty="0">
                                <a:uFillTx/>
                                <a:latin typeface="Times New Roman" panose="02020603050405020304" pitchFamily="18" charset="0"/>
                                <a:ea typeface="宋体" panose="02010600030101010101" pitchFamily="2" charset="-122"/>
                                <a:cs typeface="Songti SC"/>
                                <a:sym typeface="+mn-ea"/>
                              </a:rPr>
                              <m:t>𝒖</m:t>
                            </m:r>
                          </m:e>
                          <m:sup>
                            <m:r>
                              <a:rPr lang="en-US" sz="3200" dirty="0">
                                <a:uFillTx/>
                                <a:latin typeface="Times New Roman" panose="02020603050405020304" pitchFamily="18" charset="0"/>
                                <a:ea typeface="宋体" panose="02010600030101010101" pitchFamily="2" charset="-122"/>
                                <a:cs typeface="Songti SC"/>
                                <a:sym typeface="+mn-ea"/>
                              </a:rPr>
                              <m:t>′</m:t>
                            </m:r>
                          </m:sup>
                        </m:sSup>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𝑑𝑢</m:t>
                        </m:r>
                      </m:e>
                    </m:d>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𝒗</m:t>
                    </m:r>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𝐷𝑒𝑐𝑜𝑚𝑝𝑟𝑒𝑠</m:t>
                    </m:r>
                    <m:sSub>
                      <m:sSubPr>
                        <m:ctrlPr>
                          <a:rPr lang="en-US" sz="3200" dirty="0">
                            <a:uFillTx/>
                            <a:latin typeface="Times New Roman" panose="02020603050405020304" pitchFamily="18" charset="0"/>
                            <a:ea typeface="宋体" panose="02010600030101010101" pitchFamily="2" charset="-122"/>
                            <a:cs typeface="Songti SC"/>
                            <a:sym typeface="+mn-ea"/>
                          </a:rPr>
                        </m:ctrlPr>
                      </m:sSubPr>
                      <m:e>
                        <m:r>
                          <a:rPr lang="en-US" sz="3200" dirty="0">
                            <a:uFillTx/>
                            <a:latin typeface="Times New Roman" panose="02020603050405020304" pitchFamily="18" charset="0"/>
                            <a:ea typeface="宋体" panose="02010600030101010101" pitchFamily="2" charset="-122"/>
                            <a:cs typeface="Songti SC"/>
                            <a:sym typeface="+mn-ea"/>
                          </a:rPr>
                          <m:t>𝑠</m:t>
                        </m:r>
                      </m:e>
                      <m:sub>
                        <m:r>
                          <a:rPr lang="en-US" sz="3200" dirty="0">
                            <a:uFillTx/>
                            <a:latin typeface="Times New Roman" panose="02020603050405020304" pitchFamily="18" charset="0"/>
                            <a:ea typeface="宋体" panose="02010600030101010101" pitchFamily="2" charset="-122"/>
                            <a:cs typeface="Songti SC"/>
                            <a:sym typeface="+mn-ea"/>
                          </a:rPr>
                          <m:t>𝑞</m:t>
                        </m:r>
                      </m:sub>
                    </m:sSub>
                    <m:d>
                      <m:dPr>
                        <m:ctrlPr>
                          <a:rPr lang="en-US" sz="3200" dirty="0">
                            <a:uFillTx/>
                            <a:latin typeface="Times New Roman" panose="02020603050405020304" pitchFamily="18" charset="0"/>
                            <a:ea typeface="宋体" panose="02010600030101010101" pitchFamily="2" charset="-122"/>
                            <a:cs typeface="Songti SC"/>
                            <a:sym typeface="+mn-ea"/>
                          </a:rPr>
                        </m:ctrlPr>
                      </m:dPr>
                      <m:e>
                        <m:sSup>
                          <m:sSupPr>
                            <m:ctrlPr>
                              <a:rPr lang="en-US" sz="3200" dirty="0">
                                <a:uFillTx/>
                                <a:latin typeface="Times New Roman" panose="02020603050405020304" pitchFamily="18" charset="0"/>
                                <a:ea typeface="宋体" panose="02010600030101010101" pitchFamily="2" charset="-122"/>
                                <a:cs typeface="Songti SC"/>
                                <a:sym typeface="+mn-ea"/>
                              </a:rPr>
                            </m:ctrlPr>
                          </m:sSupPr>
                          <m:e>
                            <m:r>
                              <a:rPr lang="en-US" sz="3200" dirty="0">
                                <a:uFillTx/>
                                <a:latin typeface="Times New Roman" panose="02020603050405020304" pitchFamily="18" charset="0"/>
                                <a:ea typeface="宋体" panose="02010600030101010101" pitchFamily="2" charset="-122"/>
                                <a:cs typeface="Songti SC"/>
                                <a:sym typeface="+mn-ea"/>
                              </a:rPr>
                              <m:t>𝒗</m:t>
                            </m:r>
                          </m:e>
                          <m:sup>
                            <m:r>
                              <a:rPr lang="en-US" sz="3200" dirty="0">
                                <a:uFillTx/>
                                <a:latin typeface="Times New Roman" panose="02020603050405020304" pitchFamily="18" charset="0"/>
                                <a:ea typeface="宋体" panose="02010600030101010101" pitchFamily="2" charset="-122"/>
                                <a:cs typeface="Songti SC"/>
                                <a:sym typeface="+mn-ea"/>
                              </a:rPr>
                              <m:t>′</m:t>
                            </m:r>
                          </m:sup>
                        </m:sSup>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𝑑𝑣</m:t>
                        </m:r>
                      </m:e>
                    </m:d>
                    <m:r>
                      <a:rPr lang="en-US" sz="3200" dirty="0">
                        <a:uFillTx/>
                        <a:latin typeface="Times New Roman" panose="02020603050405020304" pitchFamily="18" charset="0"/>
                        <a:ea typeface="宋体" panose="02010600030101010101" pitchFamily="2" charset="-122"/>
                        <a:cs typeface="Songti SC"/>
                        <a:sym typeface="+mn-ea"/>
                      </a:rPr>
                      <m:t>，</m:t>
                    </m:r>
                  </m:oMath>
                </a14:m>
                <a:r>
                  <a:rPr lang="en-US" sz="3200" dirty="0">
                    <a:uFillTx/>
                    <a:latin typeface="Times New Roman" panose="02020603050405020304" pitchFamily="18" charset="0"/>
                    <a:ea typeface="宋体" panose="02010600030101010101" pitchFamily="2" charset="-122"/>
                    <a:cs typeface="Songti SC"/>
                    <a:sym typeface="+mn-ea"/>
                  </a:rPr>
                  <a:t>计算</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mn-ea"/>
                      </a:rPr>
                      <m:t>𝑚</m:t>
                    </m:r>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𝐶𝑜𝑚𝑝𝑟𝑒𝑠</m:t>
                    </m:r>
                    <m:sSub>
                      <m:sSubPr>
                        <m:ctrlPr>
                          <a:rPr lang="en-US" sz="3200" dirty="0">
                            <a:uFillTx/>
                            <a:latin typeface="Times New Roman" panose="02020603050405020304" pitchFamily="18" charset="0"/>
                            <a:ea typeface="宋体" panose="02010600030101010101" pitchFamily="2" charset="-122"/>
                            <a:cs typeface="Songti SC"/>
                            <a:sym typeface="+mn-ea"/>
                          </a:rPr>
                        </m:ctrlPr>
                      </m:sSubPr>
                      <m:e>
                        <m:r>
                          <a:rPr lang="en-US" sz="3200" dirty="0">
                            <a:uFillTx/>
                            <a:latin typeface="Times New Roman" panose="02020603050405020304" pitchFamily="18" charset="0"/>
                            <a:ea typeface="宋体" panose="02010600030101010101" pitchFamily="2" charset="-122"/>
                            <a:cs typeface="Songti SC"/>
                            <a:sym typeface="+mn-ea"/>
                          </a:rPr>
                          <m:t>𝑠</m:t>
                        </m:r>
                      </m:e>
                      <m:sub>
                        <m:r>
                          <a:rPr lang="en-US" sz="3200" dirty="0">
                            <a:uFillTx/>
                            <a:latin typeface="Times New Roman" panose="02020603050405020304" pitchFamily="18" charset="0"/>
                            <a:ea typeface="宋体" panose="02010600030101010101" pitchFamily="2" charset="-122"/>
                            <a:cs typeface="Songti SC"/>
                            <a:sym typeface="+mn-ea"/>
                          </a:rPr>
                          <m:t>𝑞</m:t>
                        </m:r>
                      </m:sub>
                    </m:sSub>
                    <m:d>
                      <m:dPr>
                        <m:ctrlPr>
                          <a:rPr lang="en-US" sz="3200" dirty="0">
                            <a:uFillTx/>
                            <a:latin typeface="Times New Roman" panose="02020603050405020304" pitchFamily="18" charset="0"/>
                            <a:ea typeface="宋体" panose="02010600030101010101" pitchFamily="2" charset="-122"/>
                            <a:cs typeface="Songti SC"/>
                            <a:sym typeface="+mn-ea"/>
                          </a:rPr>
                        </m:ctrlPr>
                      </m:dPr>
                      <m:e>
                        <m:r>
                          <a:rPr lang="en-US" sz="3200" dirty="0">
                            <a:uFillTx/>
                            <a:latin typeface="Times New Roman" panose="02020603050405020304" pitchFamily="18" charset="0"/>
                            <a:ea typeface="宋体" panose="02010600030101010101" pitchFamily="2" charset="-122"/>
                            <a:cs typeface="Songti SC"/>
                            <a:sym typeface="+mn-ea"/>
                          </a:rPr>
                          <m:t>𝒗</m:t>
                        </m:r>
                        <m:r>
                          <a:rPr lang="en-US" sz="3200" dirty="0">
                            <a:uFillTx/>
                            <a:latin typeface="Times New Roman" panose="02020603050405020304" pitchFamily="18" charset="0"/>
                            <a:ea typeface="宋体" panose="02010600030101010101" pitchFamily="2" charset="-122"/>
                            <a:cs typeface="Songti SC"/>
                            <a:sym typeface="+mn-ea"/>
                          </a:rPr>
                          <m:t>−</m:t>
                        </m:r>
                        <m:sSup>
                          <m:sSupPr>
                            <m:ctrlPr>
                              <a:rPr lang="en-US" sz="3200" dirty="0">
                                <a:uFillTx/>
                                <a:latin typeface="Times New Roman" panose="02020603050405020304" pitchFamily="18" charset="0"/>
                                <a:ea typeface="宋体" panose="02010600030101010101" pitchFamily="2" charset="-122"/>
                                <a:cs typeface="Songti SC"/>
                                <a:sym typeface="+mn-ea"/>
                              </a:rPr>
                            </m:ctrlPr>
                          </m:sSupPr>
                          <m:e>
                            <m:r>
                              <a:rPr lang="en-US" sz="3200" dirty="0">
                                <a:uFillTx/>
                                <a:latin typeface="Times New Roman" panose="02020603050405020304" pitchFamily="18" charset="0"/>
                                <a:ea typeface="宋体" panose="02010600030101010101" pitchFamily="2" charset="-122"/>
                                <a:cs typeface="Songti SC"/>
                                <a:sym typeface="+mn-ea"/>
                              </a:rPr>
                              <m:t>𝒔</m:t>
                            </m:r>
                          </m:e>
                          <m:sup>
                            <m:r>
                              <a:rPr lang="en-US" sz="3200" dirty="0">
                                <a:uFillTx/>
                                <a:latin typeface="Times New Roman" panose="02020603050405020304" pitchFamily="18" charset="0"/>
                                <a:ea typeface="宋体" panose="02010600030101010101" pitchFamily="2" charset="-122"/>
                                <a:cs typeface="Songti SC"/>
                                <a:sym typeface="+mn-ea"/>
                              </a:rPr>
                              <m:t>𝑻𝒖</m:t>
                            </m:r>
                          </m:sup>
                        </m:sSup>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1</m:t>
                        </m:r>
                      </m:e>
                    </m:d>
                    <m:r>
                      <a:rPr lang="en-US" sz="3200" dirty="0">
                        <a:uFillTx/>
                        <a:latin typeface="Times New Roman" panose="02020603050405020304" pitchFamily="18" charset="0"/>
                        <a:ea typeface="宋体" panose="02010600030101010101" pitchFamily="2" charset="-122"/>
                        <a:cs typeface="Songti SC"/>
                        <a:sym typeface="+mn-ea"/>
                      </a:rPr>
                      <m:t>，</m:t>
                    </m:r>
                  </m:oMath>
                </a14:m>
                <a:r>
                  <a:rPr lang="en-US" sz="3200" dirty="0">
                    <a:uFillTx/>
                    <a:latin typeface="Times New Roman" panose="02020603050405020304" pitchFamily="18" charset="0"/>
                    <a:ea typeface="宋体" panose="02010600030101010101" pitchFamily="2" charset="-122"/>
                    <a:cs typeface="Songti SC"/>
                    <a:sym typeface="+mn-ea"/>
                  </a:rPr>
                  <a:t>输出解密结果</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mn-ea"/>
                      </a:rPr>
                      <m:t>𝑚</m:t>
                    </m:r>
                  </m:oMath>
                </a14:m>
                <a:r>
                  <a:rPr lang="en-US" sz="3200" dirty="0">
                    <a:uFillTx/>
                    <a:latin typeface="Times New Roman" panose="02020603050405020304" pitchFamily="18" charset="0"/>
                    <a:ea typeface="宋体" panose="02010600030101010101" pitchFamily="2" charset="-122"/>
                    <a:cs typeface="Songti SC"/>
                    <a:sym typeface="+mn-ea"/>
                  </a:rPr>
                  <a:t>。</a:t>
                </a:r>
                <a:endParaRPr lang="en-US" sz="3200" dirty="0">
                  <a:uFillTx/>
                  <a:latin typeface="Times New Roman" panose="02020603050405020304" pitchFamily="18" charset="0"/>
                  <a:ea typeface="宋体" panose="02010600030101010101" pitchFamily="2" charset="-122"/>
                  <a:cs typeface="Songti SC"/>
                  <a:sym typeface="+mn-ea"/>
                </a:endParaRPr>
              </a:p>
              <a:p>
                <a:pPr lvl="0" indent="914400" algn="just" defTabSz="914400">
                  <a:lnSpc>
                    <a:spcPct val="125000"/>
                  </a:lnSpc>
                  <a:buSzTx/>
                  <a:defRPr/>
                </a:pPr>
                <a:endParaRPr lang="en-US" sz="3200" dirty="0">
                  <a:uFillTx/>
                  <a:latin typeface="Times New Roman" panose="02020603050405020304" pitchFamily="18" charset="0"/>
                  <a:ea typeface="宋体" panose="02010600030101010101" pitchFamily="2" charset="-122"/>
                  <a:cs typeface="Songti SC"/>
                  <a:sym typeface="+mn-ea"/>
                </a:endParaRPr>
              </a:p>
            </p:txBody>
          </p:sp>
        </mc:Choice>
        <mc:Fallback>
          <p:sp>
            <p:nvSpPr>
              <p:cNvPr id="8" name="AutoShape 8"/>
              <p:cNvSpPr txBox="1">
                <a:spLocks noRot="1" noChangeAspect="1" noMove="1" noResize="1" noEditPoints="1" noAdjustHandles="1" noChangeArrowheads="1" noChangeShapeType="1" noTextEdit="1"/>
              </p:cNvSpPr>
              <p:nvPr/>
            </p:nvSpPr>
            <p:spPr>
              <a:xfrm>
                <a:off x="1270000" y="1423620"/>
                <a:ext cx="16124826" cy="7212379"/>
              </a:xfrm>
              <a:prstGeom prst="rect">
                <a:avLst/>
              </a:prstGeom>
              <a:blipFill rotWithShape="1">
                <a:blip r:embed="rId3"/>
                <a:stretch>
                  <a:fillRect t="-8" r="2" b="9"/>
                </a:stretch>
              </a:blipFill>
              <a:ln w="19050" cap="flat" cmpd="sng">
                <a:noFill/>
                <a:prstDash val="solid"/>
                <a:round/>
              </a:ln>
            </p:spPr>
            <p:txBody>
              <a:bodyPr/>
              <a:lstStyle/>
              <a:p>
                <a:r>
                  <a:rPr lang="zh-CN" altLang="en-US">
                    <a:noFill/>
                  </a:rPr>
                  <a:t> </a:t>
                </a:r>
              </a:p>
            </p:txBody>
          </p:sp>
        </mc:Fallback>
      </mc:AlternateContent>
      <p:sp>
        <p:nvSpPr>
          <p:cNvPr id="9" name="AutoShape 9"/>
          <p:cNvSpPr txBox="1"/>
          <p:nvPr/>
        </p:nvSpPr>
        <p:spPr>
          <a:xfrm>
            <a:off x="15544800" y="9410700"/>
            <a:ext cx="2133600" cy="441325"/>
          </a:xfrm>
          <a:prstGeom prst="rect">
            <a:avLst/>
          </a:prstGeom>
          <a:noFill/>
          <a:ln w="19050" cap="flat" cmpd="sng">
            <a:noFill/>
            <a:prstDash val="solid"/>
            <a:round/>
          </a:ln>
        </p:spPr>
        <p:txBody>
          <a:bodyPr vert="horz" wrap="square" lIns="91440" tIns="45720" rIns="91440" bIns="45720" rtlCol="0" anchor="ctr" anchorCtr="0"/>
          <a:lstStyle/>
          <a:p>
            <a:pPr marL="0" indent="0" algn="r" defTabSz="914400">
              <a:lnSpc>
                <a:spcPct val="100000"/>
              </a:lnSpc>
              <a:defRPr/>
            </a:pPr>
            <a:fld id="{93C6EC8A-0AE1-4782-B647-4E26092BB706}" type="slidenum">
              <a:rPr sz="1400" b="0" i="0" u="none" strike="noStrike">
                <a:solidFill>
                  <a:srgbClr val="FFC000"/>
                </a:solidFill>
                <a:latin typeface="Calibri" panose="020F0502020204030204"/>
                <a:ea typeface="Calibri" panose="020F0502020204030204"/>
                <a:cs typeface="Calibri" panose="020F0502020204030204"/>
                <a:sym typeface="Calibri" panose="020F0502020204030204"/>
              </a:rPr>
            </a:fld>
            <a:endParaRPr lang="en-US" sz="1100"/>
          </a:p>
        </p:txBody>
      </p:sp>
      <p:sp>
        <p:nvSpPr>
          <p:cNvPr id="4" name="AutoShape 35"/>
          <p:cNvSpPr txBox="1"/>
          <p:nvPr/>
        </p:nvSpPr>
        <p:spPr>
          <a:xfrm>
            <a:off x="13694774" y="709652"/>
            <a:ext cx="3700052" cy="369332"/>
          </a:xfrm>
          <a:prstGeom prst="rect">
            <a:avLst/>
          </a:prstGeom>
          <a:noFill/>
          <a:ln w="19050" cap="flat" cmpd="sng">
            <a:noFill/>
            <a:prstDash val="solid"/>
            <a:round/>
          </a:ln>
        </p:spPr>
        <p:txBody>
          <a:bodyPr vert="horz" wrap="none" lIns="91440" tIns="45720" rIns="91440" bIns="45720" rtlCol="0" anchor="t" anchorCtr="0"/>
          <a:lstStyle/>
          <a:p>
            <a:pPr>
              <a:defRPr/>
            </a:pPr>
            <a:r>
              <a:rPr lang="zh-CN" altLang="zh-CN" sz="18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仿宋" panose="02010609060101010101" pitchFamily="49" charset="-122"/>
                <a:ea typeface="仿宋" panose="02010609060101010101" pitchFamily="49" charset="-122"/>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密码学</a:t>
            </a:r>
            <a:r>
              <a:rPr lang="en-US" sz="1800" b="1" i="0" u="none" strike="noStrike" dirty="0">
                <a:solidFill>
                  <a:srgbClr val="1F497D"/>
                </a:solidFill>
                <a:latin typeface="仿宋" panose="02010609060101010101" pitchFamily="49" charset="-122"/>
                <a:ea typeface="仿宋" panose="02010609060101010101" pitchFamily="49" charset="-122"/>
                <a:cs typeface="Zhuque Fangsong"/>
                <a:sym typeface="Zhuque Fangsong"/>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基础理论与应用</a:t>
            </a:r>
            <a:endParaRPr lang="en-US" sz="1100" dirty="0">
              <a:latin typeface="仿宋" panose="02010609060101010101" pitchFamily="49" charset="-122"/>
              <a:ea typeface="仿宋" panose="02010609060101010101" pitchFamily="49" charset="-122"/>
            </a:endParaRPr>
          </a:p>
        </p:txBody>
      </p:sp>
      <p:sp>
        <p:nvSpPr>
          <p:cNvPr id="11" name="TextBox 30"/>
          <p:cNvSpPr txBox="1"/>
          <p:nvPr/>
        </p:nvSpPr>
        <p:spPr>
          <a:xfrm>
            <a:off x="2854229" y="450075"/>
            <a:ext cx="9458717" cy="717550"/>
          </a:xfrm>
          <a:prstGeom prst="rect">
            <a:avLst/>
          </a:prstGeom>
        </p:spPr>
        <p:txBody>
          <a:bodyPr lIns="0" tIns="0" rIns="0" bIns="0" rtlCol="0" anchor="t">
            <a:spAutoFit/>
          </a:bodyPr>
          <a:lstStyle/>
          <a:p>
            <a:pPr algn="l">
              <a:lnSpc>
                <a:spcPts val="5600"/>
              </a:lnSpc>
            </a:pPr>
            <a:r>
              <a:rPr lang="en-US" altLang="zh-CN"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Times New Roman" panose="02020603050405020304" pitchFamily="18" charset="0"/>
                <a:sym typeface="字由文艺黑" panose="00020600040101010101" charset="-122"/>
              </a:rPr>
              <a:t>Kyber</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公钥密码算法</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81390" y="411284"/>
            <a:ext cx="1674789" cy="842645"/>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Times New Roman" panose="02020603050405020304" pitchFamily="18" charset="0"/>
                <a:sym typeface="字由文艺黑" panose="00020600040101010101" charset="-122"/>
              </a:rPr>
              <a:t>10.4</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Times New Roman" panose="02020603050405020304" pitchFamily="18" charset="0"/>
              <a:sym typeface="字由文艺黑" panose="00020600040101010101"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780296" y="360435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3" name="AutoShape 3"/>
          <p:cNvSpPr txBox="1"/>
          <p:nvPr/>
        </p:nvSpPr>
        <p:spPr>
          <a:xfrm>
            <a:off x="796975" y="3621029"/>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4" name="Freeform 4"/>
          <p:cNvSpPr/>
          <p:nvPr/>
        </p:nvSpPr>
        <p:spPr>
          <a:xfrm>
            <a:off x="780296" y="4024558"/>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5" name="AutoShape 5"/>
          <p:cNvSpPr txBox="1"/>
          <p:nvPr/>
        </p:nvSpPr>
        <p:spPr>
          <a:xfrm>
            <a:off x="796975" y="4041237"/>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6" name="Freeform 6"/>
          <p:cNvSpPr/>
          <p:nvPr/>
        </p:nvSpPr>
        <p:spPr>
          <a:xfrm>
            <a:off x="780296" y="4444768"/>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7" name="AutoShape 7"/>
          <p:cNvSpPr txBox="1"/>
          <p:nvPr/>
        </p:nvSpPr>
        <p:spPr>
          <a:xfrm>
            <a:off x="796975" y="4461447"/>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8" name="Freeform 8"/>
          <p:cNvSpPr/>
          <p:nvPr/>
        </p:nvSpPr>
        <p:spPr>
          <a:xfrm>
            <a:off x="780296" y="4864976"/>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9" name="AutoShape 9"/>
          <p:cNvSpPr txBox="1"/>
          <p:nvPr/>
        </p:nvSpPr>
        <p:spPr>
          <a:xfrm>
            <a:off x="796975" y="4881655"/>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10" name="Freeform 10"/>
          <p:cNvSpPr/>
          <p:nvPr/>
        </p:nvSpPr>
        <p:spPr>
          <a:xfrm>
            <a:off x="17329795" y="360435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11" name="AutoShape 11"/>
          <p:cNvSpPr txBox="1"/>
          <p:nvPr/>
        </p:nvSpPr>
        <p:spPr>
          <a:xfrm>
            <a:off x="17346474" y="3621029"/>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12" name="Freeform 12"/>
          <p:cNvSpPr/>
          <p:nvPr/>
        </p:nvSpPr>
        <p:spPr>
          <a:xfrm>
            <a:off x="17329795" y="4024558"/>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13" name="AutoShape 13"/>
          <p:cNvSpPr txBox="1"/>
          <p:nvPr/>
        </p:nvSpPr>
        <p:spPr>
          <a:xfrm>
            <a:off x="17346474" y="4041237"/>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14" name="Freeform 14"/>
          <p:cNvSpPr/>
          <p:nvPr/>
        </p:nvSpPr>
        <p:spPr>
          <a:xfrm>
            <a:off x="17329795" y="4444768"/>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15" name="AutoShape 15"/>
          <p:cNvSpPr txBox="1"/>
          <p:nvPr/>
        </p:nvSpPr>
        <p:spPr>
          <a:xfrm>
            <a:off x="17346474" y="4461447"/>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16" name="Freeform 16"/>
          <p:cNvSpPr/>
          <p:nvPr/>
        </p:nvSpPr>
        <p:spPr>
          <a:xfrm>
            <a:off x="17329795" y="4864976"/>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17" name="AutoShape 17"/>
          <p:cNvSpPr txBox="1"/>
          <p:nvPr/>
        </p:nvSpPr>
        <p:spPr>
          <a:xfrm>
            <a:off x="17346474" y="4881655"/>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18" name="Freeform 18"/>
          <p:cNvSpPr/>
          <p:nvPr/>
        </p:nvSpPr>
        <p:spPr>
          <a:xfrm rot="10800000">
            <a:off x="5340277" y="802276"/>
            <a:ext cx="7607444" cy="7607444"/>
          </a:xfrm>
          <a:custGeom>
            <a:avLst/>
            <a:gdLst/>
            <a:ahLst/>
            <a:cxnLst/>
            <a:rect l="l" t="t" r="r" b="b"/>
            <a:pathLst>
              <a:path w="7607444" h="7607444">
                <a:moveTo>
                  <a:pt x="3803721" y="0"/>
                </a:moveTo>
                <a:cubicBezTo>
                  <a:pt x="1702980" y="0"/>
                  <a:pt x="0" y="1702980"/>
                  <a:pt x="0" y="3803721"/>
                </a:cubicBezTo>
                <a:cubicBezTo>
                  <a:pt x="0" y="5904464"/>
                  <a:pt x="1702980" y="7607444"/>
                  <a:pt x="3803721" y="7607444"/>
                </a:cubicBezTo>
                <a:cubicBezTo>
                  <a:pt x="5904464" y="7607444"/>
                  <a:pt x="7607444" y="5904464"/>
                  <a:pt x="7607444" y="3803721"/>
                </a:cubicBezTo>
                <a:cubicBezTo>
                  <a:pt x="7607444" y="1702980"/>
                  <a:pt x="5904464" y="0"/>
                  <a:pt x="3803721" y="0"/>
                </a:cubicBezTo>
                <a:close/>
              </a:path>
            </a:pathLst>
          </a:custGeom>
          <a:gradFill rotWithShape="1">
            <a:gsLst>
              <a:gs pos="0">
                <a:srgbClr val="FFFFFF">
                  <a:alpha val="0"/>
                </a:srgbClr>
              </a:gs>
              <a:gs pos="100000">
                <a:srgbClr val="DDEEFF">
                  <a:alpha val="100000"/>
                </a:srgbClr>
              </a:gs>
            </a:gsLst>
            <a:lin ang="5400000"/>
          </a:gradFill>
          <a:ln w="25400" cap="flat" cmpd="sng">
            <a:noFill/>
            <a:prstDash val="solid"/>
            <a:round/>
          </a:ln>
        </p:spPr>
        <p:txBody>
          <a:bodyPr vert="horz" wrap="square" lIns="91440" tIns="45720" rIns="91440" bIns="45720" rtlCol="0" anchor="t" anchorCtr="0"/>
          <a:lstStyle/>
          <a:p>
            <a:pPr algn="l">
              <a:defRPr/>
            </a:pPr>
          </a:p>
        </p:txBody>
      </p:sp>
      <p:sp>
        <p:nvSpPr>
          <p:cNvPr id="19" name="AutoShape 19"/>
          <p:cNvSpPr txBox="1"/>
          <p:nvPr/>
        </p:nvSpPr>
        <p:spPr>
          <a:xfrm rot="10800000">
            <a:off x="6053475" y="1515474"/>
            <a:ext cx="6181047" cy="6181047"/>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20" name="AutoShape 20"/>
          <p:cNvSpPr txBox="1"/>
          <p:nvPr/>
        </p:nvSpPr>
        <p:spPr>
          <a:xfrm>
            <a:off x="7781241" y="2834725"/>
            <a:ext cx="2725514" cy="2190115"/>
          </a:xfrm>
          <a:prstGeom prst="rect">
            <a:avLst/>
          </a:prstGeom>
          <a:noFill/>
          <a:ln w="19050" cap="flat" cmpd="sng">
            <a:noFill/>
            <a:prstDash val="solid"/>
            <a:round/>
          </a:ln>
        </p:spPr>
        <p:txBody>
          <a:bodyPr vert="horz" wrap="square" lIns="0" tIns="0" rIns="0" bIns="0" rtlCol="0" anchor="t" anchorCtr="0"/>
          <a:lstStyle/>
          <a:p>
            <a:pPr marL="0" indent="0" algn="ctr" defTabSz="914400">
              <a:lnSpc>
                <a:spcPts val="17080"/>
              </a:lnSpc>
              <a:defRPr/>
            </a:pPr>
            <a:r>
              <a:rPr lang="en-US" sz="12200" b="0" i="0" u="none" strike="noStrike">
                <a:solidFill>
                  <a:srgbClr val="004AAD"/>
                </a:solidFill>
                <a:latin typeface="Times New Roman" panose="02020603050405020304"/>
                <a:ea typeface="Times New Roman" panose="02020603050405020304"/>
                <a:cs typeface="Times New Roman" panose="02020603050405020304"/>
                <a:sym typeface="Times New Roman" panose="02020603050405020304"/>
              </a:rPr>
              <a:t>10.5</a:t>
            </a:r>
            <a:endParaRPr lang="en-US" sz="1100"/>
          </a:p>
        </p:txBody>
      </p:sp>
      <p:sp>
        <p:nvSpPr>
          <p:cNvPr id="21" name="AutoShape 21"/>
          <p:cNvSpPr txBox="1"/>
          <p:nvPr/>
        </p:nvSpPr>
        <p:spPr>
          <a:xfrm>
            <a:off x="3428998" y="5143500"/>
            <a:ext cx="11429999" cy="2872105"/>
          </a:xfrm>
          <a:prstGeom prst="rect">
            <a:avLst/>
          </a:prstGeom>
          <a:noFill/>
          <a:ln w="19050" cap="flat" cmpd="sng">
            <a:noFill/>
            <a:prstDash val="solid"/>
            <a:round/>
          </a:ln>
        </p:spPr>
        <p:txBody>
          <a:bodyPr vert="horz" wrap="square" lIns="0" tIns="0" rIns="0" bIns="0" rtlCol="0" anchor="t" anchorCtr="0"/>
          <a:lstStyle/>
          <a:p>
            <a:pPr marL="0" indent="0" algn="ctr" defTabSz="914400">
              <a:lnSpc>
                <a:spcPts val="11200"/>
              </a:lnSpc>
              <a:defRPr/>
            </a:pPr>
            <a:r>
              <a:rPr lang="en-US" sz="9600" b="1" i="0" u="none" strike="noStrike" dirty="0" err="1">
                <a:solidFill>
                  <a:srgbClr val="004AAD"/>
                </a:solidFill>
                <a:latin typeface="仿宋" panose="02010609060101010101" pitchFamily="49" charset="-122"/>
                <a:ea typeface="仿宋" panose="02010609060101010101" pitchFamily="49" charset="-122"/>
                <a:cs typeface="Zhuque Fangsong"/>
                <a:sym typeface="Zhuque Fangsong"/>
              </a:rPr>
              <a:t>Dilithium算法</a:t>
            </a:r>
            <a:endParaRPr lang="en-US" sz="9600" dirty="0">
              <a:latin typeface="仿宋" panose="02010609060101010101" pitchFamily="49" charset="-122"/>
              <a:ea typeface="仿宋" panose="02010609060101010101" pitchFamily="49" charset="-122"/>
            </a:endParaRPr>
          </a:p>
          <a:p>
            <a:pPr algn="ctr" defTabSz="914400">
              <a:lnSpc>
                <a:spcPts val="11200"/>
              </a:lnSpc>
            </a:pPr>
            <a:endParaRPr lang="en-US" sz="1100" dirty="0"/>
          </a:p>
        </p:txBody>
      </p:sp>
      <p:sp>
        <p:nvSpPr>
          <p:cNvPr id="22" name="Freeform 22"/>
          <p:cNvSpPr/>
          <p:nvPr/>
        </p:nvSpPr>
        <p:spPr>
          <a:xfrm>
            <a:off x="-1028699" y="9030575"/>
            <a:ext cx="20887940" cy="1097222"/>
          </a:xfrm>
          <a:custGeom>
            <a:avLst/>
            <a:gdLst/>
            <a:ahLst/>
            <a:cxnLst/>
            <a:rect l="l" t="t" r="r" b="b"/>
            <a:pathLst>
              <a:path w="20887940" h="1097222">
                <a:moveTo>
                  <a:pt x="71773" y="0"/>
                </a:moveTo>
                <a:lnTo>
                  <a:pt x="20816167" y="0"/>
                </a:lnTo>
                <a:cubicBezTo>
                  <a:pt x="20835201" y="0"/>
                  <a:pt x="20853457" y="7563"/>
                  <a:pt x="20866917" y="21020"/>
                </a:cubicBezTo>
                <a:cubicBezTo>
                  <a:pt x="20880376" y="34479"/>
                  <a:pt x="20887940" y="52735"/>
                  <a:pt x="20887940" y="71773"/>
                </a:cubicBezTo>
                <a:lnTo>
                  <a:pt x="20887940" y="1025454"/>
                </a:lnTo>
                <a:cubicBezTo>
                  <a:pt x="20887940" y="1065089"/>
                  <a:pt x="20855807" y="1097222"/>
                  <a:pt x="20816167" y="1097222"/>
                </a:cubicBezTo>
                <a:lnTo>
                  <a:pt x="71773" y="1097222"/>
                </a:lnTo>
                <a:cubicBezTo>
                  <a:pt x="32134" y="1097222"/>
                  <a:pt x="0" y="1065089"/>
                  <a:pt x="0" y="1025454"/>
                </a:cubicBezTo>
                <a:lnTo>
                  <a:pt x="0" y="71773"/>
                </a:lnTo>
                <a:cubicBezTo>
                  <a:pt x="0" y="32134"/>
                  <a:pt x="32134" y="0"/>
                  <a:pt x="71773" y="0"/>
                </a:cubicBezTo>
                <a:close/>
              </a:path>
            </a:pathLst>
          </a:custGeom>
          <a:gradFill rotWithShape="1">
            <a:gsLst>
              <a:gs pos="0">
                <a:srgbClr val="FFAD5C">
                  <a:alpha val="100000"/>
                </a:srgbClr>
              </a:gs>
              <a:gs pos="100000">
                <a:srgbClr val="FFE1C4">
                  <a:alpha val="100000"/>
                </a:srgbClr>
              </a:gs>
            </a:gsLst>
            <a:lin ang="0"/>
          </a:gradFill>
          <a:ln w="25400" cap="flat" cmpd="sng">
            <a:noFill/>
            <a:prstDash val="solid"/>
            <a:round/>
          </a:ln>
        </p:spPr>
        <p:txBody>
          <a:bodyPr vert="horz" wrap="square" lIns="91440" tIns="45720" rIns="91440" bIns="45720" rtlCol="0" anchor="t" anchorCtr="0"/>
          <a:lstStyle/>
          <a:p>
            <a:pPr algn="l">
              <a:defRPr/>
            </a:pPr>
          </a:p>
        </p:txBody>
      </p:sp>
      <p:sp>
        <p:nvSpPr>
          <p:cNvPr id="23" name="AutoShape 23"/>
          <p:cNvSpPr txBox="1"/>
          <p:nvPr/>
        </p:nvSpPr>
        <p:spPr>
          <a:xfrm>
            <a:off x="-1028699" y="9030575"/>
            <a:ext cx="20887940" cy="1097222"/>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24" name="Freeform 24"/>
          <p:cNvSpPr/>
          <p:nvPr/>
        </p:nvSpPr>
        <p:spPr>
          <a:xfrm>
            <a:off x="-1299970" y="9183427"/>
            <a:ext cx="20887940" cy="1241762"/>
          </a:xfrm>
          <a:custGeom>
            <a:avLst/>
            <a:gdLst/>
            <a:ahLst/>
            <a:cxnLst/>
            <a:rect l="l" t="t" r="r" b="b"/>
            <a:pathLst>
              <a:path w="20887940" h="1241762">
                <a:moveTo>
                  <a:pt x="71773" y="0"/>
                </a:moveTo>
                <a:lnTo>
                  <a:pt x="20816167" y="0"/>
                </a:lnTo>
                <a:cubicBezTo>
                  <a:pt x="20835201" y="0"/>
                  <a:pt x="20853457" y="7563"/>
                  <a:pt x="20866917" y="21020"/>
                </a:cubicBezTo>
                <a:cubicBezTo>
                  <a:pt x="20880376" y="34479"/>
                  <a:pt x="20887940" y="52734"/>
                  <a:pt x="20887940" y="71773"/>
                </a:cubicBezTo>
                <a:lnTo>
                  <a:pt x="20887940" y="1169989"/>
                </a:lnTo>
                <a:cubicBezTo>
                  <a:pt x="20887940" y="1209628"/>
                  <a:pt x="20855807" y="1241762"/>
                  <a:pt x="20816167" y="1241762"/>
                </a:cubicBezTo>
                <a:lnTo>
                  <a:pt x="71773" y="1241762"/>
                </a:lnTo>
                <a:cubicBezTo>
                  <a:pt x="32134" y="1241762"/>
                  <a:pt x="0" y="1209628"/>
                  <a:pt x="0" y="1169989"/>
                </a:cubicBezTo>
                <a:lnTo>
                  <a:pt x="0" y="71773"/>
                </a:lnTo>
                <a:cubicBezTo>
                  <a:pt x="0" y="32134"/>
                  <a:pt x="32134" y="0"/>
                  <a:pt x="71773" y="0"/>
                </a:cubicBezTo>
                <a:close/>
              </a:path>
            </a:pathLst>
          </a:custGeom>
          <a:solidFill>
            <a:srgbClr val="013E7C">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25" name="AutoShape 25"/>
          <p:cNvSpPr txBox="1"/>
          <p:nvPr/>
        </p:nvSpPr>
        <p:spPr>
          <a:xfrm>
            <a:off x="-1299970" y="9183427"/>
            <a:ext cx="20887940" cy="124176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26" name="AutoShape 26"/>
          <p:cNvSpPr txBox="1"/>
          <p:nvPr/>
        </p:nvSpPr>
        <p:spPr>
          <a:xfrm>
            <a:off x="15374104" y="9522714"/>
            <a:ext cx="2133600" cy="441325"/>
          </a:xfrm>
          <a:prstGeom prst="rect">
            <a:avLst/>
          </a:prstGeom>
          <a:noFill/>
          <a:ln w="19050" cap="flat" cmpd="sng">
            <a:noFill/>
            <a:prstDash val="solid"/>
            <a:round/>
          </a:ln>
        </p:spPr>
        <p:txBody>
          <a:bodyPr vert="horz" wrap="square" lIns="91440" tIns="45720" rIns="91440" bIns="45720" rtlCol="0" anchor="ctr" anchorCtr="0"/>
          <a:lstStyle/>
          <a:p>
            <a:pPr marL="0" indent="0" algn="r" defTabSz="914400">
              <a:lnSpc>
                <a:spcPct val="100000"/>
              </a:lnSpc>
              <a:defRPr/>
            </a:pPr>
            <a:fld id="{3A7FCEBF-F9FC-4BB5-BB9F-D9B7FD5D1141}" type="slidenum">
              <a:rPr sz="1400" b="0" i="0" u="none" strike="noStrike">
                <a:solidFill>
                  <a:srgbClr val="FFC000"/>
                </a:solidFill>
                <a:latin typeface="Calibri" panose="020F0502020204030204"/>
                <a:ea typeface="Calibri" panose="020F0502020204030204"/>
                <a:cs typeface="Calibri" panose="020F0502020204030204"/>
                <a:sym typeface="Calibri" panose="020F0502020204030204"/>
              </a:rPr>
            </a:fld>
            <a:endParaRPr lang="en-US" sz="1100"/>
          </a:p>
        </p:txBody>
      </p:sp>
      <p:pic>
        <p:nvPicPr>
          <p:cNvPr id="28" name="Picture 28"/>
          <p:cNvPicPr>
            <a:picLocks noChangeAspect="1"/>
          </p:cNvPicPr>
          <p:nvPr/>
        </p:nvPicPr>
        <p:blipFill>
          <a:blip r:embed="rId1"/>
          <a:srcRect/>
          <a:stretch>
            <a:fillRect/>
          </a:stretch>
        </p:blipFill>
        <p:spPr>
          <a:xfrm>
            <a:off x="1090952" y="932573"/>
            <a:ext cx="2771429" cy="47619"/>
          </a:xfrm>
          <a:prstGeom prst="rect">
            <a:avLst/>
          </a:prstGeom>
          <a:noFill/>
          <a:ln w="25400" cap="flat" cmpd="sng">
            <a:noFill/>
            <a:prstDash val="solid"/>
            <a:round/>
          </a:ln>
        </p:spPr>
      </p:pic>
      <p:sp>
        <p:nvSpPr>
          <p:cNvPr id="29" name="AutoShape 35"/>
          <p:cNvSpPr txBox="1"/>
          <p:nvPr/>
        </p:nvSpPr>
        <p:spPr>
          <a:xfrm>
            <a:off x="684585" y="486815"/>
            <a:ext cx="3700052" cy="369332"/>
          </a:xfrm>
          <a:prstGeom prst="rect">
            <a:avLst/>
          </a:prstGeom>
          <a:noFill/>
          <a:ln w="19050" cap="flat" cmpd="sng">
            <a:noFill/>
            <a:prstDash val="solid"/>
            <a:round/>
          </a:ln>
        </p:spPr>
        <p:txBody>
          <a:bodyPr vert="horz" wrap="none" lIns="91440" tIns="45720" rIns="91440" bIns="45720" rtlCol="0" anchor="t" anchorCtr="0"/>
          <a:lstStyle/>
          <a:p>
            <a:pPr>
              <a:defRPr/>
            </a:pPr>
            <a:r>
              <a:rPr lang="zh-CN" altLang="zh-CN" sz="18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仿宋" panose="02010609060101010101" pitchFamily="49" charset="-122"/>
                <a:ea typeface="仿宋" panose="02010609060101010101" pitchFamily="49" charset="-122"/>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密码学</a:t>
            </a:r>
            <a:r>
              <a:rPr lang="en-US" sz="1800" b="1" i="0" u="none" strike="noStrike" dirty="0">
                <a:solidFill>
                  <a:srgbClr val="1F497D"/>
                </a:solidFill>
                <a:latin typeface="仿宋" panose="02010609060101010101" pitchFamily="49" charset="-122"/>
                <a:ea typeface="仿宋" panose="02010609060101010101" pitchFamily="49" charset="-122"/>
                <a:cs typeface="Zhuque Fangsong"/>
                <a:sym typeface="Zhuque Fangsong"/>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基础理论与应用</a:t>
            </a:r>
            <a:endParaRPr lang="en-US" sz="1100" dirty="0">
              <a:latin typeface="仿宋" panose="02010609060101010101" pitchFamily="49" charset="-122"/>
              <a:ea typeface="仿宋" panose="02010609060101010101" pitchFamily="49"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412090" y="1028700"/>
            <a:ext cx="7800783" cy="275915"/>
          </a:xfrm>
          <a:custGeom>
            <a:avLst/>
            <a:gdLst/>
            <a:ahLst/>
            <a:cxnLst/>
            <a:rect l="l" t="t" r="r" b="b"/>
            <a:pathLst>
              <a:path w="7800783" h="275915">
                <a:moveTo>
                  <a:pt x="137960" y="0"/>
                </a:moveTo>
                <a:lnTo>
                  <a:pt x="7662827" y="0"/>
                </a:lnTo>
                <a:cubicBezTo>
                  <a:pt x="7699414" y="0"/>
                  <a:pt x="7734504" y="14534"/>
                  <a:pt x="7760377" y="40406"/>
                </a:cubicBezTo>
                <a:cubicBezTo>
                  <a:pt x="7786248" y="66279"/>
                  <a:pt x="7800783" y="101369"/>
                  <a:pt x="7800783" y="137959"/>
                </a:cubicBezTo>
                <a:lnTo>
                  <a:pt x="7800783" y="137959"/>
                </a:lnTo>
                <a:cubicBezTo>
                  <a:pt x="7800783" y="174546"/>
                  <a:pt x="7786248" y="209636"/>
                  <a:pt x="7760377" y="235509"/>
                </a:cubicBezTo>
                <a:cubicBezTo>
                  <a:pt x="7734504" y="261380"/>
                  <a:pt x="7699414" y="275915"/>
                  <a:pt x="7662827" y="275915"/>
                </a:cubicBezTo>
                <a:lnTo>
                  <a:pt x="137960" y="275915"/>
                </a:lnTo>
                <a:cubicBezTo>
                  <a:pt x="101369" y="275915"/>
                  <a:pt x="66279" y="261380"/>
                  <a:pt x="40406" y="235509"/>
                </a:cubicBezTo>
                <a:cubicBezTo>
                  <a:pt x="14534" y="209636"/>
                  <a:pt x="0" y="174546"/>
                  <a:pt x="0" y="137959"/>
                </a:cubicBezTo>
                <a:lnTo>
                  <a:pt x="0" y="137959"/>
                </a:lnTo>
                <a:cubicBezTo>
                  <a:pt x="0" y="101369"/>
                  <a:pt x="14534" y="66279"/>
                  <a:pt x="40406" y="40406"/>
                </a:cubicBezTo>
                <a:cubicBezTo>
                  <a:pt x="66279" y="14534"/>
                  <a:pt x="101369" y="0"/>
                  <a:pt x="137960" y="0"/>
                </a:cubicBezTo>
                <a:close/>
              </a:path>
            </a:pathLst>
          </a:custGeom>
          <a:gradFill rotWithShape="1">
            <a:gsLst>
              <a:gs pos="0">
                <a:srgbClr val="DDEEFF">
                  <a:alpha val="100000"/>
                </a:srgbClr>
              </a:gs>
              <a:gs pos="100000">
                <a:srgbClr val="FFFFFF">
                  <a:alpha val="0"/>
                </a:srgbClr>
              </a:gs>
            </a:gsLst>
            <a:lin ang="0"/>
          </a:gradFill>
          <a:ln w="25400" cap="flat" cmpd="sng">
            <a:noFill/>
            <a:prstDash val="solid"/>
            <a:round/>
          </a:ln>
        </p:spPr>
        <p:txBody>
          <a:bodyPr vert="horz" wrap="square" lIns="91440" tIns="45720" rIns="91440" bIns="45720" rtlCol="0" anchor="t" anchorCtr="0"/>
          <a:lstStyle/>
          <a:p>
            <a:pPr algn="l">
              <a:defRPr/>
            </a:pPr>
          </a:p>
        </p:txBody>
      </p:sp>
      <p:pic>
        <p:nvPicPr>
          <p:cNvPr id="5" name="Picture 5"/>
          <p:cNvPicPr>
            <a:picLocks noChangeAspect="1"/>
          </p:cNvPicPr>
          <p:nvPr/>
        </p:nvPicPr>
        <p:blipFill>
          <a:blip r:embed="rId1">
            <a:alphaModFix amt="80000"/>
          </a:blip>
          <a:srcRect/>
          <a:stretch>
            <a:fillRect/>
          </a:stretch>
        </p:blipFill>
        <p:spPr>
          <a:xfrm>
            <a:off x="762000" y="494030"/>
            <a:ext cx="1069975" cy="656590"/>
          </a:xfrm>
          <a:prstGeom prst="rect">
            <a:avLst/>
          </a:prstGeom>
          <a:noFill/>
          <a:ln w="25400" cap="flat" cmpd="sng">
            <a:noFill/>
            <a:prstDash val="solid"/>
            <a:round/>
          </a:ln>
          <a:effectLst>
            <a:outerShdw blurRad="50800" dist="38100" dir="2700000" algn="tl">
              <a:srgbClr val="000000">
                <a:alpha val="40000"/>
              </a:srgbClr>
            </a:outerShdw>
            <a:reflection blurRad="6350" stA="50000" endA="300" endPos="55000" dir="5400000" sy="-100000" algn="bl" rotWithShape="0"/>
          </a:effectLst>
        </p:spPr>
      </p:pic>
      <p:pic>
        <p:nvPicPr>
          <p:cNvPr id="7" name="Picture 7"/>
          <p:cNvPicPr>
            <a:picLocks noChangeAspect="1"/>
          </p:cNvPicPr>
          <p:nvPr/>
        </p:nvPicPr>
        <p:blipFill>
          <a:blip r:embed="rId2"/>
          <a:srcRect/>
          <a:stretch>
            <a:fillRect/>
          </a:stretch>
        </p:blipFill>
        <p:spPr>
          <a:xfrm>
            <a:off x="13772537" y="1102753"/>
            <a:ext cx="2771429" cy="47619"/>
          </a:xfrm>
          <a:prstGeom prst="rect">
            <a:avLst/>
          </a:prstGeom>
          <a:noFill/>
          <a:ln w="25400" cap="flat" cmpd="sng">
            <a:noFill/>
            <a:prstDash val="solid"/>
            <a:round/>
          </a:ln>
        </p:spPr>
      </p:pic>
      <p:sp>
        <p:nvSpPr>
          <p:cNvPr id="8" name="AutoShape 8"/>
          <p:cNvSpPr txBox="1"/>
          <p:nvPr/>
        </p:nvSpPr>
        <p:spPr>
          <a:xfrm>
            <a:off x="1614223" y="2220088"/>
            <a:ext cx="15475803" cy="3696341"/>
          </a:xfrm>
          <a:prstGeom prst="rect">
            <a:avLst/>
          </a:prstGeom>
          <a:noFill/>
          <a:ln w="19050" cap="flat" cmpd="sng">
            <a:noFill/>
            <a:prstDash val="solid"/>
            <a:round/>
          </a:ln>
        </p:spPr>
        <p:txBody>
          <a:bodyPr vert="horz" wrap="square" lIns="0" tIns="0" rIns="0" bIns="0" rtlCol="0" anchor="t" anchorCtr="0">
            <a:noAutofit/>
          </a:bodyPr>
          <a:lstStyle/>
          <a:p>
            <a:pPr lvl="0" indent="914400" algn="just" defTabSz="914400">
              <a:lnSpc>
                <a:spcPct val="125000"/>
              </a:lnSpc>
              <a:buSzTx/>
              <a:defRPr/>
            </a:pPr>
            <a:r>
              <a:rPr lang="en-US" sz="3200" dirty="0">
                <a:uFillTx/>
                <a:latin typeface="Times New Roman" panose="02020603050405020304" pitchFamily="18" charset="0"/>
                <a:ea typeface="宋体" panose="02010600030101010101" pitchFamily="2" charset="-122"/>
                <a:cs typeface="Songti SC"/>
                <a:sym typeface="+mn-ea"/>
              </a:rPr>
              <a:t>CRYSTALS-</a:t>
            </a:r>
            <a:r>
              <a:rPr lang="en-US" sz="3200" dirty="0">
                <a:uFillTx/>
                <a:latin typeface="Times New Roman" panose="02020603050405020304" pitchFamily="18" charset="0"/>
                <a:ea typeface="宋体" panose="02010600030101010101" pitchFamily="2" charset="-122"/>
                <a:cs typeface="Songti SC"/>
                <a:sym typeface="+mn-ea"/>
              </a:rPr>
              <a:t>Dilithium</a:t>
            </a:r>
            <a:r>
              <a:rPr lang="en-US" sz="3200" dirty="0">
                <a:uFillTx/>
                <a:latin typeface="Times New Roman" panose="02020603050405020304" pitchFamily="18" charset="0"/>
                <a:ea typeface="宋体" panose="02010600030101010101" pitchFamily="2" charset="-122"/>
                <a:cs typeface="Songti SC"/>
                <a:sym typeface="+mn-ea"/>
              </a:rPr>
              <a:t>是</a:t>
            </a:r>
            <a:r>
              <a:rPr lang="en-US" sz="3200" dirty="0">
                <a:uFillTx/>
                <a:latin typeface="Times New Roman" panose="02020603050405020304" pitchFamily="18" charset="0"/>
                <a:ea typeface="宋体" panose="02010600030101010101" pitchFamily="2" charset="-122"/>
                <a:cs typeface="Songti SC"/>
                <a:sym typeface="+mn-ea"/>
              </a:rPr>
              <a:t>NIST</a:t>
            </a:r>
            <a:r>
              <a:rPr lang="en-US" sz="3200" dirty="0">
                <a:uFillTx/>
                <a:latin typeface="Times New Roman" panose="02020603050405020304" pitchFamily="18" charset="0"/>
                <a:ea typeface="宋体" panose="02010600030101010101" pitchFamily="2" charset="-122"/>
                <a:cs typeface="Songti SC"/>
                <a:sym typeface="+mn-ea"/>
              </a:rPr>
              <a:t>后量子密码标准化第四轮选定的基于格的数字签名算法，</a:t>
            </a:r>
            <a:r>
              <a:rPr lang="en-US" sz="3200" dirty="0">
                <a:uFillTx/>
                <a:latin typeface="Times New Roman" panose="02020603050405020304" pitchFamily="18" charset="0"/>
                <a:ea typeface="宋体" panose="02010600030101010101" pitchFamily="2" charset="-122"/>
                <a:cs typeface="Songti SC"/>
                <a:sym typeface="+mn-ea"/>
              </a:rPr>
              <a:t>2025</a:t>
            </a:r>
            <a:r>
              <a:rPr lang="en-US" sz="3200" dirty="0">
                <a:uFillTx/>
                <a:latin typeface="Times New Roman" panose="02020603050405020304" pitchFamily="18" charset="0"/>
                <a:ea typeface="宋体" panose="02010600030101010101" pitchFamily="2" charset="-122"/>
                <a:cs typeface="Songti SC"/>
                <a:sym typeface="+mn-ea"/>
              </a:rPr>
              <a:t>年</a:t>
            </a:r>
            <a:r>
              <a:rPr lang="en-US" sz="3200" dirty="0">
                <a:uFillTx/>
                <a:latin typeface="Times New Roman" panose="02020603050405020304" pitchFamily="18" charset="0"/>
                <a:ea typeface="宋体" panose="02010600030101010101" pitchFamily="2" charset="-122"/>
                <a:cs typeface="Songti SC"/>
                <a:sym typeface="+mn-ea"/>
              </a:rPr>
              <a:t>8</a:t>
            </a:r>
            <a:r>
              <a:rPr lang="en-US" sz="3200" dirty="0">
                <a:uFillTx/>
                <a:latin typeface="Times New Roman" panose="02020603050405020304" pitchFamily="18" charset="0"/>
                <a:ea typeface="宋体" panose="02010600030101010101" pitchFamily="2" charset="-122"/>
                <a:cs typeface="Songti SC"/>
                <a:sym typeface="+mn-ea"/>
              </a:rPr>
              <a:t>月正式发布为后量子数字签名标准</a:t>
            </a:r>
            <a:r>
              <a:rPr lang="en-US" sz="3200" dirty="0">
                <a:uFillTx/>
                <a:latin typeface="Times New Roman" panose="02020603050405020304" pitchFamily="18" charset="0"/>
                <a:ea typeface="宋体" panose="02010600030101010101" pitchFamily="2" charset="-122"/>
                <a:cs typeface="Songti SC"/>
                <a:sym typeface="+mn-ea"/>
              </a:rPr>
              <a:t>ML-DSA</a:t>
            </a:r>
            <a:r>
              <a:rPr lang="en-US" sz="3200" dirty="0">
                <a:uFillTx/>
                <a:latin typeface="Times New Roman" panose="02020603050405020304" pitchFamily="18" charset="0"/>
                <a:ea typeface="宋体" panose="02010600030101010101" pitchFamily="2" charset="-122"/>
                <a:cs typeface="Songti SC"/>
                <a:sym typeface="+mn-ea"/>
              </a:rPr>
              <a:t>。该算法的安全性依赖于模格容错学习问题（</a:t>
            </a:r>
            <a:r>
              <a:rPr lang="en-US" sz="3200" dirty="0">
                <a:uFillTx/>
                <a:latin typeface="Times New Roman" panose="02020603050405020304" pitchFamily="18" charset="0"/>
                <a:ea typeface="宋体" panose="02010600030101010101" pitchFamily="2" charset="-122"/>
                <a:cs typeface="Songti SC"/>
                <a:sym typeface="+mn-ea"/>
              </a:rPr>
              <a:t>MLWE</a:t>
            </a:r>
            <a:r>
              <a:rPr lang="en-US" sz="3200" dirty="0">
                <a:uFillTx/>
                <a:latin typeface="Times New Roman" panose="02020603050405020304" pitchFamily="18" charset="0"/>
                <a:ea typeface="宋体" panose="02010600030101010101" pitchFamily="2" charset="-122"/>
                <a:cs typeface="Songti SC"/>
                <a:sym typeface="+mn-ea"/>
              </a:rPr>
              <a:t>）和模短整数解问题（</a:t>
            </a:r>
            <a:r>
              <a:rPr lang="en-US" sz="3200" dirty="0">
                <a:uFillTx/>
                <a:latin typeface="Times New Roman" panose="02020603050405020304" pitchFamily="18" charset="0"/>
                <a:ea typeface="宋体" panose="02010600030101010101" pitchFamily="2" charset="-122"/>
                <a:cs typeface="Songti SC"/>
                <a:sym typeface="+mn-ea"/>
              </a:rPr>
              <a:t>MSIS</a:t>
            </a:r>
            <a:r>
              <a:rPr lang="en-US" sz="3200" dirty="0">
                <a:uFillTx/>
                <a:latin typeface="Times New Roman" panose="02020603050405020304" pitchFamily="18" charset="0"/>
                <a:ea typeface="宋体" panose="02010600030101010101" pitchFamily="2" charset="-122"/>
                <a:cs typeface="Songti SC"/>
                <a:sym typeface="+mn-ea"/>
              </a:rPr>
              <a:t>）的困难性。</a:t>
            </a:r>
            <a:endParaRPr lang="en-US" sz="3200" dirty="0">
              <a:uFillTx/>
              <a:latin typeface="Times New Roman" panose="02020603050405020304" pitchFamily="18" charset="0"/>
              <a:ea typeface="宋体" panose="02010600030101010101" pitchFamily="2" charset="-122"/>
              <a:cs typeface="Songti SC"/>
              <a:sym typeface="+mn-ea"/>
            </a:endParaRPr>
          </a:p>
          <a:p>
            <a:pPr lvl="0" indent="914400" algn="just" defTabSz="914400">
              <a:lnSpc>
                <a:spcPct val="125000"/>
              </a:lnSpc>
              <a:buSzTx/>
              <a:defRPr/>
            </a:pPr>
            <a:r>
              <a:rPr lang="en-US" sz="3200" dirty="0">
                <a:uFillTx/>
                <a:latin typeface="Times New Roman" panose="02020603050405020304" pitchFamily="18" charset="0"/>
                <a:ea typeface="宋体" panose="02010600030101010101" pitchFamily="2" charset="-122"/>
                <a:cs typeface="Songti SC"/>
                <a:sym typeface="+mn-ea"/>
              </a:rPr>
              <a:t>根据</a:t>
            </a:r>
            <a:r>
              <a:rPr lang="en-US" sz="3200" dirty="0">
                <a:uFillTx/>
                <a:latin typeface="Times New Roman" panose="02020603050405020304" pitchFamily="18" charset="0"/>
                <a:ea typeface="宋体" panose="02010600030101010101" pitchFamily="2" charset="-122"/>
                <a:cs typeface="Songti SC"/>
                <a:sym typeface="+mn-ea"/>
              </a:rPr>
              <a:t>NIST</a:t>
            </a:r>
            <a:r>
              <a:rPr lang="en-US" sz="3200" dirty="0">
                <a:uFillTx/>
                <a:latin typeface="Times New Roman" panose="02020603050405020304" pitchFamily="18" charset="0"/>
                <a:ea typeface="宋体" panose="02010600030101010101" pitchFamily="2" charset="-122"/>
                <a:cs typeface="Songti SC"/>
                <a:sym typeface="+mn-ea"/>
              </a:rPr>
              <a:t>安全级别进行配置，不同级别</a:t>
            </a:r>
            <a:r>
              <a:rPr lang="en-US" sz="3200" dirty="0">
                <a:uFillTx/>
                <a:latin typeface="Times New Roman" panose="02020603050405020304" pitchFamily="18" charset="0"/>
                <a:ea typeface="宋体" panose="02010600030101010101" pitchFamily="2" charset="-122"/>
                <a:cs typeface="Songti SC"/>
                <a:sym typeface="+mn-ea"/>
              </a:rPr>
              <a:t>ML-DSA</a:t>
            </a:r>
            <a:r>
              <a:rPr lang="en-US" sz="3200" dirty="0">
                <a:uFillTx/>
                <a:latin typeface="Times New Roman" panose="02020603050405020304" pitchFamily="18" charset="0"/>
                <a:ea typeface="宋体" panose="02010600030101010101" pitchFamily="2" charset="-122"/>
                <a:cs typeface="Songti SC"/>
                <a:sym typeface="+mn-ea"/>
              </a:rPr>
              <a:t>对应不同的安全性强度，具体如</a:t>
            </a:r>
            <a:r>
              <a:rPr lang="en-US" sz="3200" dirty="0">
                <a:uFillTx/>
                <a:latin typeface="Times New Roman" panose="02020603050405020304" pitchFamily="18" charset="0"/>
                <a:ea typeface="宋体" panose="02010600030101010101" pitchFamily="2" charset="-122"/>
                <a:cs typeface="Songti SC"/>
                <a:sym typeface="+mn-ea"/>
              </a:rPr>
              <a:t>图</a:t>
            </a:r>
            <a:r>
              <a:rPr lang="en-US" sz="3200" dirty="0">
                <a:uFillTx/>
                <a:latin typeface="Times New Roman" panose="02020603050405020304" pitchFamily="18" charset="0"/>
                <a:ea typeface="宋体" panose="02010600030101010101" pitchFamily="2" charset="-122"/>
                <a:cs typeface="Songti SC"/>
                <a:sym typeface="+mn-ea"/>
              </a:rPr>
              <a:t>10.5.1</a:t>
            </a:r>
            <a:r>
              <a:rPr lang="en-US" sz="3200" dirty="0">
                <a:uFillTx/>
                <a:latin typeface="Times New Roman" panose="02020603050405020304" pitchFamily="18" charset="0"/>
                <a:ea typeface="宋体" panose="02010600030101010101" pitchFamily="2" charset="-122"/>
                <a:cs typeface="Songti SC"/>
                <a:sym typeface="+mn-ea"/>
              </a:rPr>
              <a:t>。</a:t>
            </a:r>
            <a:endParaRPr lang="en-US" sz="3200" dirty="0">
              <a:uFillTx/>
              <a:latin typeface="Times New Roman" panose="02020603050405020304" pitchFamily="18" charset="0"/>
              <a:ea typeface="宋体" panose="02010600030101010101" pitchFamily="2" charset="-122"/>
              <a:cs typeface="Songti SC"/>
              <a:sym typeface="+mn-ea"/>
            </a:endParaRPr>
          </a:p>
          <a:p>
            <a:pPr lvl="0" indent="914400" algn="just" defTabSz="914400">
              <a:lnSpc>
                <a:spcPct val="125000"/>
              </a:lnSpc>
              <a:buSzTx/>
              <a:defRPr/>
            </a:pPr>
            <a:endParaRPr lang="en-US" sz="3200" dirty="0">
              <a:uFillTx/>
              <a:latin typeface="Times New Roman" panose="02020603050405020304" pitchFamily="18" charset="0"/>
              <a:ea typeface="宋体" panose="02010600030101010101" pitchFamily="2" charset="-122"/>
              <a:cs typeface="Songti SC"/>
              <a:sym typeface="+mn-ea"/>
            </a:endParaRPr>
          </a:p>
        </p:txBody>
      </p:sp>
      <p:sp>
        <p:nvSpPr>
          <p:cNvPr id="9" name="AutoShape 9"/>
          <p:cNvSpPr txBox="1"/>
          <p:nvPr/>
        </p:nvSpPr>
        <p:spPr>
          <a:xfrm>
            <a:off x="15544800" y="9410700"/>
            <a:ext cx="2133600" cy="441325"/>
          </a:xfrm>
          <a:prstGeom prst="rect">
            <a:avLst/>
          </a:prstGeom>
          <a:noFill/>
          <a:ln w="19050" cap="flat" cmpd="sng">
            <a:noFill/>
            <a:prstDash val="solid"/>
            <a:round/>
          </a:ln>
        </p:spPr>
        <p:txBody>
          <a:bodyPr vert="horz" wrap="square" lIns="91440" tIns="45720" rIns="91440" bIns="45720" rtlCol="0" anchor="ctr" anchorCtr="0"/>
          <a:lstStyle/>
          <a:p>
            <a:pPr marL="0" indent="0" algn="r" defTabSz="914400">
              <a:lnSpc>
                <a:spcPct val="100000"/>
              </a:lnSpc>
              <a:defRPr/>
            </a:pPr>
            <a:fld id="{A35D9017-1B69-4DAF-861D-2B77572BE28F}" type="slidenum">
              <a:rPr sz="1400" b="0" i="0" u="none" strike="noStrike">
                <a:solidFill>
                  <a:srgbClr val="FFC000"/>
                </a:solidFill>
                <a:latin typeface="Calibri" panose="020F0502020204030204"/>
                <a:ea typeface="Calibri" panose="020F0502020204030204"/>
                <a:cs typeface="Calibri" panose="020F0502020204030204"/>
                <a:sym typeface="Calibri" panose="020F0502020204030204"/>
              </a:rPr>
            </a:fld>
            <a:endParaRPr lang="en-US" sz="1100"/>
          </a:p>
        </p:txBody>
      </p:sp>
      <p:sp>
        <p:nvSpPr>
          <p:cNvPr id="10" name="AutoShape 35"/>
          <p:cNvSpPr txBox="1"/>
          <p:nvPr/>
        </p:nvSpPr>
        <p:spPr>
          <a:xfrm>
            <a:off x="13694774" y="709652"/>
            <a:ext cx="3700052" cy="369332"/>
          </a:xfrm>
          <a:prstGeom prst="rect">
            <a:avLst/>
          </a:prstGeom>
          <a:noFill/>
          <a:ln w="19050" cap="flat" cmpd="sng">
            <a:noFill/>
            <a:prstDash val="solid"/>
            <a:round/>
          </a:ln>
        </p:spPr>
        <p:txBody>
          <a:bodyPr vert="horz" wrap="none" lIns="91440" tIns="45720" rIns="91440" bIns="45720" rtlCol="0" anchor="t" anchorCtr="0"/>
          <a:lstStyle/>
          <a:p>
            <a:pPr>
              <a:defRPr/>
            </a:pPr>
            <a:r>
              <a:rPr lang="zh-CN" altLang="zh-CN" sz="18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仿宋" panose="02010609060101010101" pitchFamily="49" charset="-122"/>
                <a:ea typeface="仿宋" panose="02010609060101010101" pitchFamily="49" charset="-122"/>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密码学</a:t>
            </a:r>
            <a:r>
              <a:rPr lang="en-US" sz="1800" b="1" i="0" u="none" strike="noStrike" dirty="0">
                <a:solidFill>
                  <a:srgbClr val="1F497D"/>
                </a:solidFill>
                <a:latin typeface="仿宋" panose="02010609060101010101" pitchFamily="49" charset="-122"/>
                <a:ea typeface="仿宋" panose="02010609060101010101" pitchFamily="49" charset="-122"/>
                <a:cs typeface="Zhuque Fangsong"/>
                <a:sym typeface="Zhuque Fangsong"/>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基础理论与应用</a:t>
            </a:r>
            <a:endParaRPr lang="en-US" sz="1100" dirty="0">
              <a:latin typeface="仿宋" panose="02010609060101010101" pitchFamily="49" charset="-122"/>
              <a:ea typeface="仿宋" panose="02010609060101010101" pitchFamily="49" charset="-122"/>
            </a:endParaRPr>
          </a:p>
        </p:txBody>
      </p:sp>
      <p:sp>
        <p:nvSpPr>
          <p:cNvPr id="12" name="TextBox 31"/>
          <p:cNvSpPr txBox="1"/>
          <p:nvPr/>
        </p:nvSpPr>
        <p:spPr>
          <a:xfrm>
            <a:off x="1256625" y="411284"/>
            <a:ext cx="1674789" cy="842645"/>
          </a:xfrm>
          <a:prstGeom prst="rect">
            <a:avLst/>
          </a:prstGeom>
        </p:spPr>
        <p:txBody>
          <a:bodyPr wrap="square" lIns="0" tIns="0" rIns="0" bIns="0" rtlCol="0" anchor="t">
            <a:spAutoFit/>
          </a:bodyPr>
          <a:lstStyle/>
          <a:p>
            <a:pPr lvl="0" algn="ctr">
              <a:lnSpc>
                <a:spcPts val="6575"/>
              </a:lnSpc>
              <a:buSzTx/>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Times New Roman" panose="02020603050405020304" pitchFamily="18" charset="0"/>
                <a:sym typeface="字由文艺黑" panose="00020600040101010101" charset="-122"/>
              </a:rPr>
              <a:t>10.5</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Times New Roman" panose="02020603050405020304" pitchFamily="18" charset="0"/>
              <a:sym typeface="字由文艺黑" panose="00020600040101010101" charset="-122"/>
            </a:endParaRPr>
          </a:p>
        </p:txBody>
      </p:sp>
      <p:sp>
        <p:nvSpPr>
          <p:cNvPr id="13" name="TextBox 30"/>
          <p:cNvSpPr txBox="1"/>
          <p:nvPr/>
        </p:nvSpPr>
        <p:spPr>
          <a:xfrm>
            <a:off x="2931064" y="493890"/>
            <a:ext cx="9458717" cy="717550"/>
          </a:xfrm>
          <a:prstGeom prst="rect">
            <a:avLst/>
          </a:prstGeom>
        </p:spPr>
        <p:txBody>
          <a:bodyPr lIns="0" tIns="0" rIns="0" bIns="0" rtlCol="0" anchor="t">
            <a:spAutoFit/>
          </a:bodyPr>
          <a:lstStyle/>
          <a:p>
            <a:pPr algn="l">
              <a:lnSpc>
                <a:spcPts val="5600"/>
              </a:lnSpc>
            </a:pPr>
            <a:r>
              <a:rPr lang="en-US" altLang="zh-CN" sz="4000" b="1" dirty="0" err="1">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Times New Roman" panose="02020603050405020304" pitchFamily="18" charset="0"/>
                <a:sym typeface="字由文艺黑" panose="00020600040101010101" charset="-122"/>
              </a:rPr>
              <a:t>Dilithium</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数字签名算法</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p:cNvGrpSpPr/>
        <p:nvPr/>
      </p:nvGrpSpPr>
      <p:grpSpPr>
        <a:xfrm>
          <a:off x="0" y="0"/>
          <a:ext cx="0" cy="0"/>
          <a:chOff x="0" y="0"/>
          <a:chExt cx="0" cy="0"/>
        </a:xfrm>
      </p:grpSpPr>
      <p:pic>
        <p:nvPicPr>
          <p:cNvPr id="7" name="Picture 7"/>
          <p:cNvPicPr>
            <a:picLocks noChangeAspect="1"/>
          </p:cNvPicPr>
          <p:nvPr/>
        </p:nvPicPr>
        <p:blipFill>
          <a:blip r:embed="rId1"/>
          <a:srcRect/>
          <a:stretch>
            <a:fillRect/>
          </a:stretch>
        </p:blipFill>
        <p:spPr>
          <a:xfrm>
            <a:off x="13772537" y="1102753"/>
            <a:ext cx="2771429" cy="47619"/>
          </a:xfrm>
          <a:prstGeom prst="rect">
            <a:avLst/>
          </a:prstGeom>
          <a:noFill/>
          <a:ln w="25400" cap="flat" cmpd="sng">
            <a:noFill/>
            <a:prstDash val="solid"/>
            <a:round/>
          </a:ln>
        </p:spPr>
      </p:pic>
      <p:sp>
        <p:nvSpPr>
          <p:cNvPr id="9" name="AutoShape 9"/>
          <p:cNvSpPr txBox="1"/>
          <p:nvPr/>
        </p:nvSpPr>
        <p:spPr>
          <a:xfrm>
            <a:off x="15544800" y="9410700"/>
            <a:ext cx="2133600" cy="441325"/>
          </a:xfrm>
          <a:prstGeom prst="rect">
            <a:avLst/>
          </a:prstGeom>
          <a:noFill/>
          <a:ln w="19050" cap="flat" cmpd="sng">
            <a:noFill/>
            <a:prstDash val="solid"/>
            <a:round/>
          </a:ln>
        </p:spPr>
        <p:txBody>
          <a:bodyPr vert="horz" wrap="square" lIns="91440" tIns="45720" rIns="91440" bIns="45720" rtlCol="0" anchor="ctr" anchorCtr="0"/>
          <a:lstStyle/>
          <a:p>
            <a:pPr marL="0" indent="0" algn="r" defTabSz="914400">
              <a:lnSpc>
                <a:spcPct val="100000"/>
              </a:lnSpc>
              <a:defRPr/>
            </a:pPr>
            <a:fld id="{A35D9017-1B69-4DAF-861D-2B77572BE28F}" type="slidenum">
              <a:rPr sz="1400" b="0" i="0" u="none" strike="noStrike">
                <a:solidFill>
                  <a:srgbClr val="FFC000"/>
                </a:solidFill>
                <a:latin typeface="Calibri" panose="020F0502020204030204"/>
                <a:ea typeface="Calibri" panose="020F0502020204030204"/>
                <a:cs typeface="Calibri" panose="020F0502020204030204"/>
                <a:sym typeface="Calibri" panose="020F0502020204030204"/>
              </a:rPr>
            </a:fld>
            <a:endParaRPr lang="en-US" sz="1100"/>
          </a:p>
        </p:txBody>
      </p:sp>
      <p:sp>
        <p:nvSpPr>
          <p:cNvPr id="10" name="AutoShape 35"/>
          <p:cNvSpPr txBox="1"/>
          <p:nvPr/>
        </p:nvSpPr>
        <p:spPr>
          <a:xfrm>
            <a:off x="13694774" y="709652"/>
            <a:ext cx="3700052" cy="369332"/>
          </a:xfrm>
          <a:prstGeom prst="rect">
            <a:avLst/>
          </a:prstGeom>
          <a:noFill/>
          <a:ln w="19050" cap="flat" cmpd="sng">
            <a:noFill/>
            <a:prstDash val="solid"/>
            <a:round/>
          </a:ln>
        </p:spPr>
        <p:txBody>
          <a:bodyPr vert="horz" wrap="none" lIns="91440" tIns="45720" rIns="91440" bIns="45720" rtlCol="0" anchor="t" anchorCtr="0"/>
          <a:lstStyle/>
          <a:p>
            <a:pPr>
              <a:defRPr/>
            </a:pPr>
            <a:r>
              <a:rPr lang="zh-CN" altLang="zh-CN" sz="18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仿宋" panose="02010609060101010101" pitchFamily="49" charset="-122"/>
                <a:ea typeface="仿宋" panose="02010609060101010101" pitchFamily="49" charset="-122"/>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密码学</a:t>
            </a:r>
            <a:r>
              <a:rPr lang="en-US" sz="1800" b="1" i="0" u="none" strike="noStrike" dirty="0">
                <a:solidFill>
                  <a:srgbClr val="1F497D"/>
                </a:solidFill>
                <a:latin typeface="仿宋" panose="02010609060101010101" pitchFamily="49" charset="-122"/>
                <a:ea typeface="仿宋" panose="02010609060101010101" pitchFamily="49" charset="-122"/>
                <a:cs typeface="Zhuque Fangsong"/>
                <a:sym typeface="Zhuque Fangsong"/>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基础理论与应用</a:t>
            </a:r>
            <a:endParaRPr lang="en-US" sz="1100" dirty="0">
              <a:latin typeface="仿宋" panose="02010609060101010101" pitchFamily="49" charset="-122"/>
              <a:ea typeface="仿宋" panose="02010609060101010101" pitchFamily="49" charset="-122"/>
            </a:endParaRPr>
          </a:p>
        </p:txBody>
      </p:sp>
      <p:pic>
        <p:nvPicPr>
          <p:cNvPr id="11" name="图片 10"/>
          <p:cNvPicPr>
            <a:picLocks noChangeAspect="1"/>
          </p:cNvPicPr>
          <p:nvPr/>
        </p:nvPicPr>
        <p:blipFill>
          <a:blip r:embed="rId2"/>
          <a:stretch>
            <a:fillRect/>
          </a:stretch>
        </p:blipFill>
        <p:spPr>
          <a:xfrm>
            <a:off x="3744248" y="1979242"/>
            <a:ext cx="10799501" cy="6911073"/>
          </a:xfrm>
          <a:prstGeom prst="rect">
            <a:avLst/>
          </a:prstGeom>
        </p:spPr>
      </p:pic>
      <p:sp>
        <p:nvSpPr>
          <p:cNvPr id="15" name="文本框 14"/>
          <p:cNvSpPr txBox="1"/>
          <p:nvPr/>
        </p:nvSpPr>
        <p:spPr>
          <a:xfrm>
            <a:off x="8330183" y="8849284"/>
            <a:ext cx="1627632" cy="528792"/>
          </a:xfrm>
          <a:prstGeom prst="rect">
            <a:avLst/>
          </a:prstGeom>
          <a:noFill/>
        </p:spPr>
        <p:txBody>
          <a:bodyPr wrap="square">
            <a:spAutoFit/>
          </a:bodyPr>
          <a:lstStyle/>
          <a:p>
            <a:r>
              <a:rPr lang="zh-CN" altLang="en-US" sz="2800" dirty="0">
                <a:latin typeface="宋体" panose="02010600030101010101" pitchFamily="2" charset="-122"/>
                <a:ea typeface="宋体" panose="02010600030101010101" pitchFamily="2" charset="-122"/>
              </a:rPr>
              <a:t>图</a:t>
            </a:r>
            <a:r>
              <a:rPr lang="en-US" altLang="zh-CN" sz="2800" dirty="0">
                <a:latin typeface="宋体" panose="02010600030101010101" pitchFamily="2" charset="-122"/>
                <a:ea typeface="宋体" panose="02010600030101010101" pitchFamily="2" charset="-122"/>
              </a:rPr>
              <a:t>10.5.1</a:t>
            </a:r>
            <a:endParaRPr lang="zh-CN" altLang="en-US" sz="2800" dirty="0"/>
          </a:p>
        </p:txBody>
      </p:sp>
      <p:sp>
        <p:nvSpPr>
          <p:cNvPr id="3" name="Freeform 2"/>
          <p:cNvSpPr/>
          <p:nvPr/>
        </p:nvSpPr>
        <p:spPr>
          <a:xfrm>
            <a:off x="412090" y="1028700"/>
            <a:ext cx="7800783" cy="275915"/>
          </a:xfrm>
          <a:custGeom>
            <a:avLst/>
            <a:gdLst/>
            <a:ahLst/>
            <a:cxnLst/>
            <a:rect l="l" t="t" r="r" b="b"/>
            <a:pathLst>
              <a:path w="7800783" h="275915">
                <a:moveTo>
                  <a:pt x="137960" y="0"/>
                </a:moveTo>
                <a:lnTo>
                  <a:pt x="7662827" y="0"/>
                </a:lnTo>
                <a:cubicBezTo>
                  <a:pt x="7699414" y="0"/>
                  <a:pt x="7734504" y="14534"/>
                  <a:pt x="7760377" y="40406"/>
                </a:cubicBezTo>
                <a:cubicBezTo>
                  <a:pt x="7786248" y="66279"/>
                  <a:pt x="7800783" y="101369"/>
                  <a:pt x="7800783" y="137959"/>
                </a:cubicBezTo>
                <a:lnTo>
                  <a:pt x="7800783" y="137959"/>
                </a:lnTo>
                <a:cubicBezTo>
                  <a:pt x="7800783" y="174546"/>
                  <a:pt x="7786248" y="209636"/>
                  <a:pt x="7760377" y="235509"/>
                </a:cubicBezTo>
                <a:cubicBezTo>
                  <a:pt x="7734504" y="261380"/>
                  <a:pt x="7699414" y="275915"/>
                  <a:pt x="7662827" y="275915"/>
                </a:cubicBezTo>
                <a:lnTo>
                  <a:pt x="137960" y="275915"/>
                </a:lnTo>
                <a:cubicBezTo>
                  <a:pt x="101369" y="275915"/>
                  <a:pt x="66279" y="261380"/>
                  <a:pt x="40406" y="235509"/>
                </a:cubicBezTo>
                <a:cubicBezTo>
                  <a:pt x="14534" y="209636"/>
                  <a:pt x="0" y="174546"/>
                  <a:pt x="0" y="137959"/>
                </a:cubicBezTo>
                <a:lnTo>
                  <a:pt x="0" y="137959"/>
                </a:lnTo>
                <a:cubicBezTo>
                  <a:pt x="0" y="101369"/>
                  <a:pt x="14534" y="66279"/>
                  <a:pt x="40406" y="40406"/>
                </a:cubicBezTo>
                <a:cubicBezTo>
                  <a:pt x="66279" y="14534"/>
                  <a:pt x="101369" y="0"/>
                  <a:pt x="137960" y="0"/>
                </a:cubicBezTo>
                <a:close/>
              </a:path>
            </a:pathLst>
          </a:custGeom>
          <a:gradFill rotWithShape="1">
            <a:gsLst>
              <a:gs pos="0">
                <a:srgbClr val="DDEEFF">
                  <a:alpha val="100000"/>
                </a:srgbClr>
              </a:gs>
              <a:gs pos="100000">
                <a:srgbClr val="FFFFFF">
                  <a:alpha val="0"/>
                </a:srgbClr>
              </a:gs>
            </a:gsLst>
            <a:lin ang="0"/>
          </a:gradFill>
          <a:ln w="25400" cap="flat" cmpd="sng">
            <a:noFill/>
            <a:prstDash val="solid"/>
            <a:round/>
          </a:ln>
        </p:spPr>
        <p:txBody>
          <a:bodyPr vert="horz" wrap="square" lIns="91440" tIns="45720" rIns="91440" bIns="45720" rtlCol="0" anchor="t" anchorCtr="0"/>
          <a:lstStyle/>
          <a:p>
            <a:pPr algn="l">
              <a:defRPr/>
            </a:pPr>
          </a:p>
        </p:txBody>
      </p:sp>
      <p:pic>
        <p:nvPicPr>
          <p:cNvPr id="4" name="Picture 5"/>
          <p:cNvPicPr>
            <a:picLocks noChangeAspect="1"/>
          </p:cNvPicPr>
          <p:nvPr/>
        </p:nvPicPr>
        <p:blipFill>
          <a:blip r:embed="rId3">
            <a:alphaModFix amt="80000"/>
          </a:blip>
          <a:srcRect/>
          <a:stretch>
            <a:fillRect/>
          </a:stretch>
        </p:blipFill>
        <p:spPr>
          <a:xfrm>
            <a:off x="762000" y="494030"/>
            <a:ext cx="1069975" cy="656590"/>
          </a:xfrm>
          <a:prstGeom prst="rect">
            <a:avLst/>
          </a:prstGeom>
          <a:noFill/>
          <a:ln w="25400" cap="flat" cmpd="sng">
            <a:noFill/>
            <a:prstDash val="solid"/>
            <a:round/>
          </a:ln>
          <a:effectLst>
            <a:outerShdw blurRad="50800" dist="38100" dir="2700000" algn="tl">
              <a:srgbClr val="000000">
                <a:alpha val="40000"/>
              </a:srgbClr>
            </a:outerShdw>
            <a:reflection blurRad="6350" stA="50000" endA="300" endPos="55000" dir="5400000" sy="-100000" algn="bl" rotWithShape="0"/>
          </a:effectLst>
        </p:spPr>
      </p:pic>
      <p:sp>
        <p:nvSpPr>
          <p:cNvPr id="6" name="TextBox 31"/>
          <p:cNvSpPr txBox="1"/>
          <p:nvPr/>
        </p:nvSpPr>
        <p:spPr>
          <a:xfrm>
            <a:off x="1256625" y="411284"/>
            <a:ext cx="1674789" cy="842645"/>
          </a:xfrm>
          <a:prstGeom prst="rect">
            <a:avLst/>
          </a:prstGeom>
        </p:spPr>
        <p:txBody>
          <a:bodyPr wrap="square" lIns="0" tIns="0" rIns="0" bIns="0" rtlCol="0" anchor="t">
            <a:spAutoFit/>
          </a:bodyPr>
          <a:lstStyle/>
          <a:p>
            <a:pPr lvl="0" algn="ctr">
              <a:lnSpc>
                <a:spcPts val="6575"/>
              </a:lnSpc>
              <a:buSzTx/>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Times New Roman" panose="02020603050405020304" pitchFamily="18" charset="0"/>
                <a:sym typeface="字由文艺黑" panose="00020600040101010101" charset="-122"/>
              </a:rPr>
              <a:t>10.5</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Times New Roman" panose="02020603050405020304" pitchFamily="18" charset="0"/>
              <a:sym typeface="字由文艺黑" panose="00020600040101010101" charset="-122"/>
            </a:endParaRPr>
          </a:p>
        </p:txBody>
      </p:sp>
      <p:sp>
        <p:nvSpPr>
          <p:cNvPr id="8" name="TextBox 30"/>
          <p:cNvSpPr txBox="1"/>
          <p:nvPr/>
        </p:nvSpPr>
        <p:spPr>
          <a:xfrm>
            <a:off x="2931064" y="493890"/>
            <a:ext cx="9458717" cy="717550"/>
          </a:xfrm>
          <a:prstGeom prst="rect">
            <a:avLst/>
          </a:prstGeom>
        </p:spPr>
        <p:txBody>
          <a:bodyPr lIns="0" tIns="0" rIns="0" bIns="0" rtlCol="0" anchor="t">
            <a:spAutoFit/>
          </a:bodyPr>
          <a:lstStyle/>
          <a:p>
            <a:pPr algn="l">
              <a:lnSpc>
                <a:spcPts val="5600"/>
              </a:lnSpc>
            </a:pPr>
            <a:r>
              <a:rPr lang="en-US" altLang="zh-CN" sz="4000" b="1" dirty="0" err="1">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Times New Roman" panose="02020603050405020304" pitchFamily="18" charset="0"/>
                <a:sym typeface="字由文艺黑" panose="00020600040101010101" charset="-122"/>
              </a:rPr>
              <a:t>Dilithium</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数字签名算法</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p:cNvGrpSpPr/>
        <p:nvPr/>
      </p:nvGrpSpPr>
      <p:grpSpPr>
        <a:xfrm>
          <a:off x="0" y="0"/>
          <a:ext cx="0" cy="0"/>
          <a:chOff x="0" y="0"/>
          <a:chExt cx="0" cy="0"/>
        </a:xfrm>
      </p:grpSpPr>
      <p:pic>
        <p:nvPicPr>
          <p:cNvPr id="7" name="Picture 7"/>
          <p:cNvPicPr>
            <a:picLocks noChangeAspect="1"/>
          </p:cNvPicPr>
          <p:nvPr/>
        </p:nvPicPr>
        <p:blipFill>
          <a:blip r:embed="rId1"/>
          <a:srcRect/>
          <a:stretch>
            <a:fillRect/>
          </a:stretch>
        </p:blipFill>
        <p:spPr>
          <a:xfrm>
            <a:off x="13772537" y="1102753"/>
            <a:ext cx="2771429" cy="47619"/>
          </a:xfrm>
          <a:prstGeom prst="rect">
            <a:avLst/>
          </a:prstGeom>
          <a:noFill/>
          <a:ln w="25400" cap="flat" cmpd="sng">
            <a:noFill/>
            <a:prstDash val="solid"/>
            <a:round/>
          </a:ln>
        </p:spPr>
      </p:pic>
      <mc:AlternateContent xmlns:mc="http://schemas.openxmlformats.org/markup-compatibility/2006">
        <mc:Choice xmlns:a14="http://schemas.microsoft.com/office/drawing/2010/main" Requires="a14">
          <p:sp>
            <p:nvSpPr>
              <p:cNvPr id="8" name="AutoShape 8"/>
              <p:cNvSpPr txBox="1"/>
              <p:nvPr/>
            </p:nvSpPr>
            <p:spPr>
              <a:xfrm>
                <a:off x="1664208" y="2199247"/>
                <a:ext cx="15593659" cy="6985000"/>
              </a:xfrm>
              <a:prstGeom prst="rect">
                <a:avLst/>
              </a:prstGeom>
              <a:noFill/>
              <a:ln w="19050" cap="flat" cmpd="sng">
                <a:noFill/>
                <a:prstDash val="solid"/>
                <a:round/>
              </a:ln>
            </p:spPr>
            <p:txBody>
              <a:bodyPr vert="horz" wrap="square" lIns="0" tIns="0" rIns="0" bIns="0" rtlCol="0" anchor="t" anchorCtr="0">
                <a:noAutofit/>
              </a:bodyPr>
              <a:lstStyle/>
              <a:p>
                <a:pPr lvl="0" indent="914400" algn="just" defTabSz="914400">
                  <a:lnSpc>
                    <a:spcPct val="125000"/>
                  </a:lnSpc>
                  <a:buSzTx/>
                  <a:defRPr/>
                </a:pPr>
                <a:r>
                  <a:rPr lang="en-US" sz="3200" b="1" dirty="0">
                    <a:uFillTx/>
                    <a:latin typeface="Times New Roman" panose="02020603050405020304" pitchFamily="18" charset="0"/>
                    <a:ea typeface="宋体" panose="02010600030101010101" pitchFamily="2" charset="-122"/>
                    <a:cs typeface="Songti SC"/>
                    <a:sym typeface="Zhuque Fangsong"/>
                  </a:rPr>
                  <a:t>密钥生成</a:t>
                </a:r>
                <a:r>
                  <a:rPr lang="en-US" sz="3200" b="1" dirty="0">
                    <a:uFillTx/>
                    <a:latin typeface="Times New Roman" panose="02020603050405020304" pitchFamily="18" charset="0"/>
                    <a:ea typeface="宋体" panose="02010600030101010101" pitchFamily="2" charset="-122"/>
                    <a:cs typeface="Songti SC"/>
                    <a:sym typeface="Zhuque Fangsong"/>
                  </a:rPr>
                  <a:t>：</a:t>
                </a:r>
                <a:endParaRPr lang="en-US" sz="3200" b="1" dirty="0">
                  <a:uFillTx/>
                  <a:latin typeface="Times New Roman" panose="02020603050405020304" pitchFamily="18" charset="0"/>
                  <a:ea typeface="宋体" panose="02010600030101010101" pitchFamily="2" charset="-122"/>
                  <a:cs typeface="Songti SC"/>
                  <a:sym typeface="Zhuque Fangsong"/>
                </a:endParaRPr>
              </a:p>
              <a:p>
                <a:pPr lvl="0" indent="914400" algn="just" defTabSz="914400">
                  <a:lnSpc>
                    <a:spcPct val="125000"/>
                  </a:lnSpc>
                  <a:buSzTx/>
                  <a:defRPr/>
                </a:pPr>
                <a:r>
                  <a:rPr lang="en-US" sz="3200" dirty="0">
                    <a:uFillTx/>
                    <a:latin typeface="Times New Roman" panose="02020603050405020304" pitchFamily="18" charset="0"/>
                    <a:ea typeface="宋体" panose="02010600030101010101" pitchFamily="2" charset="-122"/>
                    <a:cs typeface="Songti SC"/>
                    <a:sym typeface="Zhuque Fangsong"/>
                  </a:rPr>
                  <a:t>输出：公钥</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Zhuque Fangsong"/>
                      </a:rPr>
                      <m:t>𝑝𝑘</m:t>
                    </m:r>
                    <m:r>
                      <a:rPr lang="en-US" sz="3200" dirty="0">
                        <a:uFillTx/>
                        <a:latin typeface="Times New Roman" panose="02020603050405020304" pitchFamily="18" charset="0"/>
                        <a:ea typeface="宋体" panose="02010600030101010101" pitchFamily="2" charset="-122"/>
                        <a:cs typeface="Songti SC"/>
                        <a:sym typeface="Zhuque Fangsong"/>
                      </a:rPr>
                      <m:t>=</m:t>
                    </m:r>
                    <m:d>
                      <m:dPr>
                        <m:ctrlPr>
                          <a:rPr lang="en-US" sz="3200" dirty="0">
                            <a:uFillTx/>
                            <a:latin typeface="Times New Roman" panose="02020603050405020304" pitchFamily="18" charset="0"/>
                            <a:ea typeface="宋体" panose="02010600030101010101" pitchFamily="2" charset="-122"/>
                            <a:cs typeface="Songti SC"/>
                            <a:sym typeface="Zhuque Fangsong"/>
                          </a:rPr>
                        </m:ctrlPr>
                      </m:dPr>
                      <m:e>
                        <m:r>
                          <a:rPr lang="en-US" sz="3200" dirty="0">
                            <a:uFillTx/>
                            <a:latin typeface="Times New Roman" panose="02020603050405020304" pitchFamily="18" charset="0"/>
                            <a:ea typeface="宋体" panose="02010600030101010101" pitchFamily="2" charset="-122"/>
                            <a:cs typeface="Songti SC"/>
                            <a:sym typeface="Zhuque Fangsong"/>
                          </a:rPr>
                          <m:t>𝐴</m:t>
                        </m:r>
                        <m:r>
                          <a:rPr lang="en-US" sz="3200" dirty="0">
                            <a:uFillTx/>
                            <a:latin typeface="Times New Roman" panose="02020603050405020304" pitchFamily="18" charset="0"/>
                            <a:ea typeface="宋体" panose="02010600030101010101" pitchFamily="2" charset="-122"/>
                            <a:cs typeface="Songti SC"/>
                            <a:sym typeface="Zhuque Fangsong"/>
                          </a:rPr>
                          <m:t>,</m:t>
                        </m:r>
                        <m:r>
                          <a:rPr lang="en-US" sz="3200" dirty="0">
                            <a:uFillTx/>
                            <a:latin typeface="Times New Roman" panose="02020603050405020304" pitchFamily="18" charset="0"/>
                            <a:ea typeface="宋体" panose="02010600030101010101" pitchFamily="2" charset="-122"/>
                            <a:cs typeface="Songti SC"/>
                            <a:sym typeface="Zhuque Fangsong"/>
                          </a:rPr>
                          <m:t>𝑡</m:t>
                        </m:r>
                      </m:e>
                    </m:d>
                    <m:r>
                      <a:rPr lang="en-US" sz="3200" dirty="0">
                        <a:uFillTx/>
                        <a:latin typeface="Times New Roman" panose="02020603050405020304" pitchFamily="18" charset="0"/>
                        <a:ea typeface="宋体" panose="02010600030101010101" pitchFamily="2" charset="-122"/>
                        <a:cs typeface="Songti SC"/>
                        <a:sym typeface="Zhuque Fangsong"/>
                      </a:rPr>
                      <m:t>，</m:t>
                    </m:r>
                    <m:r>
                      <a:rPr lang="en-US" sz="3200" dirty="0">
                        <a:uFillTx/>
                        <a:latin typeface="Times New Roman" panose="02020603050405020304" pitchFamily="18" charset="0"/>
                        <a:ea typeface="宋体" panose="02010600030101010101" pitchFamily="2" charset="-122"/>
                        <a:cs typeface="Songti SC"/>
                        <a:sym typeface="Zhuque Fangsong"/>
                      </a:rPr>
                      <m:t>私</m:t>
                    </m:r>
                    <m:r>
                      <a:rPr lang="en-US" sz="3200" dirty="0">
                        <a:uFillTx/>
                        <a:latin typeface="Times New Roman" panose="02020603050405020304" pitchFamily="18" charset="0"/>
                        <a:ea typeface="宋体" panose="02010600030101010101" pitchFamily="2" charset="-122"/>
                        <a:cs typeface="Songti SC"/>
                        <a:sym typeface="Zhuque Fangsong"/>
                      </a:rPr>
                      <m:t>钥</m:t>
                    </m:r>
                    <m:r>
                      <a:rPr lang="en-US" sz="3200" dirty="0">
                        <a:uFillTx/>
                        <a:latin typeface="Times New Roman" panose="02020603050405020304" pitchFamily="18" charset="0"/>
                        <a:ea typeface="宋体" panose="02010600030101010101" pitchFamily="2" charset="-122"/>
                        <a:cs typeface="Songti SC"/>
                        <a:sym typeface="Songti SC"/>
                      </a:rPr>
                      <m:t>𝑠𝑘</m:t>
                    </m:r>
                    <m:r>
                      <a:rPr lang="en-US" sz="3200" dirty="0">
                        <a:uFillTx/>
                        <a:latin typeface="Times New Roman" panose="02020603050405020304" pitchFamily="18" charset="0"/>
                        <a:ea typeface="宋体" panose="02010600030101010101" pitchFamily="2" charset="-122"/>
                        <a:cs typeface="Songti SC"/>
                        <a:sym typeface="Songti SC"/>
                      </a:rPr>
                      <m:t>=</m:t>
                    </m:r>
                    <m:d>
                      <m:dPr>
                        <m:ctrlPr>
                          <a:rPr lang="en-US" sz="3200" dirty="0">
                            <a:uFillTx/>
                            <a:latin typeface="Times New Roman" panose="02020603050405020304" pitchFamily="18" charset="0"/>
                            <a:ea typeface="宋体" panose="02010600030101010101" pitchFamily="2" charset="-122"/>
                            <a:cs typeface="Songti SC"/>
                            <a:sym typeface="Songti SC"/>
                          </a:rPr>
                        </m:ctrlPr>
                      </m:dPr>
                      <m:e>
                        <m:sSub>
                          <m:sSubPr>
                            <m:ctrlPr>
                              <a:rPr lang="en-US" sz="3200" dirty="0">
                                <a:uFillTx/>
                                <a:latin typeface="Times New Roman" panose="02020603050405020304" pitchFamily="18" charset="0"/>
                                <a:ea typeface="宋体" panose="02010600030101010101" pitchFamily="2" charset="-122"/>
                                <a:cs typeface="Songti SC"/>
                                <a:sym typeface="Songti SC"/>
                              </a:rPr>
                            </m:ctrlPr>
                          </m:sSubPr>
                          <m:e>
                            <m:r>
                              <a:rPr lang="en-US" sz="3200" dirty="0">
                                <a:uFillTx/>
                                <a:latin typeface="Times New Roman" panose="02020603050405020304" pitchFamily="18" charset="0"/>
                                <a:ea typeface="宋体" panose="02010600030101010101" pitchFamily="2" charset="-122"/>
                                <a:cs typeface="Songti SC"/>
                                <a:sym typeface="Songti SC"/>
                              </a:rPr>
                              <m:t>s</m:t>
                            </m:r>
                          </m:e>
                          <m:sub>
                            <m:r>
                              <a:rPr lang="en-US" sz="3200" dirty="0">
                                <a:uFillTx/>
                                <a:latin typeface="Times New Roman" panose="02020603050405020304" pitchFamily="18" charset="0"/>
                                <a:ea typeface="宋体" panose="02010600030101010101" pitchFamily="2" charset="-122"/>
                                <a:cs typeface="Songti SC"/>
                                <a:sym typeface="Songti SC"/>
                              </a:rPr>
                              <m:t>1</m:t>
                            </m:r>
                          </m:sub>
                        </m:sSub>
                        <m:r>
                          <a:rPr lang="en-US" sz="3200" dirty="0">
                            <a:uFillTx/>
                            <a:latin typeface="Times New Roman" panose="02020603050405020304" pitchFamily="18" charset="0"/>
                            <a:ea typeface="宋体" panose="02010600030101010101" pitchFamily="2" charset="-122"/>
                            <a:cs typeface="Songti SC"/>
                            <a:sym typeface="Songti SC"/>
                          </a:rPr>
                          <m:t>,</m:t>
                        </m:r>
                        <m:sSub>
                          <m:sSubPr>
                            <m:ctrlPr>
                              <a:rPr lang="en-US" sz="3200" dirty="0">
                                <a:uFillTx/>
                                <a:latin typeface="Times New Roman" panose="02020603050405020304" pitchFamily="18" charset="0"/>
                                <a:ea typeface="宋体" panose="02010600030101010101" pitchFamily="2" charset="-122"/>
                                <a:cs typeface="Songti SC"/>
                                <a:sym typeface="Songti SC"/>
                              </a:rPr>
                            </m:ctrlPr>
                          </m:sSubPr>
                          <m:e>
                            <m:r>
                              <a:rPr lang="en-US" sz="3200" dirty="0">
                                <a:uFillTx/>
                                <a:latin typeface="Times New Roman" panose="02020603050405020304" pitchFamily="18" charset="0"/>
                                <a:ea typeface="宋体" panose="02010600030101010101" pitchFamily="2" charset="-122"/>
                                <a:cs typeface="Songti SC"/>
                                <a:sym typeface="Songti SC"/>
                              </a:rPr>
                              <m:t>s</m:t>
                            </m:r>
                          </m:e>
                          <m:sub>
                            <m:r>
                              <a:rPr lang="en-US" sz="3200" dirty="0">
                                <a:uFillTx/>
                                <a:latin typeface="Times New Roman" panose="02020603050405020304" pitchFamily="18" charset="0"/>
                                <a:ea typeface="宋体" panose="02010600030101010101" pitchFamily="2" charset="-122"/>
                                <a:cs typeface="Songti SC"/>
                                <a:sym typeface="Songti SC"/>
                              </a:rPr>
                              <m:t>2</m:t>
                            </m:r>
                          </m:sub>
                        </m:sSub>
                      </m:e>
                    </m:d>
                  </m:oMath>
                </a14:m>
                <a:endParaRPr lang="en-US" sz="3200" dirty="0">
                  <a:uFillTx/>
                  <a:latin typeface="Times New Roman" panose="02020603050405020304" pitchFamily="18" charset="0"/>
                  <a:ea typeface="宋体" panose="02010600030101010101" pitchFamily="2" charset="-122"/>
                  <a:cs typeface="Songti SC"/>
                  <a:sym typeface="Zhuque Fangsong"/>
                </a:endParaRPr>
              </a:p>
              <a:p>
                <a:pPr lvl="0" indent="914400" algn="just" defTabSz="914400">
                  <a:lnSpc>
                    <a:spcPct val="125000"/>
                  </a:lnSpc>
                  <a:buSzTx/>
                  <a:defRPr/>
                </a:pPr>
                <a:r>
                  <a:rPr lang="en-US" sz="3200" dirty="0">
                    <a:uFillTx/>
                    <a:latin typeface="Times New Roman" panose="02020603050405020304" pitchFamily="18" charset="0"/>
                    <a:ea typeface="宋体" panose="02010600030101010101" pitchFamily="2" charset="-122"/>
                    <a:cs typeface="Songti SC"/>
                    <a:sym typeface="Songti SC"/>
                  </a:rPr>
                  <a:t>（1）采样随机矩阵</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mn-ea"/>
                      </a:rPr>
                      <m:t>𝑨</m:t>
                    </m:r>
                    <m:r>
                      <a:rPr lang="en-US" sz="3200" dirty="0">
                        <a:uFillTx/>
                        <a:latin typeface="Times New Roman" panose="02020603050405020304" pitchFamily="18" charset="0"/>
                        <a:ea typeface="宋体" panose="02010600030101010101" pitchFamily="2" charset="-122"/>
                        <a:cs typeface="Songti SC"/>
                        <a:sym typeface="+mn-ea"/>
                      </a:rPr>
                      <m:t>←</m:t>
                    </m:r>
                    <m:sSubSup>
                      <m:sSubSupPr>
                        <m:ctrlPr>
                          <a:rPr lang="en-US" sz="3200" dirty="0">
                            <a:uFillTx/>
                            <a:latin typeface="Times New Roman" panose="02020603050405020304" pitchFamily="18" charset="0"/>
                            <a:ea typeface="宋体" panose="02010600030101010101" pitchFamily="2" charset="-122"/>
                            <a:cs typeface="Songti SC"/>
                            <a:sym typeface="+mn-ea"/>
                          </a:rPr>
                        </m:ctrlPr>
                      </m:sSubSupPr>
                      <m:e>
                        <m:r>
                          <a:rPr lang="en-US" sz="3200" dirty="0">
                            <a:uFillTx/>
                            <a:latin typeface="Times New Roman" panose="02020603050405020304" pitchFamily="18" charset="0"/>
                            <a:ea typeface="宋体" panose="02010600030101010101" pitchFamily="2" charset="-122"/>
                            <a:cs typeface="Songti SC"/>
                            <a:sym typeface="+mn-ea"/>
                          </a:rPr>
                          <m:t>𝑅</m:t>
                        </m:r>
                      </m:e>
                      <m:sub>
                        <m:r>
                          <a:rPr lang="en-US" sz="3200" dirty="0">
                            <a:uFillTx/>
                            <a:latin typeface="Times New Roman" panose="02020603050405020304" pitchFamily="18" charset="0"/>
                            <a:ea typeface="宋体" panose="02010600030101010101" pitchFamily="2" charset="-122"/>
                            <a:cs typeface="Songti SC"/>
                            <a:sym typeface="+mn-ea"/>
                          </a:rPr>
                          <m:t>𝑞</m:t>
                        </m:r>
                      </m:sub>
                      <m:sup>
                        <m:r>
                          <a:rPr lang="en-US" sz="3200" dirty="0">
                            <a:uFillTx/>
                            <a:latin typeface="Times New Roman" panose="02020603050405020304" pitchFamily="18" charset="0"/>
                            <a:ea typeface="宋体" panose="02010600030101010101" pitchFamily="2" charset="-122"/>
                            <a:cs typeface="Songti SC"/>
                            <a:sym typeface="+mn-ea"/>
                          </a:rPr>
                          <m:t>𝑘</m:t>
                        </m:r>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𝑙</m:t>
                        </m:r>
                      </m:sup>
                    </m:sSubSup>
                  </m:oMath>
                </a14:m>
                <a:endParaRPr lang="en-US" sz="3200" dirty="0">
                  <a:uFillTx/>
                  <a:latin typeface="Times New Roman" panose="02020603050405020304" pitchFamily="18" charset="0"/>
                  <a:ea typeface="宋体" panose="02010600030101010101" pitchFamily="2" charset="-122"/>
                  <a:cs typeface="Songti SC"/>
                  <a:sym typeface="Songti SC"/>
                </a:endParaRPr>
              </a:p>
              <a:p>
                <a:pPr lvl="0" indent="914400" algn="just" defTabSz="914400">
                  <a:lnSpc>
                    <a:spcPct val="125000"/>
                  </a:lnSpc>
                  <a:buSzTx/>
                  <a:defRPr/>
                </a:pPr>
                <a:r>
                  <a:rPr lang="en-US" sz="3200" dirty="0">
                    <a:uFillTx/>
                    <a:latin typeface="Times New Roman" panose="02020603050405020304" pitchFamily="18" charset="0"/>
                    <a:ea typeface="宋体" panose="02010600030101010101" pitchFamily="2" charset="-122"/>
                    <a:cs typeface="Songti SC"/>
                    <a:sym typeface="Songti SC"/>
                  </a:rPr>
                  <a:t>（</a:t>
                </a:r>
                <a:r>
                  <a:rPr lang="en-US" sz="3200" dirty="0">
                    <a:uFillTx/>
                    <a:latin typeface="Times New Roman" panose="02020603050405020304" pitchFamily="18" charset="0"/>
                    <a:ea typeface="宋体" panose="02010600030101010101" pitchFamily="2" charset="-122"/>
                    <a:cs typeface="Songti SC"/>
                    <a:sym typeface="Songti SC"/>
                  </a:rPr>
                  <a:t>2）采样小向量s₁</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mn-ea"/>
                      </a:rPr>
                      <m:t>∈</m:t>
                    </m:r>
                    <m:sSubSup>
                      <m:sSubSupPr>
                        <m:ctrlPr>
                          <a:rPr lang="en-US" sz="3200" dirty="0">
                            <a:uFillTx/>
                            <a:latin typeface="Times New Roman" panose="02020603050405020304" pitchFamily="18" charset="0"/>
                            <a:ea typeface="宋体" panose="02010600030101010101" pitchFamily="2" charset="-122"/>
                            <a:cs typeface="Songti SC"/>
                            <a:sym typeface="+mn-ea"/>
                          </a:rPr>
                        </m:ctrlPr>
                      </m:sSubSupPr>
                      <m:e>
                        <m:r>
                          <a:rPr lang="en-US" sz="3200" dirty="0">
                            <a:uFillTx/>
                            <a:latin typeface="Times New Roman" panose="02020603050405020304" pitchFamily="18" charset="0"/>
                            <a:ea typeface="宋体" panose="02010600030101010101" pitchFamily="2" charset="-122"/>
                            <a:cs typeface="Songti SC"/>
                            <a:sym typeface="+mn-ea"/>
                          </a:rPr>
                          <m:t>𝑅</m:t>
                        </m:r>
                      </m:e>
                      <m:sub>
                        <m:r>
                          <a:rPr lang="en-US" sz="3200" dirty="0">
                            <a:uFillTx/>
                            <a:latin typeface="Times New Roman" panose="02020603050405020304" pitchFamily="18" charset="0"/>
                            <a:ea typeface="宋体" panose="02010600030101010101" pitchFamily="2" charset="-122"/>
                            <a:cs typeface="Songti SC"/>
                            <a:sym typeface="+mn-ea"/>
                          </a:rPr>
                          <m:t>𝑞</m:t>
                        </m:r>
                      </m:sub>
                      <m:sup>
                        <m:r>
                          <a:rPr lang="en-US" sz="3200" dirty="0">
                            <a:uFillTx/>
                            <a:latin typeface="Times New Roman" panose="02020603050405020304" pitchFamily="18" charset="0"/>
                            <a:ea typeface="宋体" panose="02010600030101010101" pitchFamily="2" charset="-122"/>
                            <a:cs typeface="Songti SC"/>
                            <a:sym typeface="+mn-ea"/>
                          </a:rPr>
                          <m:t>𝑘</m:t>
                        </m:r>
                      </m:sup>
                    </m:sSubSup>
                  </m:oMath>
                </a14:m>
                <a:r>
                  <a:rPr lang="en-US" sz="3200" dirty="0">
                    <a:uFillTx/>
                    <a:latin typeface="Times New Roman" panose="02020603050405020304" pitchFamily="18" charset="0"/>
                    <a:ea typeface="宋体" panose="02010600030101010101" pitchFamily="2" charset="-122"/>
                    <a:cs typeface="Songti SC"/>
                    <a:sym typeface="Songti SC"/>
                  </a:rPr>
                  <a:t>、s₂</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mn-ea"/>
                      </a:rPr>
                      <m:t>∈</m:t>
                    </m:r>
                    <m:sSubSup>
                      <m:sSubSupPr>
                        <m:ctrlPr>
                          <a:rPr lang="en-US" sz="3200" dirty="0">
                            <a:uFillTx/>
                            <a:latin typeface="Times New Roman" panose="02020603050405020304" pitchFamily="18" charset="0"/>
                            <a:ea typeface="宋体" panose="02010600030101010101" pitchFamily="2" charset="-122"/>
                            <a:cs typeface="Songti SC"/>
                            <a:sym typeface="+mn-ea"/>
                          </a:rPr>
                        </m:ctrlPr>
                      </m:sSubSupPr>
                      <m:e>
                        <m:r>
                          <a:rPr lang="en-US" sz="3200" dirty="0">
                            <a:uFillTx/>
                            <a:latin typeface="Times New Roman" panose="02020603050405020304" pitchFamily="18" charset="0"/>
                            <a:ea typeface="宋体" panose="02010600030101010101" pitchFamily="2" charset="-122"/>
                            <a:cs typeface="Songti SC"/>
                            <a:sym typeface="+mn-ea"/>
                          </a:rPr>
                          <m:t>𝑅</m:t>
                        </m:r>
                      </m:e>
                      <m:sub>
                        <m:r>
                          <a:rPr lang="en-US" sz="3200" dirty="0">
                            <a:uFillTx/>
                            <a:latin typeface="Times New Roman" panose="02020603050405020304" pitchFamily="18" charset="0"/>
                            <a:ea typeface="宋体" panose="02010600030101010101" pitchFamily="2" charset="-122"/>
                            <a:cs typeface="Songti SC"/>
                            <a:sym typeface="+mn-ea"/>
                          </a:rPr>
                          <m:t>𝑞</m:t>
                        </m:r>
                      </m:sub>
                      <m:sup>
                        <m:r>
                          <a:rPr lang="en-US" sz="3200" dirty="0">
                            <a:uFillTx/>
                            <a:latin typeface="Times New Roman" panose="02020603050405020304" pitchFamily="18" charset="0"/>
                            <a:ea typeface="宋体" panose="02010600030101010101" pitchFamily="2" charset="-122"/>
                            <a:cs typeface="Songti SC"/>
                            <a:sym typeface="+mn-ea"/>
                          </a:rPr>
                          <m:t>𝑙</m:t>
                        </m:r>
                      </m:sup>
                    </m:sSubSup>
                    <m:r>
                      <a:rPr lang="en-US" sz="3200" dirty="0">
                        <a:uFillTx/>
                        <a:latin typeface="Times New Roman" panose="02020603050405020304" pitchFamily="18" charset="0"/>
                        <a:ea typeface="宋体" panose="02010600030101010101" pitchFamily="2" charset="-122"/>
                        <a:cs typeface="Songti SC"/>
                        <a:sym typeface="+mn-ea"/>
                      </a:rPr>
                      <m:t>,</m:t>
                    </m:r>
                    <m:d>
                      <m:dPr>
                        <m:ctrlPr>
                          <a:rPr lang="en-US" sz="3200" dirty="0">
                            <a:uFillTx/>
                            <a:latin typeface="Times New Roman" panose="02020603050405020304" pitchFamily="18" charset="0"/>
                            <a:ea typeface="宋体" panose="02010600030101010101" pitchFamily="2" charset="-122"/>
                            <a:cs typeface="Songti SC"/>
                            <a:sym typeface="+mn-ea"/>
                          </a:rPr>
                        </m:ctrlPr>
                      </m:dPr>
                      <m:e>
                        <m:sSub>
                          <m:sSubPr>
                            <m:ctrlPr>
                              <a:rPr lang="en-US" sz="3200" dirty="0">
                                <a:uFillTx/>
                                <a:latin typeface="Times New Roman" panose="02020603050405020304" pitchFamily="18" charset="0"/>
                                <a:ea typeface="宋体" panose="02010600030101010101" pitchFamily="2" charset="-122"/>
                                <a:cs typeface="Songti SC"/>
                                <a:sym typeface="+mn-ea"/>
                              </a:rPr>
                            </m:ctrlPr>
                          </m:sSubPr>
                          <m:e>
                            <m:r>
                              <a:rPr lang="en-US" sz="3200" dirty="0">
                                <a:uFillTx/>
                                <a:latin typeface="Times New Roman" panose="02020603050405020304" pitchFamily="18" charset="0"/>
                                <a:ea typeface="宋体" panose="02010600030101010101" pitchFamily="2" charset="-122"/>
                                <a:cs typeface="Songti SC"/>
                                <a:sym typeface="+mn-ea"/>
                              </a:rPr>
                              <m:t>𝑠</m:t>
                            </m:r>
                          </m:e>
                          <m:sub>
                            <m:r>
                              <a:rPr lang="en-US" sz="3200" dirty="0">
                                <a:uFillTx/>
                                <a:latin typeface="Times New Roman" panose="02020603050405020304" pitchFamily="18" charset="0"/>
                                <a:ea typeface="宋体" panose="02010600030101010101" pitchFamily="2" charset="-122"/>
                                <a:cs typeface="Songti SC"/>
                                <a:sym typeface="+mn-ea"/>
                              </a:rPr>
                              <m:t>1</m:t>
                            </m:r>
                          </m:sub>
                        </m:sSub>
                        <m:r>
                          <a:rPr lang="en-US" sz="3200" dirty="0">
                            <a:uFillTx/>
                            <a:latin typeface="Times New Roman" panose="02020603050405020304" pitchFamily="18" charset="0"/>
                            <a:ea typeface="宋体" panose="02010600030101010101" pitchFamily="2" charset="-122"/>
                            <a:cs typeface="Songti SC"/>
                            <a:sym typeface="+mn-ea"/>
                          </a:rPr>
                          <m:t>,</m:t>
                        </m:r>
                        <m:sSub>
                          <m:sSubPr>
                            <m:ctrlPr>
                              <a:rPr lang="en-US" sz="3200" dirty="0">
                                <a:uFillTx/>
                                <a:latin typeface="Times New Roman" panose="02020603050405020304" pitchFamily="18" charset="0"/>
                                <a:ea typeface="宋体" panose="02010600030101010101" pitchFamily="2" charset="-122"/>
                                <a:cs typeface="Songti SC"/>
                                <a:sym typeface="+mn-ea"/>
                              </a:rPr>
                            </m:ctrlPr>
                          </m:sSubPr>
                          <m:e>
                            <m:r>
                              <a:rPr lang="en-US" sz="3200" dirty="0">
                                <a:uFillTx/>
                                <a:latin typeface="Times New Roman" panose="02020603050405020304" pitchFamily="18" charset="0"/>
                                <a:ea typeface="宋体" panose="02010600030101010101" pitchFamily="2" charset="-122"/>
                                <a:cs typeface="Songti SC"/>
                                <a:sym typeface="+mn-ea"/>
                              </a:rPr>
                              <m:t>𝑠</m:t>
                            </m:r>
                          </m:e>
                          <m:sub>
                            <m:r>
                              <a:rPr lang="en-US" sz="3200" dirty="0">
                                <a:uFillTx/>
                                <a:latin typeface="Times New Roman" panose="02020603050405020304" pitchFamily="18" charset="0"/>
                                <a:ea typeface="宋体" panose="02010600030101010101" pitchFamily="2" charset="-122"/>
                                <a:cs typeface="Songti SC"/>
                                <a:sym typeface="+mn-ea"/>
                              </a:rPr>
                              <m:t>2</m:t>
                            </m:r>
                          </m:sub>
                        </m:sSub>
                      </m:e>
                    </m:d>
                    <m:r>
                      <a:rPr lang="en-US" sz="3200" dirty="0">
                        <a:uFillTx/>
                        <a:latin typeface="Times New Roman" panose="02020603050405020304" pitchFamily="18" charset="0"/>
                        <a:ea typeface="宋体" panose="02010600030101010101" pitchFamily="2" charset="-122"/>
                        <a:cs typeface="Songti SC"/>
                        <a:sym typeface="+mn-ea"/>
                      </a:rPr>
                      <m:t>←</m:t>
                    </m:r>
                    <m:sSubSup>
                      <m:sSubSupPr>
                        <m:ctrlPr>
                          <a:rPr lang="en-US" sz="3200" dirty="0">
                            <a:uFillTx/>
                            <a:latin typeface="Times New Roman" panose="02020603050405020304" pitchFamily="18" charset="0"/>
                            <a:ea typeface="宋体" panose="02010600030101010101" pitchFamily="2" charset="-122"/>
                            <a:cs typeface="Songti SC"/>
                            <a:sym typeface="+mn-ea"/>
                          </a:rPr>
                        </m:ctrlPr>
                      </m:sSubSupPr>
                      <m:e>
                        <m:r>
                          <a:rPr lang="en-US" sz="3200" dirty="0">
                            <a:uFillTx/>
                            <a:latin typeface="Times New Roman" panose="02020603050405020304" pitchFamily="18" charset="0"/>
                            <a:ea typeface="宋体" panose="02010600030101010101" pitchFamily="2" charset="-122"/>
                            <a:cs typeface="Songti SC"/>
                            <a:sym typeface="+mn-ea"/>
                          </a:rPr>
                          <m:t>𝑆</m:t>
                        </m:r>
                      </m:e>
                      <m:sub>
                        <m:r>
                          <a:rPr lang="en-US" sz="3200" dirty="0">
                            <a:uFillTx/>
                            <a:latin typeface="Times New Roman" panose="02020603050405020304" pitchFamily="18" charset="0"/>
                            <a:ea typeface="宋体" panose="02010600030101010101" pitchFamily="2" charset="-122"/>
                            <a:cs typeface="Songti SC"/>
                            <a:sym typeface="+mn-ea"/>
                          </a:rPr>
                          <m:t>𝑛</m:t>
                        </m:r>
                      </m:sub>
                      <m:sup>
                        <m:r>
                          <a:rPr lang="en-US" sz="3200" dirty="0">
                            <a:uFillTx/>
                            <a:latin typeface="Times New Roman" panose="02020603050405020304" pitchFamily="18" charset="0"/>
                            <a:ea typeface="宋体" panose="02010600030101010101" pitchFamily="2" charset="-122"/>
                            <a:cs typeface="Songti SC"/>
                            <a:sym typeface="+mn-ea"/>
                          </a:rPr>
                          <m:t>𝑙</m:t>
                        </m:r>
                      </m:sup>
                    </m:sSubSup>
                    <m:r>
                      <a:rPr lang="en-US" sz="3200" dirty="0">
                        <a:uFillTx/>
                        <a:latin typeface="Times New Roman" panose="02020603050405020304" pitchFamily="18" charset="0"/>
                        <a:ea typeface="宋体" panose="02010600030101010101" pitchFamily="2" charset="-122"/>
                        <a:cs typeface="Songti SC"/>
                        <a:sym typeface="+mn-ea"/>
                      </a:rPr>
                      <m:t>×</m:t>
                    </m:r>
                    <m:sSubSup>
                      <m:sSubSupPr>
                        <m:ctrlPr>
                          <a:rPr lang="en-US" sz="3200" dirty="0">
                            <a:uFillTx/>
                            <a:latin typeface="Times New Roman" panose="02020603050405020304" pitchFamily="18" charset="0"/>
                            <a:ea typeface="宋体" panose="02010600030101010101" pitchFamily="2" charset="-122"/>
                            <a:cs typeface="Songti SC"/>
                            <a:sym typeface="+mn-ea"/>
                          </a:rPr>
                        </m:ctrlPr>
                      </m:sSubSupPr>
                      <m:e>
                        <m:r>
                          <a:rPr lang="en-US" sz="3200" dirty="0">
                            <a:uFillTx/>
                            <a:latin typeface="Times New Roman" panose="02020603050405020304" pitchFamily="18" charset="0"/>
                            <a:ea typeface="宋体" panose="02010600030101010101" pitchFamily="2" charset="-122"/>
                            <a:cs typeface="Songti SC"/>
                            <a:sym typeface="+mn-ea"/>
                          </a:rPr>
                          <m:t>𝑆</m:t>
                        </m:r>
                      </m:e>
                      <m:sub>
                        <m:r>
                          <a:rPr lang="en-US" sz="3200" dirty="0">
                            <a:uFillTx/>
                            <a:latin typeface="Times New Roman" panose="02020603050405020304" pitchFamily="18" charset="0"/>
                            <a:ea typeface="宋体" panose="02010600030101010101" pitchFamily="2" charset="-122"/>
                            <a:cs typeface="Songti SC"/>
                            <a:sym typeface="+mn-ea"/>
                          </a:rPr>
                          <m:t>𝑛</m:t>
                        </m:r>
                      </m:sub>
                      <m:sup>
                        <m:r>
                          <a:rPr lang="en-US" sz="3200" dirty="0">
                            <a:uFillTx/>
                            <a:latin typeface="Times New Roman" panose="02020603050405020304" pitchFamily="18" charset="0"/>
                            <a:ea typeface="宋体" panose="02010600030101010101" pitchFamily="2" charset="-122"/>
                            <a:cs typeface="Songti SC"/>
                            <a:sym typeface="+mn-ea"/>
                          </a:rPr>
                          <m:t>𝑘</m:t>
                        </m:r>
                      </m:sup>
                    </m:sSubSup>
                  </m:oMath>
                </a14:m>
                <a:endParaRPr lang="en-US" sz="3200" dirty="0">
                  <a:uFillTx/>
                  <a:latin typeface="Times New Roman" panose="02020603050405020304" pitchFamily="18" charset="0"/>
                  <a:ea typeface="宋体" panose="02010600030101010101" pitchFamily="2" charset="-122"/>
                  <a:cs typeface="Songti SC"/>
                  <a:sym typeface="Songti SC"/>
                </a:endParaRPr>
              </a:p>
              <a:p>
                <a:pPr lvl="0" indent="914400" algn="just" defTabSz="914400">
                  <a:lnSpc>
                    <a:spcPct val="125000"/>
                  </a:lnSpc>
                  <a:buSzTx/>
                  <a:defRPr/>
                </a:pPr>
                <a:r>
                  <a:rPr lang="en-US" sz="3200" dirty="0">
                    <a:uFillTx/>
                    <a:latin typeface="Times New Roman" panose="02020603050405020304" pitchFamily="18" charset="0"/>
                    <a:ea typeface="宋体" panose="02010600030101010101" pitchFamily="2" charset="-122"/>
                    <a:cs typeface="Songti SC"/>
                    <a:sym typeface="Songti SC"/>
                  </a:rPr>
                  <a:t>（3）计算</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Songti SC"/>
                      </a:rPr>
                      <m:t>𝑡</m:t>
                    </m:r>
                    <m:r>
                      <a:rPr lang="en-US" sz="3200" dirty="0">
                        <a:uFillTx/>
                        <a:latin typeface="Times New Roman" panose="02020603050405020304" pitchFamily="18" charset="0"/>
                        <a:ea typeface="宋体" panose="02010600030101010101" pitchFamily="2" charset="-122"/>
                        <a:cs typeface="Songti SC"/>
                        <a:sym typeface="Songti SC"/>
                      </a:rPr>
                      <m:t>=</m:t>
                    </m:r>
                    <m:r>
                      <a:rPr lang="en-US" sz="3200" dirty="0">
                        <a:uFillTx/>
                        <a:latin typeface="Times New Roman" panose="02020603050405020304" pitchFamily="18" charset="0"/>
                        <a:ea typeface="宋体" panose="02010600030101010101" pitchFamily="2" charset="-122"/>
                        <a:cs typeface="Songti SC"/>
                        <a:sym typeface="Songti SC"/>
                      </a:rPr>
                      <m:t>𝐴</m:t>
                    </m:r>
                    <m:r>
                      <a:rPr lang="en-US" sz="3200" dirty="0">
                        <a:uFillTx/>
                        <a:latin typeface="Times New Roman" panose="02020603050405020304" pitchFamily="18" charset="0"/>
                        <a:ea typeface="宋体" panose="02010600030101010101" pitchFamily="2" charset="-122"/>
                        <a:cs typeface="Songti SC"/>
                        <a:sym typeface="Songti SC"/>
                      </a:rPr>
                      <m:t>·</m:t>
                    </m:r>
                    <m:sSup>
                      <m:sSupPr>
                        <m:ctrlPr>
                          <a:rPr lang="en-US" sz="3200" dirty="0">
                            <a:uFillTx/>
                            <a:latin typeface="Times New Roman" panose="02020603050405020304" pitchFamily="18" charset="0"/>
                            <a:ea typeface="宋体" panose="02010600030101010101" pitchFamily="2" charset="-122"/>
                            <a:cs typeface="Songti SC"/>
                            <a:sym typeface="Songti SC"/>
                          </a:rPr>
                        </m:ctrlPr>
                      </m:sSupPr>
                      <m:e>
                        <m:r>
                          <a:rPr lang="en-US" sz="3200" dirty="0">
                            <a:uFillTx/>
                            <a:latin typeface="Times New Roman" panose="02020603050405020304" pitchFamily="18" charset="0"/>
                            <a:ea typeface="宋体" panose="02010600030101010101" pitchFamily="2" charset="-122"/>
                            <a:cs typeface="Songti SC"/>
                            <a:sym typeface="Songti SC"/>
                          </a:rPr>
                          <m:t>𝑠</m:t>
                        </m:r>
                      </m:e>
                      <m:sup>
                        <m:r>
                          <a:rPr lang="en-US" sz="3200" dirty="0">
                            <a:uFillTx/>
                            <a:latin typeface="Times New Roman" panose="02020603050405020304" pitchFamily="18" charset="0"/>
                            <a:ea typeface="宋体" panose="02010600030101010101" pitchFamily="2" charset="-122"/>
                            <a:cs typeface="Songti SC"/>
                            <a:sym typeface="Songti SC"/>
                          </a:rPr>
                          <m:t>1</m:t>
                        </m:r>
                      </m:sup>
                    </m:sSup>
                    <m:r>
                      <a:rPr lang="en-US" sz="3200" dirty="0">
                        <a:uFillTx/>
                        <a:latin typeface="Times New Roman" panose="02020603050405020304" pitchFamily="18" charset="0"/>
                        <a:ea typeface="宋体" panose="02010600030101010101" pitchFamily="2" charset="-122"/>
                        <a:cs typeface="Songti SC"/>
                        <a:sym typeface="Songti SC"/>
                      </a:rPr>
                      <m:t>+</m:t>
                    </m:r>
                    <m:sSup>
                      <m:sSupPr>
                        <m:ctrlPr>
                          <a:rPr lang="en-US" sz="3200" dirty="0">
                            <a:uFillTx/>
                            <a:latin typeface="Times New Roman" panose="02020603050405020304" pitchFamily="18" charset="0"/>
                            <a:ea typeface="宋体" panose="02010600030101010101" pitchFamily="2" charset="-122"/>
                            <a:cs typeface="Songti SC"/>
                            <a:sym typeface="Songti SC"/>
                          </a:rPr>
                        </m:ctrlPr>
                      </m:sSupPr>
                      <m:e>
                        <m:r>
                          <a:rPr lang="en-US" sz="3200" dirty="0">
                            <a:uFillTx/>
                            <a:latin typeface="Times New Roman" panose="02020603050405020304" pitchFamily="18" charset="0"/>
                            <a:ea typeface="宋体" panose="02010600030101010101" pitchFamily="2" charset="-122"/>
                            <a:cs typeface="Songti SC"/>
                            <a:sym typeface="Songti SC"/>
                          </a:rPr>
                          <m:t>𝑠</m:t>
                        </m:r>
                      </m:e>
                      <m:sup>
                        <m:r>
                          <a:rPr lang="en-US" sz="3200" dirty="0">
                            <a:uFillTx/>
                            <a:latin typeface="Times New Roman" panose="02020603050405020304" pitchFamily="18" charset="0"/>
                            <a:ea typeface="宋体" panose="02010600030101010101" pitchFamily="2" charset="-122"/>
                            <a:cs typeface="Songti SC"/>
                            <a:sym typeface="Songti SC"/>
                          </a:rPr>
                          <m:t>2</m:t>
                        </m:r>
                      </m:sup>
                    </m:sSup>
                  </m:oMath>
                </a14:m>
                <a:r>
                  <a:rPr lang="en-US" sz="3200" dirty="0">
                    <a:uFillTx/>
                    <a:latin typeface="Times New Roman" panose="02020603050405020304" pitchFamily="18" charset="0"/>
                    <a:ea typeface="宋体" panose="02010600030101010101" pitchFamily="2" charset="-122"/>
                    <a:cs typeface="Songti SC"/>
                    <a:sym typeface="Songti SC"/>
                  </a:rPr>
                  <a:t>，</a:t>
                </a:r>
                <a:r>
                  <a:rPr lang="en-US" sz="3200" dirty="0">
                    <a:uFillTx/>
                    <a:latin typeface="Times New Roman" panose="02020603050405020304" pitchFamily="18" charset="0"/>
                    <a:ea typeface="宋体" panose="02010600030101010101" pitchFamily="2" charset="-122"/>
                    <a:cs typeface="Songti SC"/>
                    <a:sym typeface="Songti SC"/>
                  </a:rPr>
                  <a:t>将t拆分为高位t₁和低位t</a:t>
                </a:r>
                <a:r>
                  <a:rPr lang="en-US" sz="3200" dirty="0">
                    <a:uFillTx/>
                    <a:latin typeface="Times New Roman" panose="02020603050405020304" pitchFamily="18" charset="0"/>
                    <a:ea typeface="宋体" panose="02010600030101010101" pitchFamily="2" charset="-122"/>
                    <a:cs typeface="Songti SC"/>
                    <a:sym typeface="Songti SC"/>
                  </a:rPr>
                  <a:t>₀；</a:t>
                </a:r>
                <a:endParaRPr lang="en-US" sz="3200" dirty="0">
                  <a:uFillTx/>
                  <a:latin typeface="Times New Roman" panose="02020603050405020304" pitchFamily="18" charset="0"/>
                  <a:ea typeface="宋体" panose="02010600030101010101" pitchFamily="2" charset="-122"/>
                  <a:cs typeface="Songti SC"/>
                  <a:sym typeface="Songti SC"/>
                </a:endParaRPr>
              </a:p>
              <a:p>
                <a:pPr lvl="0" indent="914400" algn="just" defTabSz="914400">
                  <a:lnSpc>
                    <a:spcPct val="125000"/>
                  </a:lnSpc>
                  <a:buSzTx/>
                  <a:defRPr/>
                </a:pPr>
                <a:r>
                  <a:rPr lang="en-US" sz="3200" dirty="0">
                    <a:uFillTx/>
                    <a:latin typeface="Times New Roman" panose="02020603050405020304" pitchFamily="18" charset="0"/>
                    <a:ea typeface="宋体" panose="02010600030101010101" pitchFamily="2" charset="-122"/>
                    <a:cs typeface="Songti SC"/>
                    <a:sym typeface="Songti SC"/>
                  </a:rPr>
                  <a:t>（4）公钥为</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Songti SC"/>
                      </a:rPr>
                      <m:t>(</m:t>
                    </m:r>
                    <m:r>
                      <a:rPr lang="en-US" sz="3200" dirty="0">
                        <a:uFillTx/>
                        <a:latin typeface="Times New Roman" panose="02020603050405020304" pitchFamily="18" charset="0"/>
                        <a:ea typeface="宋体" panose="02010600030101010101" pitchFamily="2" charset="-122"/>
                        <a:cs typeface="Songti SC"/>
                        <a:sym typeface="Songti SC"/>
                      </a:rPr>
                      <m:t>𝐴</m:t>
                    </m:r>
                    <m:r>
                      <a:rPr lang="en-US" sz="3200" dirty="0">
                        <a:uFillTx/>
                        <a:latin typeface="Times New Roman" panose="02020603050405020304" pitchFamily="18" charset="0"/>
                        <a:ea typeface="宋体" panose="02010600030101010101" pitchFamily="2" charset="-122"/>
                        <a:cs typeface="Songti SC"/>
                        <a:sym typeface="Songti SC"/>
                      </a:rPr>
                      <m:t>,</m:t>
                    </m:r>
                    <m:r>
                      <a:rPr lang="en-US" sz="3200" dirty="0">
                        <a:uFillTx/>
                        <a:latin typeface="Times New Roman" panose="02020603050405020304" pitchFamily="18" charset="0"/>
                        <a:ea typeface="宋体" panose="02010600030101010101" pitchFamily="2" charset="-122"/>
                        <a:cs typeface="Songti SC"/>
                        <a:sym typeface="Songti SC"/>
                      </a:rPr>
                      <m:t>𝑡</m:t>
                    </m:r>
                    <m:r>
                      <a:rPr lang="en-US" sz="3200" dirty="0">
                        <a:uFillTx/>
                        <a:latin typeface="Times New Roman" panose="02020603050405020304" pitchFamily="18" charset="0"/>
                        <a:ea typeface="宋体" panose="02010600030101010101" pitchFamily="2" charset="-122"/>
                        <a:cs typeface="Songti SC"/>
                        <a:sym typeface="Songti SC"/>
                      </a:rPr>
                      <m:t>₁)</m:t>
                    </m:r>
                    <m:r>
                      <a:rPr lang="en-US" sz="3200" dirty="0">
                        <a:uFillTx/>
                        <a:latin typeface="Times New Roman" panose="02020603050405020304" pitchFamily="18" charset="0"/>
                        <a:ea typeface="宋体" panose="02010600030101010101" pitchFamily="2" charset="-122"/>
                        <a:cs typeface="Songti SC"/>
                        <a:sym typeface="Songti SC"/>
                      </a:rPr>
                      <m:t>，</m:t>
                    </m:r>
                  </m:oMath>
                </a14:m>
                <a:r>
                  <a:rPr lang="en-US" sz="3200" dirty="0">
                    <a:uFillTx/>
                    <a:latin typeface="Times New Roman" panose="02020603050405020304" pitchFamily="18" charset="0"/>
                    <a:ea typeface="宋体" panose="02010600030101010101" pitchFamily="2" charset="-122"/>
                    <a:cs typeface="Songti SC"/>
                    <a:sym typeface="Songti SC"/>
                  </a:rPr>
                  <a:t>私钥包含</a:t>
                </a:r>
                <a:r>
                  <a:rPr lang="en-US" sz="3200" dirty="0">
                    <a:uFillTx/>
                    <a:latin typeface="Times New Roman" panose="02020603050405020304" pitchFamily="18" charset="0"/>
                    <a:ea typeface="宋体" panose="02010600030101010101" pitchFamily="2" charset="-122"/>
                    <a:cs typeface="Songti SC"/>
                    <a:sym typeface="Songti SC"/>
                  </a:rPr>
                  <a:t>(</a:t>
                </a:r>
                <a:r>
                  <a:rPr lang="en-US" sz="3200" dirty="0">
                    <a:uFillTx/>
                    <a:latin typeface="Times New Roman" panose="02020603050405020304" pitchFamily="18" charset="0"/>
                    <a:ea typeface="宋体" panose="02010600030101010101" pitchFamily="2" charset="-122"/>
                    <a:cs typeface="Songti SC"/>
                    <a:sym typeface="Songti SC"/>
                  </a:rPr>
                  <a:t>A,t₀,s₁,s₂,pk</a:t>
                </a:r>
                <a:r>
                  <a:rPr lang="en-US" sz="3200" dirty="0">
                    <a:uFillTx/>
                    <a:latin typeface="Times New Roman" panose="02020603050405020304" pitchFamily="18" charset="0"/>
                    <a:ea typeface="宋体" panose="02010600030101010101" pitchFamily="2" charset="-122"/>
                    <a:cs typeface="Songti SC"/>
                    <a:sym typeface="Songti SC"/>
                  </a:rPr>
                  <a:t>)。</a:t>
                </a:r>
                <a:endParaRPr lang="en-US" sz="3200" dirty="0">
                  <a:uFillTx/>
                  <a:latin typeface="Times New Roman" panose="02020603050405020304" pitchFamily="18" charset="0"/>
                  <a:ea typeface="宋体" panose="02010600030101010101" pitchFamily="2" charset="-122"/>
                  <a:cs typeface="Songti SC"/>
                  <a:sym typeface="Songti SC"/>
                </a:endParaRPr>
              </a:p>
            </p:txBody>
          </p:sp>
        </mc:Choice>
        <mc:Fallback>
          <p:sp>
            <p:nvSpPr>
              <p:cNvPr id="8" name="AutoShape 8"/>
              <p:cNvSpPr txBox="1">
                <a:spLocks noRot="1" noChangeAspect="1" noMove="1" noResize="1" noEditPoints="1" noAdjustHandles="1" noChangeArrowheads="1" noChangeShapeType="1" noTextEdit="1"/>
              </p:cNvSpPr>
              <p:nvPr/>
            </p:nvSpPr>
            <p:spPr>
              <a:xfrm>
                <a:off x="1664208" y="2199247"/>
                <a:ext cx="15593659" cy="6985000"/>
              </a:xfrm>
              <a:prstGeom prst="rect">
                <a:avLst/>
              </a:prstGeom>
              <a:blipFill rotWithShape="1">
                <a:blip r:embed="rId2"/>
                <a:stretch>
                  <a:fillRect l="-3" t="-3" r="3" b="3"/>
                </a:stretch>
              </a:blipFill>
              <a:ln w="19050" cap="flat" cmpd="sng">
                <a:noFill/>
                <a:prstDash val="solid"/>
                <a:round/>
              </a:ln>
            </p:spPr>
            <p:txBody>
              <a:bodyPr/>
              <a:lstStyle/>
              <a:p>
                <a:r>
                  <a:rPr lang="zh-CN" altLang="en-US">
                    <a:noFill/>
                  </a:rPr>
                  <a:t> </a:t>
                </a:r>
              </a:p>
            </p:txBody>
          </p:sp>
        </mc:Fallback>
      </mc:AlternateContent>
      <p:sp>
        <p:nvSpPr>
          <p:cNvPr id="9" name="AutoShape 9"/>
          <p:cNvSpPr txBox="1"/>
          <p:nvPr/>
        </p:nvSpPr>
        <p:spPr>
          <a:xfrm>
            <a:off x="15544800" y="9410700"/>
            <a:ext cx="2133600" cy="441325"/>
          </a:xfrm>
          <a:prstGeom prst="rect">
            <a:avLst/>
          </a:prstGeom>
          <a:noFill/>
          <a:ln w="19050" cap="flat" cmpd="sng">
            <a:noFill/>
            <a:prstDash val="solid"/>
            <a:round/>
          </a:ln>
        </p:spPr>
        <p:txBody>
          <a:bodyPr vert="horz" wrap="square" lIns="91440" tIns="45720" rIns="91440" bIns="45720" rtlCol="0" anchor="ctr" anchorCtr="0"/>
          <a:lstStyle/>
          <a:p>
            <a:pPr marL="0" indent="0" algn="r" defTabSz="914400">
              <a:lnSpc>
                <a:spcPct val="100000"/>
              </a:lnSpc>
              <a:defRPr/>
            </a:pPr>
            <a:fld id="{A35D9017-1B69-4DAF-861D-2B77572BE28F}" type="slidenum">
              <a:rPr sz="1400" b="0" i="0" u="none" strike="noStrike">
                <a:solidFill>
                  <a:srgbClr val="FFC000"/>
                </a:solidFill>
                <a:latin typeface="Calibri" panose="020F0502020204030204"/>
                <a:ea typeface="Calibri" panose="020F0502020204030204"/>
                <a:cs typeface="Calibri" panose="020F0502020204030204"/>
                <a:sym typeface="Calibri" panose="020F0502020204030204"/>
              </a:rPr>
            </a:fld>
            <a:endParaRPr lang="en-US" sz="1100"/>
          </a:p>
        </p:txBody>
      </p:sp>
      <p:sp>
        <p:nvSpPr>
          <p:cNvPr id="10" name="AutoShape 35"/>
          <p:cNvSpPr txBox="1"/>
          <p:nvPr/>
        </p:nvSpPr>
        <p:spPr>
          <a:xfrm>
            <a:off x="13694774" y="709652"/>
            <a:ext cx="3700052" cy="369332"/>
          </a:xfrm>
          <a:prstGeom prst="rect">
            <a:avLst/>
          </a:prstGeom>
          <a:noFill/>
          <a:ln w="19050" cap="flat" cmpd="sng">
            <a:noFill/>
            <a:prstDash val="solid"/>
            <a:round/>
          </a:ln>
        </p:spPr>
        <p:txBody>
          <a:bodyPr vert="horz" wrap="none" lIns="91440" tIns="45720" rIns="91440" bIns="45720" rtlCol="0" anchor="t" anchorCtr="0"/>
          <a:lstStyle/>
          <a:p>
            <a:pPr>
              <a:defRPr/>
            </a:pPr>
            <a:r>
              <a:rPr lang="zh-CN" altLang="zh-CN" sz="18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仿宋" panose="02010609060101010101" pitchFamily="49" charset="-122"/>
                <a:ea typeface="仿宋" panose="02010609060101010101" pitchFamily="49" charset="-122"/>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密码学</a:t>
            </a:r>
            <a:r>
              <a:rPr lang="en-US" sz="1800" b="1" i="0" u="none" strike="noStrike" dirty="0">
                <a:solidFill>
                  <a:srgbClr val="1F497D"/>
                </a:solidFill>
                <a:latin typeface="仿宋" panose="02010609060101010101" pitchFamily="49" charset="-122"/>
                <a:ea typeface="仿宋" panose="02010609060101010101" pitchFamily="49" charset="-122"/>
                <a:cs typeface="Zhuque Fangsong"/>
                <a:sym typeface="Zhuque Fangsong"/>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基础理论与应用</a:t>
            </a:r>
            <a:endParaRPr lang="en-US" sz="1100" dirty="0">
              <a:latin typeface="仿宋" panose="02010609060101010101" pitchFamily="49" charset="-122"/>
              <a:ea typeface="仿宋" panose="02010609060101010101" pitchFamily="49" charset="-122"/>
            </a:endParaRPr>
          </a:p>
        </p:txBody>
      </p:sp>
      <p:sp>
        <p:nvSpPr>
          <p:cNvPr id="3" name="Freeform 2"/>
          <p:cNvSpPr/>
          <p:nvPr/>
        </p:nvSpPr>
        <p:spPr>
          <a:xfrm>
            <a:off x="412090" y="1028700"/>
            <a:ext cx="7800783" cy="275915"/>
          </a:xfrm>
          <a:custGeom>
            <a:avLst/>
            <a:gdLst/>
            <a:ahLst/>
            <a:cxnLst/>
            <a:rect l="l" t="t" r="r" b="b"/>
            <a:pathLst>
              <a:path w="7800783" h="275915">
                <a:moveTo>
                  <a:pt x="137960" y="0"/>
                </a:moveTo>
                <a:lnTo>
                  <a:pt x="7662827" y="0"/>
                </a:lnTo>
                <a:cubicBezTo>
                  <a:pt x="7699414" y="0"/>
                  <a:pt x="7734504" y="14534"/>
                  <a:pt x="7760377" y="40406"/>
                </a:cubicBezTo>
                <a:cubicBezTo>
                  <a:pt x="7786248" y="66279"/>
                  <a:pt x="7800783" y="101369"/>
                  <a:pt x="7800783" y="137959"/>
                </a:cubicBezTo>
                <a:lnTo>
                  <a:pt x="7800783" y="137959"/>
                </a:lnTo>
                <a:cubicBezTo>
                  <a:pt x="7800783" y="174546"/>
                  <a:pt x="7786248" y="209636"/>
                  <a:pt x="7760377" y="235509"/>
                </a:cubicBezTo>
                <a:cubicBezTo>
                  <a:pt x="7734504" y="261380"/>
                  <a:pt x="7699414" y="275915"/>
                  <a:pt x="7662827" y="275915"/>
                </a:cubicBezTo>
                <a:lnTo>
                  <a:pt x="137960" y="275915"/>
                </a:lnTo>
                <a:cubicBezTo>
                  <a:pt x="101369" y="275915"/>
                  <a:pt x="66279" y="261380"/>
                  <a:pt x="40406" y="235509"/>
                </a:cubicBezTo>
                <a:cubicBezTo>
                  <a:pt x="14534" y="209636"/>
                  <a:pt x="0" y="174546"/>
                  <a:pt x="0" y="137959"/>
                </a:cubicBezTo>
                <a:lnTo>
                  <a:pt x="0" y="137959"/>
                </a:lnTo>
                <a:cubicBezTo>
                  <a:pt x="0" y="101369"/>
                  <a:pt x="14534" y="66279"/>
                  <a:pt x="40406" y="40406"/>
                </a:cubicBezTo>
                <a:cubicBezTo>
                  <a:pt x="66279" y="14534"/>
                  <a:pt x="101369" y="0"/>
                  <a:pt x="137960" y="0"/>
                </a:cubicBezTo>
                <a:close/>
              </a:path>
            </a:pathLst>
          </a:custGeom>
          <a:gradFill rotWithShape="1">
            <a:gsLst>
              <a:gs pos="0">
                <a:srgbClr val="DDEEFF">
                  <a:alpha val="100000"/>
                </a:srgbClr>
              </a:gs>
              <a:gs pos="100000">
                <a:srgbClr val="FFFFFF">
                  <a:alpha val="0"/>
                </a:srgbClr>
              </a:gs>
            </a:gsLst>
            <a:lin ang="0"/>
          </a:gradFill>
          <a:ln w="25400" cap="flat" cmpd="sng">
            <a:noFill/>
            <a:prstDash val="solid"/>
            <a:round/>
          </a:ln>
        </p:spPr>
        <p:txBody>
          <a:bodyPr vert="horz" wrap="square" lIns="91440" tIns="45720" rIns="91440" bIns="45720" rtlCol="0" anchor="t" anchorCtr="0"/>
          <a:lstStyle/>
          <a:p>
            <a:pPr algn="l">
              <a:defRPr/>
            </a:pPr>
          </a:p>
        </p:txBody>
      </p:sp>
      <p:pic>
        <p:nvPicPr>
          <p:cNvPr id="4" name="Picture 5"/>
          <p:cNvPicPr>
            <a:picLocks noChangeAspect="1"/>
          </p:cNvPicPr>
          <p:nvPr/>
        </p:nvPicPr>
        <p:blipFill>
          <a:blip r:embed="rId3">
            <a:alphaModFix amt="80000"/>
          </a:blip>
          <a:srcRect/>
          <a:stretch>
            <a:fillRect/>
          </a:stretch>
        </p:blipFill>
        <p:spPr>
          <a:xfrm>
            <a:off x="762000" y="494030"/>
            <a:ext cx="1069975" cy="656590"/>
          </a:xfrm>
          <a:prstGeom prst="rect">
            <a:avLst/>
          </a:prstGeom>
          <a:noFill/>
          <a:ln w="25400" cap="flat" cmpd="sng">
            <a:noFill/>
            <a:prstDash val="solid"/>
            <a:round/>
          </a:ln>
          <a:effectLst>
            <a:outerShdw blurRad="50800" dist="38100" dir="2700000" algn="tl">
              <a:srgbClr val="000000">
                <a:alpha val="40000"/>
              </a:srgbClr>
            </a:outerShdw>
            <a:reflection blurRad="6350" stA="50000" endA="300" endPos="55000" dir="5400000" sy="-100000" algn="bl" rotWithShape="0"/>
          </a:effectLst>
        </p:spPr>
      </p:pic>
      <p:sp>
        <p:nvSpPr>
          <p:cNvPr id="6" name="TextBox 31"/>
          <p:cNvSpPr txBox="1"/>
          <p:nvPr/>
        </p:nvSpPr>
        <p:spPr>
          <a:xfrm>
            <a:off x="1256625" y="411284"/>
            <a:ext cx="1674789" cy="842645"/>
          </a:xfrm>
          <a:prstGeom prst="rect">
            <a:avLst/>
          </a:prstGeom>
        </p:spPr>
        <p:txBody>
          <a:bodyPr wrap="square" lIns="0" tIns="0" rIns="0" bIns="0" rtlCol="0" anchor="t">
            <a:spAutoFit/>
          </a:bodyPr>
          <a:lstStyle/>
          <a:p>
            <a:pPr lvl="0" algn="ctr">
              <a:lnSpc>
                <a:spcPts val="6575"/>
              </a:lnSpc>
              <a:buSzTx/>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Times New Roman" panose="02020603050405020304" pitchFamily="18" charset="0"/>
                <a:sym typeface="字由文艺黑" panose="00020600040101010101" charset="-122"/>
              </a:rPr>
              <a:t>10.5</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Times New Roman" panose="02020603050405020304" pitchFamily="18" charset="0"/>
              <a:sym typeface="字由文艺黑" panose="00020600040101010101" charset="-122"/>
            </a:endParaRPr>
          </a:p>
        </p:txBody>
      </p:sp>
      <p:sp>
        <p:nvSpPr>
          <p:cNvPr id="11" name="TextBox 30"/>
          <p:cNvSpPr txBox="1"/>
          <p:nvPr/>
        </p:nvSpPr>
        <p:spPr>
          <a:xfrm>
            <a:off x="2931064" y="493890"/>
            <a:ext cx="9458717" cy="717550"/>
          </a:xfrm>
          <a:prstGeom prst="rect">
            <a:avLst/>
          </a:prstGeom>
        </p:spPr>
        <p:txBody>
          <a:bodyPr lIns="0" tIns="0" rIns="0" bIns="0" rtlCol="0" anchor="t">
            <a:spAutoFit/>
          </a:bodyPr>
          <a:lstStyle/>
          <a:p>
            <a:pPr algn="l">
              <a:lnSpc>
                <a:spcPts val="5600"/>
              </a:lnSpc>
            </a:pPr>
            <a:r>
              <a:rPr lang="en-US" altLang="zh-CN" sz="4000" b="1" dirty="0" err="1">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Times New Roman" panose="02020603050405020304" pitchFamily="18" charset="0"/>
                <a:sym typeface="字由文艺黑" panose="00020600040101010101" charset="-122"/>
              </a:rPr>
              <a:t>Dilithium</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数字签名算法</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p:cNvGrpSpPr/>
        <p:nvPr/>
      </p:nvGrpSpPr>
      <p:grpSpPr>
        <a:xfrm>
          <a:off x="0" y="0"/>
          <a:ext cx="0" cy="0"/>
          <a:chOff x="0" y="0"/>
          <a:chExt cx="0" cy="0"/>
        </a:xfrm>
      </p:grpSpPr>
      <p:pic>
        <p:nvPicPr>
          <p:cNvPr id="7" name="Picture 7"/>
          <p:cNvPicPr>
            <a:picLocks noChangeAspect="1"/>
          </p:cNvPicPr>
          <p:nvPr/>
        </p:nvPicPr>
        <p:blipFill>
          <a:blip r:embed="rId1"/>
          <a:srcRect/>
          <a:stretch>
            <a:fillRect/>
          </a:stretch>
        </p:blipFill>
        <p:spPr>
          <a:xfrm>
            <a:off x="13772537" y="1102753"/>
            <a:ext cx="2771429" cy="47619"/>
          </a:xfrm>
          <a:prstGeom prst="rect">
            <a:avLst/>
          </a:prstGeom>
          <a:noFill/>
          <a:ln w="25400" cap="flat" cmpd="sng">
            <a:noFill/>
            <a:prstDash val="solid"/>
            <a:round/>
          </a:ln>
        </p:spPr>
      </p:pic>
      <mc:AlternateContent xmlns:mc="http://schemas.openxmlformats.org/markup-compatibility/2006">
        <mc:Choice xmlns:a14="http://schemas.microsoft.com/office/drawing/2010/main" Requires="a14">
          <p:sp>
            <p:nvSpPr>
              <p:cNvPr id="8" name="AutoShape 8"/>
              <p:cNvSpPr txBox="1"/>
              <p:nvPr/>
            </p:nvSpPr>
            <p:spPr>
              <a:xfrm>
                <a:off x="1270000" y="1651000"/>
                <a:ext cx="15719287" cy="7926348"/>
              </a:xfrm>
              <a:prstGeom prst="rect">
                <a:avLst/>
              </a:prstGeom>
              <a:noFill/>
              <a:ln w="19050" cap="flat" cmpd="sng">
                <a:noFill/>
                <a:prstDash val="solid"/>
                <a:round/>
              </a:ln>
            </p:spPr>
            <p:txBody>
              <a:bodyPr vert="horz" wrap="square" lIns="0" tIns="0" rIns="0" bIns="0" rtlCol="0" anchor="t" anchorCtr="0">
                <a:noAutofit/>
              </a:bodyPr>
              <a:lstStyle/>
              <a:p>
                <a:pPr lvl="0" indent="914400" algn="just" defTabSz="914400">
                  <a:lnSpc>
                    <a:spcPct val="125000"/>
                  </a:lnSpc>
                  <a:buSzTx/>
                  <a:defRPr/>
                </a:pPr>
                <a:r>
                  <a:rPr lang="en-US" sz="3200" b="1" dirty="0">
                    <a:uFillTx/>
                    <a:latin typeface="Times New Roman" panose="02020603050405020304" pitchFamily="18" charset="0"/>
                    <a:ea typeface="宋体" panose="02010600030101010101" pitchFamily="2" charset="-122"/>
                    <a:cs typeface="Songti SC"/>
                    <a:sym typeface="Zhuque Fangsong"/>
                  </a:rPr>
                  <a:t>签名过程</a:t>
                </a:r>
                <a:r>
                  <a:rPr lang="en-US" sz="3200" b="1" dirty="0">
                    <a:uFillTx/>
                    <a:latin typeface="Times New Roman" panose="02020603050405020304" pitchFamily="18" charset="0"/>
                    <a:ea typeface="宋体" panose="02010600030101010101" pitchFamily="2" charset="-122"/>
                    <a:cs typeface="Songti SC"/>
                    <a:sym typeface="Zhuque Fangsong"/>
                  </a:rPr>
                  <a:t>：</a:t>
                </a:r>
                <a:endParaRPr lang="en-US" sz="3200" b="1" dirty="0">
                  <a:uFillTx/>
                  <a:latin typeface="Times New Roman" panose="02020603050405020304" pitchFamily="18" charset="0"/>
                  <a:ea typeface="宋体" panose="02010600030101010101" pitchFamily="2" charset="-122"/>
                  <a:cs typeface="Songti SC"/>
                  <a:sym typeface="Zhuque Fangsong"/>
                </a:endParaRPr>
              </a:p>
              <a:p>
                <a:pPr lvl="0" indent="914400" algn="just" defTabSz="914400">
                  <a:lnSpc>
                    <a:spcPct val="125000"/>
                  </a:lnSpc>
                  <a:buSzTx/>
                  <a:defRPr/>
                </a:pPr>
                <a:r>
                  <a:rPr lang="en-US" sz="3200" dirty="0">
                    <a:uFillTx/>
                    <a:latin typeface="Times New Roman" panose="02020603050405020304" pitchFamily="18" charset="0"/>
                    <a:ea typeface="宋体" panose="02010600030101010101" pitchFamily="2" charset="-122"/>
                    <a:cs typeface="Songti SC"/>
                    <a:sym typeface="+mn-ea"/>
                  </a:rPr>
                  <a:t>输入：私钥</a:t>
                </a:r>
                <a:r>
                  <a:rPr lang="en-US" sz="3200" dirty="0">
                    <a:uFillTx/>
                    <a:latin typeface="Times New Roman" panose="02020603050405020304" pitchFamily="18" charset="0"/>
                    <a:ea typeface="宋体" panose="02010600030101010101" pitchFamily="2" charset="-122"/>
                    <a:cs typeface="Songti SC"/>
                    <a:sym typeface="+mn-ea"/>
                  </a:rPr>
                  <a:t>sk</a:t>
                </a:r>
                <a:r>
                  <a:rPr lang="en-US" sz="3200" dirty="0">
                    <a:uFillTx/>
                    <a:latin typeface="Times New Roman" panose="02020603050405020304" pitchFamily="18" charset="0"/>
                    <a:ea typeface="宋体" panose="02010600030101010101" pitchFamily="2" charset="-122"/>
                    <a:cs typeface="Songti SC"/>
                    <a:sym typeface="+mn-ea"/>
                  </a:rPr>
                  <a:t>=(</a:t>
                </a:r>
                <a:r>
                  <a:rPr lang="en-US" sz="3200" dirty="0">
                    <a:uFillTx/>
                    <a:latin typeface="Times New Roman" panose="02020603050405020304" pitchFamily="18" charset="0"/>
                    <a:ea typeface="宋体" panose="02010600030101010101" pitchFamily="2" charset="-122"/>
                    <a:cs typeface="Songti SC"/>
                    <a:sym typeface="+mn-ea"/>
                  </a:rPr>
                  <a:t>s</a:t>
                </a:r>
                <a:r>
                  <a:rPr lang="en-US" sz="3200" dirty="0">
                    <a:uFillTx/>
                    <a:latin typeface="Times New Roman" panose="02020603050405020304" pitchFamily="18" charset="0"/>
                    <a:ea typeface="宋体" panose="02010600030101010101" pitchFamily="2" charset="-122"/>
                    <a:cs typeface="Songti SC"/>
                    <a:sym typeface="+mn-ea"/>
                  </a:rPr>
                  <a:t>1</a:t>
                </a:r>
                <a:r>
                  <a:rPr lang="en-US" sz="3200" dirty="0">
                    <a:uFillTx/>
                    <a:latin typeface="Times New Roman" panose="02020603050405020304" pitchFamily="18" charset="0"/>
                    <a:ea typeface="宋体" panose="02010600030101010101" pitchFamily="2" charset="-122"/>
                    <a:cs typeface="Songti SC"/>
                    <a:sym typeface="+mn-ea"/>
                  </a:rPr>
                  <a:t>,</a:t>
                </a:r>
                <a:r>
                  <a:rPr lang="en-US" sz="3200" dirty="0">
                    <a:uFillTx/>
                    <a:latin typeface="Times New Roman" panose="02020603050405020304" pitchFamily="18" charset="0"/>
                    <a:ea typeface="宋体" panose="02010600030101010101" pitchFamily="2" charset="-122"/>
                    <a:cs typeface="Songti SC"/>
                    <a:sym typeface="+mn-ea"/>
                  </a:rPr>
                  <a:t>s</a:t>
                </a:r>
                <a:r>
                  <a:rPr lang="en-US" sz="3200" dirty="0">
                    <a:uFillTx/>
                    <a:latin typeface="Times New Roman" panose="02020603050405020304" pitchFamily="18" charset="0"/>
                    <a:ea typeface="宋体" panose="02010600030101010101" pitchFamily="2" charset="-122"/>
                    <a:cs typeface="Songti SC"/>
                    <a:sym typeface="+mn-ea"/>
                  </a:rPr>
                  <a:t>2</a:t>
                </a:r>
                <a:r>
                  <a:rPr lang="en-US" sz="3200" dirty="0">
                    <a:uFillTx/>
                    <a:latin typeface="Times New Roman" panose="02020603050405020304" pitchFamily="18" charset="0"/>
                    <a:ea typeface="宋体" panose="02010600030101010101" pitchFamily="2" charset="-122"/>
                    <a:cs typeface="Songti SC"/>
                    <a:sym typeface="+mn-ea"/>
                  </a:rPr>
                  <a:t>)</a:t>
                </a:r>
                <a:r>
                  <a:rPr lang="en-US" sz="3200" dirty="0">
                    <a:uFillTx/>
                    <a:latin typeface="Times New Roman" panose="02020603050405020304" pitchFamily="18" charset="0"/>
                    <a:ea typeface="宋体" panose="02010600030101010101" pitchFamily="2" charset="-122"/>
                    <a:cs typeface="Songti SC"/>
                    <a:sym typeface="+mn-ea"/>
                  </a:rPr>
                  <a:t>，明文</a:t>
                </a:r>
                <a:r>
                  <a:rPr lang="en-US" sz="3200" dirty="0">
                    <a:uFillTx/>
                    <a:latin typeface="Times New Roman" panose="02020603050405020304" pitchFamily="18" charset="0"/>
                    <a:ea typeface="宋体" panose="02010600030101010101" pitchFamily="2" charset="-122"/>
                    <a:cs typeface="Songti SC"/>
                    <a:sym typeface="+mn-ea"/>
                  </a:rPr>
                  <a:t>M</a:t>
                </a:r>
                <a:endParaRPr lang="en-US" sz="3200" dirty="0">
                  <a:uFillTx/>
                  <a:latin typeface="Times New Roman" panose="02020603050405020304" pitchFamily="18" charset="0"/>
                  <a:ea typeface="宋体" panose="02010600030101010101" pitchFamily="2" charset="-122"/>
                  <a:cs typeface="Songti SC"/>
                  <a:sym typeface="+mn-ea"/>
                </a:endParaRPr>
              </a:p>
              <a:p>
                <a:pPr lvl="0" indent="914400" algn="just" defTabSz="914400">
                  <a:lnSpc>
                    <a:spcPct val="125000"/>
                  </a:lnSpc>
                  <a:buSzTx/>
                  <a:defRPr/>
                </a:pPr>
                <a:r>
                  <a:rPr lang="en-US" sz="3200" dirty="0">
                    <a:uFillTx/>
                    <a:latin typeface="Times New Roman" panose="02020603050405020304" pitchFamily="18" charset="0"/>
                    <a:ea typeface="宋体" panose="02010600030101010101" pitchFamily="2" charset="-122"/>
                    <a:cs typeface="Songti SC"/>
                    <a:sym typeface="+mn-ea"/>
                  </a:rPr>
                  <a:t>输出：</a:t>
                </a:r>
                <a:r>
                  <a:rPr lang="en-US" sz="3200" dirty="0">
                    <a:uFillTx/>
                    <a:latin typeface="Times New Roman" panose="02020603050405020304" pitchFamily="18" charset="0"/>
                    <a:ea typeface="宋体" panose="02010600030101010101" pitchFamily="2" charset="-122"/>
                    <a:cs typeface="Songti SC"/>
                    <a:sym typeface="+mn-ea"/>
                  </a:rPr>
                  <a:t>签名</a:t>
                </a:r>
                <a:r>
                  <a:rPr lang="en-US" sz="3200" dirty="0">
                    <a:uFillTx/>
                    <a:latin typeface="Times New Roman" panose="02020603050405020304" pitchFamily="18" charset="0"/>
                    <a:ea typeface="宋体" panose="02010600030101010101" pitchFamily="2" charset="-122"/>
                    <a:cs typeface="Songti SC"/>
                    <a:sym typeface="+mn-ea"/>
                  </a:rPr>
                  <a:t>σ=(z,c)</a:t>
                </a:r>
                <a:endParaRPr lang="en-US" sz="3200" dirty="0">
                  <a:uFillTx/>
                  <a:latin typeface="Times New Roman" panose="02020603050405020304" pitchFamily="18" charset="0"/>
                  <a:ea typeface="宋体" panose="02010600030101010101" pitchFamily="2" charset="-122"/>
                  <a:cs typeface="Songti SC"/>
                  <a:sym typeface="+mn-ea"/>
                </a:endParaRPr>
              </a:p>
              <a:p>
                <a:pPr lvl="0" indent="914400" algn="just" defTabSz="914400">
                  <a:lnSpc>
                    <a:spcPct val="125000"/>
                  </a:lnSpc>
                  <a:buSzTx/>
                  <a:defRPr/>
                </a:pPr>
                <a:r>
                  <a:rPr lang="en-US" sz="3200" dirty="0">
                    <a:uFillTx/>
                    <a:latin typeface="Times New Roman" panose="02020603050405020304" pitchFamily="18" charset="0"/>
                    <a:ea typeface="宋体" panose="02010600030101010101" pitchFamily="2" charset="-122"/>
                    <a:cs typeface="Songti SC"/>
                    <a:sym typeface="+mn-ea"/>
                  </a:rPr>
                  <a:t>1</a:t>
                </a:r>
                <a:r>
                  <a:rPr lang="en-US" sz="3200" dirty="0">
                    <a:uFillTx/>
                    <a:latin typeface="Times New Roman" panose="02020603050405020304" pitchFamily="18" charset="0"/>
                    <a:ea typeface="宋体" panose="02010600030101010101" pitchFamily="2" charset="-122"/>
                    <a:cs typeface="Songti SC"/>
                    <a:sym typeface="+mn-ea"/>
                  </a:rPr>
                  <a:t>、</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mn-ea"/>
                      </a:rPr>
                      <m:t>𝒵</m:t>
                    </m:r>
                  </m:oMath>
                </a14:m>
                <a:r>
                  <a:rPr lang="en-US" sz="3200" dirty="0">
                    <a:uFillTx/>
                    <a:latin typeface="Times New Roman" panose="02020603050405020304" pitchFamily="18" charset="0"/>
                    <a:ea typeface="宋体" panose="02010600030101010101" pitchFamily="2" charset="-122"/>
                    <a:cs typeface="Songti SC"/>
                    <a:sym typeface="+mn-ea"/>
                  </a:rPr>
                  <a:t>:=⊥</a:t>
                </a:r>
                <a:endParaRPr lang="en-US" sz="3200" dirty="0">
                  <a:uFillTx/>
                  <a:latin typeface="Times New Roman" panose="02020603050405020304" pitchFamily="18" charset="0"/>
                  <a:ea typeface="宋体" panose="02010600030101010101" pitchFamily="2" charset="-122"/>
                  <a:cs typeface="Songti SC"/>
                  <a:sym typeface="+mn-ea"/>
                </a:endParaRPr>
              </a:p>
              <a:p>
                <a:pPr lvl="0" indent="914400" algn="just" defTabSz="914400">
                  <a:lnSpc>
                    <a:spcPct val="125000"/>
                  </a:lnSpc>
                  <a:buSzTx/>
                  <a:defRPr/>
                </a:pPr>
                <a:r>
                  <a:rPr lang="en-US" sz="3200" dirty="0">
                    <a:uFillTx/>
                    <a:latin typeface="Times New Roman" panose="02020603050405020304" pitchFamily="18" charset="0"/>
                    <a:ea typeface="宋体" panose="02010600030101010101" pitchFamily="2" charset="-122"/>
                    <a:cs typeface="Songti SC"/>
                    <a:sym typeface="+mn-ea"/>
                  </a:rPr>
                  <a:t>2</a:t>
                </a:r>
                <a:r>
                  <a:rPr lang="en-US" sz="3200" dirty="0">
                    <a:uFillTx/>
                    <a:latin typeface="Times New Roman" panose="02020603050405020304" pitchFamily="18" charset="0"/>
                    <a:ea typeface="宋体" panose="02010600030101010101" pitchFamily="2" charset="-122"/>
                    <a:cs typeface="Songti SC"/>
                    <a:sym typeface="+mn-ea"/>
                  </a:rPr>
                  <a:t>、</a:t>
                </a:r>
                <a:r>
                  <a:rPr lang="en-US" sz="3200" dirty="0">
                    <a:uFillTx/>
                    <a:latin typeface="Times New Roman" panose="02020603050405020304" pitchFamily="18" charset="0"/>
                    <a:ea typeface="宋体" panose="02010600030101010101" pitchFamily="2" charset="-122"/>
                    <a:cs typeface="Songti SC"/>
                    <a:sym typeface="+mn-ea"/>
                  </a:rPr>
                  <a:t>while</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mn-ea"/>
                      </a:rPr>
                      <m:t>𝒵</m:t>
                    </m:r>
                  </m:oMath>
                </a14:m>
                <a:r>
                  <a:rPr lang="en-US" sz="3200" dirty="0">
                    <a:uFillTx/>
                    <a:latin typeface="Times New Roman" panose="02020603050405020304" pitchFamily="18" charset="0"/>
                    <a:ea typeface="宋体" panose="02010600030101010101" pitchFamily="2" charset="-122"/>
                    <a:cs typeface="Songti SC"/>
                    <a:sym typeface="+mn-ea"/>
                  </a:rPr>
                  <a:t>=⊥do</a:t>
                </a:r>
                <a:endParaRPr lang="en-US" sz="3200" dirty="0">
                  <a:uFillTx/>
                  <a:latin typeface="Times New Roman" panose="02020603050405020304" pitchFamily="18" charset="0"/>
                  <a:ea typeface="宋体" panose="02010600030101010101" pitchFamily="2" charset="-122"/>
                  <a:cs typeface="Songti SC"/>
                  <a:sym typeface="+mn-ea"/>
                </a:endParaRPr>
              </a:p>
              <a:p>
                <a:pPr lvl="0" indent="914400" algn="just" defTabSz="914400">
                  <a:lnSpc>
                    <a:spcPct val="125000"/>
                  </a:lnSpc>
                  <a:buSzTx/>
                  <a:defRPr/>
                </a:pPr>
                <a:r>
                  <a:rPr lang="en-US" sz="3200" dirty="0">
                    <a:uFillTx/>
                    <a:latin typeface="Times New Roman" panose="02020603050405020304" pitchFamily="18" charset="0"/>
                    <a:ea typeface="宋体" panose="02010600030101010101" pitchFamily="2" charset="-122"/>
                    <a:cs typeface="Songti SC"/>
                    <a:sym typeface="+mn-ea"/>
                  </a:rPr>
                  <a:t>           </a:t>
                </a:r>
                <a:r>
                  <a:rPr lang="en-US" sz="3200" dirty="0">
                    <a:uFillTx/>
                    <a:latin typeface="Times New Roman" panose="02020603050405020304" pitchFamily="18" charset="0"/>
                    <a:ea typeface="宋体" panose="02010600030101010101" pitchFamily="2" charset="-122"/>
                    <a:cs typeface="Songti SC"/>
                    <a:sym typeface="+mn-ea"/>
                  </a:rPr>
                  <a:t>(1)y←</a:t>
                </a:r>
                <a14:m>
                  <m:oMath xmlns:m="http://schemas.openxmlformats.org/officeDocument/2006/math">
                    <m:sSubSup>
                      <m:sSubSupPr>
                        <m:ctrlPr>
                          <a:rPr lang="en-US" sz="3200" dirty="0">
                            <a:uFillTx/>
                            <a:latin typeface="Times New Roman" panose="02020603050405020304" pitchFamily="18" charset="0"/>
                            <a:ea typeface="宋体" panose="02010600030101010101" pitchFamily="2" charset="-122"/>
                            <a:cs typeface="Songti SC"/>
                            <a:sym typeface="+mn-ea"/>
                          </a:rPr>
                        </m:ctrlPr>
                      </m:sSubSupPr>
                      <m:e>
                        <m:r>
                          <m:rPr>
                            <m:sty m:val="p"/>
                          </m:rPr>
                          <a:rPr lang="en-US" sz="3200" dirty="0">
                            <a:uFillTx/>
                            <a:latin typeface="Times New Roman" panose="02020603050405020304" pitchFamily="18" charset="0"/>
                            <a:ea typeface="宋体" panose="02010600030101010101" pitchFamily="2" charset="-122"/>
                            <a:cs typeface="Songti SC"/>
                            <a:sym typeface="+mn-ea"/>
                          </a:rPr>
                          <m:t>S</m:t>
                        </m:r>
                      </m:e>
                      <m:sub>
                        <m:sSub>
                          <m:sSubPr>
                            <m:ctrlPr>
                              <a:rPr lang="en-US" sz="3200" dirty="0">
                                <a:uFillTx/>
                                <a:latin typeface="Times New Roman" panose="02020603050405020304" pitchFamily="18" charset="0"/>
                                <a:ea typeface="宋体" panose="02010600030101010101" pitchFamily="2" charset="-122"/>
                                <a:cs typeface="Songti SC"/>
                                <a:sym typeface="+mn-ea"/>
                              </a:rPr>
                            </m:ctrlPr>
                          </m:sSubPr>
                          <m:e>
                            <m:r>
                              <a:rPr lang="en-US" sz="3200" dirty="0">
                                <a:uFillTx/>
                                <a:latin typeface="Times New Roman" panose="02020603050405020304" pitchFamily="18" charset="0"/>
                                <a:ea typeface="宋体" panose="02010600030101010101" pitchFamily="2" charset="-122"/>
                                <a:cs typeface="Songti SC"/>
                                <a:sym typeface="+mn-ea"/>
                              </a:rPr>
                              <m:t>γ</m:t>
                            </m:r>
                          </m:e>
                          <m:sub>
                            <m:r>
                              <a:rPr lang="en-US" sz="3200" dirty="0">
                                <a:uFillTx/>
                                <a:latin typeface="Times New Roman" panose="02020603050405020304" pitchFamily="18" charset="0"/>
                                <a:ea typeface="宋体" panose="02010600030101010101" pitchFamily="2" charset="-122"/>
                                <a:cs typeface="Songti SC"/>
                                <a:sym typeface="+mn-ea"/>
                              </a:rPr>
                              <m:t>1</m:t>
                            </m:r>
                          </m:sub>
                        </m:sSub>
                      </m:sub>
                      <m:sup>
                        <m:r>
                          <m:rPr>
                            <m:sty m:val="p"/>
                          </m:rPr>
                          <a:rPr lang="en-US" sz="3200" dirty="0">
                            <a:uFillTx/>
                            <a:latin typeface="Times New Roman" panose="02020603050405020304" pitchFamily="18" charset="0"/>
                            <a:ea typeface="宋体" panose="02010600030101010101" pitchFamily="2" charset="-122"/>
                            <a:cs typeface="Songti SC"/>
                            <a:sym typeface="+mn-ea"/>
                          </a:rPr>
                          <m:t>l</m:t>
                        </m:r>
                      </m:sup>
                    </m:sSubSup>
                  </m:oMath>
                </a14:m>
                <a:endParaRPr lang="en-US" sz="3200" dirty="0">
                  <a:uFillTx/>
                  <a:latin typeface="Times New Roman" panose="02020603050405020304" pitchFamily="18" charset="0"/>
                  <a:ea typeface="宋体" panose="02010600030101010101" pitchFamily="2" charset="-122"/>
                  <a:cs typeface="Songti SC"/>
                  <a:sym typeface="+mn-ea"/>
                </a:endParaRPr>
              </a:p>
              <a:p>
                <a:pPr lvl="0" indent="914400" algn="just" defTabSz="914400">
                  <a:lnSpc>
                    <a:spcPct val="125000"/>
                  </a:lnSpc>
                  <a:buSzTx/>
                  <a:defRPr/>
                </a:pPr>
                <a:r>
                  <a:rPr lang="en-US" sz="3200" dirty="0">
                    <a:uFillTx/>
                    <a:latin typeface="Times New Roman" panose="02020603050405020304" pitchFamily="18" charset="0"/>
                    <a:ea typeface="宋体" panose="02010600030101010101" pitchFamily="2" charset="-122"/>
                    <a:cs typeface="Songti SC"/>
                    <a:sym typeface="+mn-ea"/>
                  </a:rPr>
                  <a:t>           </a:t>
                </a:r>
                <a:r>
                  <a:rPr lang="en-US" sz="3200" dirty="0">
                    <a:uFillTx/>
                    <a:latin typeface="Times New Roman" panose="02020603050405020304" pitchFamily="18" charset="0"/>
                    <a:ea typeface="宋体" panose="02010600030101010101" pitchFamily="2" charset="-122"/>
                    <a:cs typeface="Songti SC"/>
                    <a:sym typeface="+mn-ea"/>
                  </a:rPr>
                  <a:t>(2)</a:t>
                </a:r>
                <a14:m>
                  <m:oMath xmlns:m="http://schemas.openxmlformats.org/officeDocument/2006/math">
                    <m:sSub>
                      <m:sSubPr>
                        <m:ctrlPr>
                          <a:rPr lang="en-US" sz="3200" dirty="0">
                            <a:uFillTx/>
                            <a:latin typeface="Times New Roman" panose="02020603050405020304" pitchFamily="18" charset="0"/>
                            <a:ea typeface="宋体" panose="02010600030101010101" pitchFamily="2" charset="-122"/>
                            <a:cs typeface="Songti SC"/>
                            <a:sym typeface="+mn-ea"/>
                          </a:rPr>
                        </m:ctrlPr>
                      </m:sSubPr>
                      <m:e>
                        <m:r>
                          <m:rPr>
                            <m:sty m:val="p"/>
                          </m:rPr>
                          <a:rPr lang="en-US" sz="3200" dirty="0">
                            <a:uFillTx/>
                            <a:latin typeface="Times New Roman" panose="02020603050405020304" pitchFamily="18" charset="0"/>
                            <a:ea typeface="宋体" panose="02010600030101010101" pitchFamily="2" charset="-122"/>
                            <a:cs typeface="Songti SC"/>
                            <a:sym typeface="+mn-ea"/>
                          </a:rPr>
                          <m:t>w</m:t>
                        </m:r>
                      </m:e>
                      <m:sub>
                        <m:r>
                          <a:rPr lang="en-US" sz="3200" dirty="0">
                            <a:uFillTx/>
                            <a:latin typeface="Times New Roman" panose="02020603050405020304" pitchFamily="18" charset="0"/>
                            <a:ea typeface="宋体" panose="02010600030101010101" pitchFamily="2" charset="-122"/>
                            <a:cs typeface="Songti SC"/>
                            <a:sym typeface="+mn-ea"/>
                          </a:rPr>
                          <m:t>1</m:t>
                        </m:r>
                      </m:sub>
                    </m:sSub>
                    <m:r>
                      <a:rPr lang="en-US" sz="3200" dirty="0">
                        <a:uFillTx/>
                        <a:latin typeface="Times New Roman" panose="02020603050405020304" pitchFamily="18" charset="0"/>
                        <a:ea typeface="宋体" panose="02010600030101010101" pitchFamily="2" charset="-122"/>
                        <a:cs typeface="Songti SC"/>
                        <a:sym typeface="+mn-ea"/>
                      </a:rPr>
                      <m:t>≔</m:t>
                    </m:r>
                    <m:r>
                      <m:rPr>
                        <m:sty m:val="p"/>
                      </m:rPr>
                      <a:rPr lang="en-US" sz="3200" dirty="0">
                        <a:uFillTx/>
                        <a:latin typeface="Times New Roman" panose="02020603050405020304" pitchFamily="18" charset="0"/>
                        <a:ea typeface="宋体" panose="02010600030101010101" pitchFamily="2" charset="-122"/>
                        <a:cs typeface="Songti SC"/>
                        <a:sym typeface="+mn-ea"/>
                      </a:rPr>
                      <m:t>HighBits</m:t>
                    </m:r>
                    <m:d>
                      <m:dPr>
                        <m:ctrlPr>
                          <a:rPr lang="en-US" sz="3200" dirty="0">
                            <a:uFillTx/>
                            <a:latin typeface="Times New Roman" panose="02020603050405020304" pitchFamily="18" charset="0"/>
                            <a:ea typeface="宋体" panose="02010600030101010101" pitchFamily="2" charset="-122"/>
                            <a:cs typeface="Songti SC"/>
                            <a:sym typeface="+mn-ea"/>
                          </a:rPr>
                        </m:ctrlPr>
                      </m:dPr>
                      <m:e>
                        <m:r>
                          <m:rPr>
                            <m:sty m:val="p"/>
                          </m:rPr>
                          <a:rPr lang="en-US" sz="3200" dirty="0">
                            <a:uFillTx/>
                            <a:latin typeface="Times New Roman" panose="02020603050405020304" pitchFamily="18" charset="0"/>
                            <a:ea typeface="宋体" panose="02010600030101010101" pitchFamily="2" charset="-122"/>
                            <a:cs typeface="Songti SC"/>
                            <a:sym typeface="+mn-ea"/>
                          </a:rPr>
                          <m:t>Ay</m:t>
                        </m:r>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2</m:t>
                        </m:r>
                        <m:sSub>
                          <m:sSubPr>
                            <m:ctrlPr>
                              <a:rPr lang="en-US" sz="3200" dirty="0">
                                <a:uFillTx/>
                                <a:latin typeface="Times New Roman" panose="02020603050405020304" pitchFamily="18" charset="0"/>
                                <a:ea typeface="宋体" panose="02010600030101010101" pitchFamily="2" charset="-122"/>
                                <a:cs typeface="Songti SC"/>
                                <a:sym typeface="+mn-ea"/>
                              </a:rPr>
                            </m:ctrlPr>
                          </m:sSubPr>
                          <m:e>
                            <m:r>
                              <a:rPr lang="en-US" sz="3200" dirty="0">
                                <a:uFillTx/>
                                <a:latin typeface="Times New Roman" panose="02020603050405020304" pitchFamily="18" charset="0"/>
                                <a:ea typeface="宋体" panose="02010600030101010101" pitchFamily="2" charset="-122"/>
                                <a:cs typeface="Songti SC"/>
                                <a:sym typeface="+mn-ea"/>
                              </a:rPr>
                              <m:t>γ</m:t>
                            </m:r>
                          </m:e>
                          <m:sub>
                            <m:r>
                              <a:rPr lang="en-US" sz="3200" dirty="0">
                                <a:uFillTx/>
                                <a:latin typeface="Times New Roman" panose="02020603050405020304" pitchFamily="18" charset="0"/>
                                <a:ea typeface="宋体" panose="02010600030101010101" pitchFamily="2" charset="-122"/>
                                <a:cs typeface="Songti SC"/>
                                <a:sym typeface="+mn-ea"/>
                              </a:rPr>
                              <m:t>2</m:t>
                            </m:r>
                          </m:sub>
                        </m:sSub>
                      </m:e>
                    </m:d>
                  </m:oMath>
                </a14:m>
                <a:endParaRPr lang="en-US" sz="3200" dirty="0">
                  <a:uFillTx/>
                  <a:latin typeface="Times New Roman" panose="02020603050405020304" pitchFamily="18" charset="0"/>
                  <a:ea typeface="宋体" panose="02010600030101010101" pitchFamily="2" charset="-122"/>
                  <a:cs typeface="Songti SC"/>
                  <a:sym typeface="+mn-ea"/>
                </a:endParaRPr>
              </a:p>
              <a:p>
                <a:pPr lvl="0" indent="914400" algn="just" defTabSz="914400">
                  <a:lnSpc>
                    <a:spcPct val="125000"/>
                  </a:lnSpc>
                  <a:buSzTx/>
                  <a:defRPr/>
                </a:pPr>
                <a:r>
                  <a:rPr lang="en-US" sz="3200" dirty="0">
                    <a:uFillTx/>
                    <a:latin typeface="Times New Roman" panose="02020603050405020304" pitchFamily="18" charset="0"/>
                    <a:ea typeface="宋体" panose="02010600030101010101" pitchFamily="2" charset="-122"/>
                    <a:cs typeface="Songti SC"/>
                    <a:sym typeface="+mn-ea"/>
                  </a:rPr>
                  <a:t>           </a:t>
                </a:r>
                <a:r>
                  <a:rPr lang="en-US" sz="3200" dirty="0">
                    <a:uFillTx/>
                    <a:latin typeface="Times New Roman" panose="02020603050405020304" pitchFamily="18" charset="0"/>
                    <a:ea typeface="宋体" panose="02010600030101010101" pitchFamily="2" charset="-122"/>
                    <a:cs typeface="Songti SC"/>
                    <a:sym typeface="+mn-ea"/>
                  </a:rPr>
                  <a:t>(3)</a:t>
                </a:r>
                <a14:m>
                  <m:oMath xmlns:m="http://schemas.openxmlformats.org/officeDocument/2006/math">
                    <m:r>
                      <m:rPr>
                        <m:sty m:val="p"/>
                      </m:rPr>
                      <a:rPr lang="en-US" sz="3200" dirty="0">
                        <a:uFillTx/>
                        <a:latin typeface="Times New Roman" panose="02020603050405020304" pitchFamily="18" charset="0"/>
                        <a:ea typeface="宋体" panose="02010600030101010101" pitchFamily="2" charset="-122"/>
                        <a:cs typeface="Songti SC"/>
                        <a:sym typeface="+mn-ea"/>
                      </a:rPr>
                      <m:t>c</m:t>
                    </m:r>
                    <m:r>
                      <a:rPr lang="en-US" sz="3200" dirty="0">
                        <a:uFillTx/>
                        <a:latin typeface="Times New Roman" panose="02020603050405020304" pitchFamily="18" charset="0"/>
                        <a:ea typeface="宋体" panose="02010600030101010101" pitchFamily="2" charset="-122"/>
                        <a:cs typeface="Songti SC"/>
                        <a:sym typeface="+mn-ea"/>
                      </a:rPr>
                      <m:t>=</m:t>
                    </m:r>
                    <m:r>
                      <m:rPr>
                        <m:sty m:val="p"/>
                      </m:rPr>
                      <a:rPr lang="en-US" sz="3200" dirty="0">
                        <a:uFillTx/>
                        <a:latin typeface="Times New Roman" panose="02020603050405020304" pitchFamily="18" charset="0"/>
                        <a:ea typeface="宋体" panose="02010600030101010101" pitchFamily="2" charset="-122"/>
                        <a:cs typeface="Songti SC"/>
                        <a:sym typeface="+mn-ea"/>
                      </a:rPr>
                      <m:t>H</m:t>
                    </m:r>
                    <m:d>
                      <m:dPr>
                        <m:ctrlPr>
                          <a:rPr lang="en-US" sz="3200" dirty="0">
                            <a:uFillTx/>
                            <a:latin typeface="Times New Roman" panose="02020603050405020304" pitchFamily="18" charset="0"/>
                            <a:ea typeface="宋体" panose="02010600030101010101" pitchFamily="2" charset="-122"/>
                            <a:cs typeface="Songti SC"/>
                            <a:sym typeface="+mn-ea"/>
                          </a:rPr>
                        </m:ctrlPr>
                      </m:dPr>
                      <m:e>
                        <m:r>
                          <m:rPr>
                            <m:sty m:val="p"/>
                          </m:rPr>
                          <a:rPr lang="en-US" sz="3200" dirty="0">
                            <a:uFillTx/>
                            <a:latin typeface="Times New Roman" panose="02020603050405020304" pitchFamily="18" charset="0"/>
                            <a:ea typeface="宋体" panose="02010600030101010101" pitchFamily="2" charset="-122"/>
                            <a:cs typeface="Songti SC"/>
                            <a:sym typeface="+mn-ea"/>
                          </a:rPr>
                          <m:t>M</m:t>
                        </m:r>
                        <m:r>
                          <a:rPr lang="en-US" sz="3200" dirty="0">
                            <a:uFillTx/>
                            <a:latin typeface="Times New Roman" panose="02020603050405020304" pitchFamily="18" charset="0"/>
                            <a:ea typeface="宋体" panose="02010600030101010101" pitchFamily="2" charset="-122"/>
                            <a:cs typeface="Songti SC"/>
                            <a:sym typeface="+mn-ea"/>
                          </a:rPr>
                          <m:t>∥</m:t>
                        </m:r>
                        <m:sSub>
                          <m:sSubPr>
                            <m:ctrlPr>
                              <a:rPr lang="en-US" sz="3200" dirty="0">
                                <a:uFillTx/>
                                <a:latin typeface="Times New Roman" panose="02020603050405020304" pitchFamily="18" charset="0"/>
                                <a:ea typeface="宋体" panose="02010600030101010101" pitchFamily="2" charset="-122"/>
                                <a:cs typeface="Songti SC"/>
                                <a:sym typeface="+mn-ea"/>
                              </a:rPr>
                            </m:ctrlPr>
                          </m:sSubPr>
                          <m:e>
                            <m:r>
                              <m:rPr>
                                <m:sty m:val="p"/>
                              </m:rPr>
                              <a:rPr lang="en-US" sz="3200" dirty="0">
                                <a:uFillTx/>
                                <a:latin typeface="Times New Roman" panose="02020603050405020304" pitchFamily="18" charset="0"/>
                                <a:ea typeface="宋体" panose="02010600030101010101" pitchFamily="2" charset="-122"/>
                                <a:cs typeface="Songti SC"/>
                                <a:sym typeface="+mn-ea"/>
                              </a:rPr>
                              <m:t>w</m:t>
                            </m:r>
                          </m:e>
                          <m:sub>
                            <m:r>
                              <a:rPr lang="en-US" sz="3200" dirty="0">
                                <a:uFillTx/>
                                <a:latin typeface="Times New Roman" panose="02020603050405020304" pitchFamily="18" charset="0"/>
                                <a:ea typeface="宋体" panose="02010600030101010101" pitchFamily="2" charset="-122"/>
                                <a:cs typeface="Songti SC"/>
                                <a:sym typeface="+mn-ea"/>
                              </a:rPr>
                              <m:t>1</m:t>
                            </m:r>
                          </m:sub>
                        </m:sSub>
                      </m:e>
                    </m:d>
                  </m:oMath>
                </a14:m>
                <a:r>
                  <a:rPr lang="en-US" sz="3200" dirty="0">
                    <a:uFillTx/>
                    <a:latin typeface="Times New Roman" panose="02020603050405020304" pitchFamily="18" charset="0"/>
                    <a:ea typeface="宋体" panose="02010600030101010101" pitchFamily="2" charset="-122"/>
                    <a:cs typeface="Songti SC"/>
                    <a:sym typeface="+mn-ea"/>
                  </a:rPr>
                  <a:t>，c为含τ个±1系数的稀疏多项式</a:t>
                </a:r>
                <a:endParaRPr lang="en-US" sz="3200" dirty="0">
                  <a:uFillTx/>
                  <a:latin typeface="Times New Roman" panose="02020603050405020304" pitchFamily="18" charset="0"/>
                  <a:ea typeface="宋体" panose="02010600030101010101" pitchFamily="2" charset="-122"/>
                  <a:cs typeface="Songti SC"/>
                  <a:sym typeface="+mn-ea"/>
                </a:endParaRPr>
              </a:p>
              <a:p>
                <a:pPr lvl="0" indent="914400" algn="just" defTabSz="914400">
                  <a:lnSpc>
                    <a:spcPct val="125000"/>
                  </a:lnSpc>
                  <a:buSzTx/>
                  <a:defRPr/>
                </a:pPr>
                <a:r>
                  <a:rPr lang="en-US" sz="3200" dirty="0">
                    <a:uFillTx/>
                    <a:latin typeface="Times New Roman" panose="02020603050405020304" pitchFamily="18" charset="0"/>
                    <a:ea typeface="宋体" panose="02010600030101010101" pitchFamily="2" charset="-122"/>
                    <a:cs typeface="Songti SC"/>
                    <a:sym typeface="+mn-ea"/>
                  </a:rPr>
                  <a:t>           </a:t>
                </a:r>
                <a:r>
                  <a:rPr lang="en-US" sz="3200" dirty="0">
                    <a:uFillTx/>
                    <a:latin typeface="Times New Roman" panose="02020603050405020304" pitchFamily="18" charset="0"/>
                    <a:ea typeface="宋体" panose="02010600030101010101" pitchFamily="2" charset="-122"/>
                    <a:cs typeface="Songti SC"/>
                    <a:sym typeface="+mn-ea"/>
                  </a:rPr>
                  <a:t>(4)</a:t>
                </a:r>
                <a14:m>
                  <m:oMath xmlns:m="http://schemas.openxmlformats.org/officeDocument/2006/math">
                    <m:r>
                      <m:rPr>
                        <m:sty m:val="p"/>
                      </m:rPr>
                      <a:rPr lang="en-US" sz="3200" dirty="0">
                        <a:uFillTx/>
                        <a:latin typeface="Times New Roman" panose="02020603050405020304" pitchFamily="18" charset="0"/>
                        <a:ea typeface="宋体" panose="02010600030101010101" pitchFamily="2" charset="-122"/>
                        <a:cs typeface="Songti SC"/>
                        <a:sym typeface="+mn-ea"/>
                      </a:rPr>
                      <m:t>z</m:t>
                    </m:r>
                    <m:r>
                      <a:rPr lang="en-US" sz="3200" dirty="0">
                        <a:uFillTx/>
                        <a:latin typeface="Times New Roman" panose="02020603050405020304" pitchFamily="18" charset="0"/>
                        <a:ea typeface="宋体" panose="02010600030101010101" pitchFamily="2" charset="-122"/>
                        <a:cs typeface="Songti SC"/>
                        <a:sym typeface="+mn-ea"/>
                      </a:rPr>
                      <m:t>=</m:t>
                    </m:r>
                    <m:r>
                      <m:rPr>
                        <m:sty m:val="p"/>
                      </m:rPr>
                      <a:rPr lang="en-US" sz="3200" dirty="0">
                        <a:uFillTx/>
                        <a:latin typeface="Times New Roman" panose="02020603050405020304" pitchFamily="18" charset="0"/>
                        <a:ea typeface="宋体" panose="02010600030101010101" pitchFamily="2" charset="-122"/>
                        <a:cs typeface="Songti SC"/>
                        <a:sym typeface="+mn-ea"/>
                      </a:rPr>
                      <m:t>y</m:t>
                    </m:r>
                    <m:r>
                      <a:rPr lang="en-US" sz="3200" dirty="0">
                        <a:uFillTx/>
                        <a:latin typeface="Times New Roman" panose="02020603050405020304" pitchFamily="18" charset="0"/>
                        <a:ea typeface="宋体" panose="02010600030101010101" pitchFamily="2" charset="-122"/>
                        <a:cs typeface="Songti SC"/>
                        <a:sym typeface="+mn-ea"/>
                      </a:rPr>
                      <m:t>+</m:t>
                    </m:r>
                    <m:r>
                      <m:rPr>
                        <m:sty m:val="p"/>
                      </m:rPr>
                      <a:rPr lang="en-US" sz="3200" dirty="0">
                        <a:uFillTx/>
                        <a:latin typeface="Times New Roman" panose="02020603050405020304" pitchFamily="18" charset="0"/>
                        <a:ea typeface="宋体" panose="02010600030101010101" pitchFamily="2" charset="-122"/>
                        <a:cs typeface="Songti SC"/>
                        <a:sym typeface="+mn-ea"/>
                      </a:rPr>
                      <m:t>c</m:t>
                    </m:r>
                    <m:sSub>
                      <m:sSubPr>
                        <m:ctrlPr>
                          <a:rPr lang="en-US" sz="3200" dirty="0">
                            <a:uFillTx/>
                            <a:latin typeface="Times New Roman" panose="02020603050405020304" pitchFamily="18" charset="0"/>
                            <a:ea typeface="宋体" panose="02010600030101010101" pitchFamily="2" charset="-122"/>
                            <a:cs typeface="Songti SC"/>
                            <a:sym typeface="+mn-ea"/>
                          </a:rPr>
                        </m:ctrlPr>
                      </m:sSubPr>
                      <m:e>
                        <m:r>
                          <m:rPr>
                            <m:sty m:val="p"/>
                          </m:rPr>
                          <a:rPr lang="en-US" sz="3200" dirty="0">
                            <a:uFillTx/>
                            <a:latin typeface="Times New Roman" panose="02020603050405020304" pitchFamily="18" charset="0"/>
                            <a:ea typeface="宋体" panose="02010600030101010101" pitchFamily="2" charset="-122"/>
                            <a:cs typeface="Songti SC"/>
                            <a:sym typeface="+mn-ea"/>
                          </a:rPr>
                          <m:t>S</m:t>
                        </m:r>
                      </m:e>
                      <m:sub>
                        <m:r>
                          <a:rPr lang="en-US" sz="3200" dirty="0">
                            <a:uFillTx/>
                            <a:latin typeface="Times New Roman" panose="02020603050405020304" pitchFamily="18" charset="0"/>
                            <a:ea typeface="宋体" panose="02010600030101010101" pitchFamily="2" charset="-122"/>
                            <a:cs typeface="Songti SC"/>
                            <a:sym typeface="+mn-ea"/>
                          </a:rPr>
                          <m:t>1</m:t>
                        </m:r>
                      </m:sub>
                    </m:sSub>
                  </m:oMath>
                </a14:m>
                <a:endParaRPr lang="en-US" sz="3200" dirty="0">
                  <a:uFillTx/>
                  <a:latin typeface="Times New Roman" panose="02020603050405020304" pitchFamily="18" charset="0"/>
                  <a:ea typeface="宋体" panose="02010600030101010101" pitchFamily="2" charset="-122"/>
                  <a:cs typeface="Songti SC"/>
                  <a:sym typeface="+mn-ea"/>
                </a:endParaRPr>
              </a:p>
              <a:p>
                <a:pPr lvl="0" indent="914400" algn="just" defTabSz="914400">
                  <a:lnSpc>
                    <a:spcPct val="125000"/>
                  </a:lnSpc>
                  <a:buSzTx/>
                  <a:defRPr/>
                </a:pPr>
                <a:r>
                  <a:rPr lang="en-US" sz="3200" dirty="0">
                    <a:uFillTx/>
                    <a:latin typeface="Times New Roman" panose="02020603050405020304" pitchFamily="18" charset="0"/>
                    <a:ea typeface="宋体" panose="02010600030101010101" pitchFamily="2" charset="-122"/>
                    <a:cs typeface="Songti SC"/>
                    <a:sym typeface="+mn-ea"/>
                  </a:rPr>
                  <a:t>          （</a:t>
                </a:r>
                <a:r>
                  <a:rPr lang="en-US" sz="3200" dirty="0">
                    <a:uFillTx/>
                    <a:latin typeface="Times New Roman" panose="02020603050405020304" pitchFamily="18" charset="0"/>
                    <a:ea typeface="宋体" panose="02010600030101010101" pitchFamily="2" charset="-122"/>
                    <a:cs typeface="Songti SC"/>
                    <a:sym typeface="+mn-ea"/>
                  </a:rPr>
                  <a:t>5)</a:t>
                </a:r>
                <a14:m>
                  <m:oMath xmlns:m="http://schemas.openxmlformats.org/officeDocument/2006/math">
                    <m:r>
                      <m:rPr>
                        <m:sty m:val="p"/>
                      </m:rPr>
                      <a:rPr lang="en-US" sz="3200" dirty="0">
                        <a:uFillTx/>
                        <a:latin typeface="Times New Roman" panose="02020603050405020304" pitchFamily="18" charset="0"/>
                        <a:ea typeface="宋体" panose="02010600030101010101" pitchFamily="2" charset="-122"/>
                        <a:cs typeface="Songti SC"/>
                        <a:sym typeface="+mn-ea"/>
                      </a:rPr>
                      <m:t>if</m:t>
                    </m:r>
                    <m:sSub>
                      <m:sSubPr>
                        <m:ctrlPr>
                          <a:rPr lang="en-US" sz="3200" dirty="0">
                            <a:uFillTx/>
                            <a:latin typeface="Times New Roman" panose="02020603050405020304" pitchFamily="18" charset="0"/>
                            <a:ea typeface="宋体" panose="02010600030101010101" pitchFamily="2" charset="-122"/>
                            <a:cs typeface="Songti SC"/>
                            <a:sym typeface="+mn-ea"/>
                          </a:rPr>
                        </m:ctrlPr>
                      </m:sSubPr>
                      <m:e>
                        <m:d>
                          <m:dPr>
                            <m:begChr m:val="|"/>
                            <m:endChr m:val="|"/>
                            <m:ctrlPr>
                              <a:rPr lang="en-US" sz="3200" dirty="0">
                                <a:uFillTx/>
                                <a:latin typeface="Times New Roman" panose="02020603050405020304" pitchFamily="18" charset="0"/>
                                <a:ea typeface="宋体" panose="02010600030101010101" pitchFamily="2" charset="-122"/>
                                <a:cs typeface="Songti SC"/>
                                <a:sym typeface="+mn-ea"/>
                              </a:rPr>
                            </m:ctrlPr>
                          </m:dPr>
                          <m:e>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𝒵</m:t>
                            </m:r>
                            <m:r>
                              <a:rPr lang="en-US" sz="3200" dirty="0">
                                <a:uFillTx/>
                                <a:latin typeface="Times New Roman" panose="02020603050405020304" pitchFamily="18" charset="0"/>
                                <a:ea typeface="宋体" panose="02010600030101010101" pitchFamily="2" charset="-122"/>
                                <a:cs typeface="Songti SC"/>
                                <a:sym typeface="+mn-ea"/>
                              </a:rPr>
                              <m:t>|</m:t>
                            </m:r>
                          </m:e>
                        </m:d>
                      </m:e>
                      <m:sub>
                        <m:r>
                          <a:rPr lang="en-US" sz="3200" dirty="0">
                            <a:uFillTx/>
                            <a:latin typeface="Times New Roman" panose="02020603050405020304" pitchFamily="18" charset="0"/>
                            <a:ea typeface="宋体" panose="02010600030101010101" pitchFamily="2" charset="-122"/>
                            <a:cs typeface="Songti SC"/>
                            <a:sym typeface="+mn-ea"/>
                          </a:rPr>
                          <m:t>∞</m:t>
                        </m:r>
                      </m:sub>
                    </m:sSub>
                    <m:r>
                      <a:rPr lang="en-US" sz="3200" dirty="0">
                        <a:uFillTx/>
                        <a:latin typeface="Times New Roman" panose="02020603050405020304" pitchFamily="18" charset="0"/>
                        <a:ea typeface="宋体" panose="02010600030101010101" pitchFamily="2" charset="-122"/>
                        <a:cs typeface="Songti SC"/>
                        <a:sym typeface="+mn-ea"/>
                      </a:rPr>
                      <m:t>≥</m:t>
                    </m:r>
                    <m:sSub>
                      <m:sSubPr>
                        <m:ctrlPr>
                          <a:rPr lang="en-US" sz="3200" dirty="0">
                            <a:uFillTx/>
                            <a:latin typeface="Times New Roman" panose="02020603050405020304" pitchFamily="18" charset="0"/>
                            <a:ea typeface="宋体" panose="02010600030101010101" pitchFamily="2" charset="-122"/>
                            <a:cs typeface="Songti SC"/>
                            <a:sym typeface="+mn-ea"/>
                          </a:rPr>
                        </m:ctrlPr>
                      </m:sSubPr>
                      <m:e>
                        <m:r>
                          <a:rPr lang="en-US" sz="3200" dirty="0">
                            <a:uFillTx/>
                            <a:latin typeface="Times New Roman" panose="02020603050405020304" pitchFamily="18" charset="0"/>
                            <a:ea typeface="宋体" panose="02010600030101010101" pitchFamily="2" charset="-122"/>
                            <a:cs typeface="Songti SC"/>
                            <a:sym typeface="+mn-ea"/>
                          </a:rPr>
                          <m:t>γ</m:t>
                        </m:r>
                      </m:e>
                      <m:sub>
                        <m:r>
                          <a:rPr lang="en-US" sz="3200" dirty="0">
                            <a:uFillTx/>
                            <a:latin typeface="Times New Roman" panose="02020603050405020304" pitchFamily="18" charset="0"/>
                            <a:ea typeface="宋体" panose="02010600030101010101" pitchFamily="2" charset="-122"/>
                            <a:cs typeface="Songti SC"/>
                            <a:sym typeface="+mn-ea"/>
                          </a:rPr>
                          <m:t>1</m:t>
                        </m:r>
                      </m:sub>
                    </m:sSub>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β</m:t>
                    </m:r>
                    <m:r>
                      <a:rPr lang="en-US" sz="3200" dirty="0">
                        <a:uFillTx/>
                        <a:latin typeface="Times New Roman" panose="02020603050405020304" pitchFamily="18" charset="0"/>
                        <a:ea typeface="宋体" panose="02010600030101010101" pitchFamily="2" charset="-122"/>
                        <a:cs typeface="Songti SC"/>
                        <a:sym typeface="+mn-ea"/>
                      </a:rPr>
                      <m:t>或</m:t>
                    </m:r>
                    <m:sSub>
                      <m:sSubPr>
                        <m:ctrlPr>
                          <a:rPr lang="en-US" sz="3200" dirty="0">
                            <a:uFillTx/>
                            <a:latin typeface="Times New Roman" panose="02020603050405020304" pitchFamily="18" charset="0"/>
                            <a:ea typeface="宋体" panose="02010600030101010101" pitchFamily="2" charset="-122"/>
                            <a:cs typeface="Songti SC"/>
                            <a:sym typeface="+mn-ea"/>
                          </a:rPr>
                        </m:ctrlPr>
                      </m:sSubPr>
                      <m:e>
                        <m:d>
                          <m:dPr>
                            <m:begChr m:val="|"/>
                            <m:endChr m:val="|"/>
                            <m:ctrlPr>
                              <a:rPr lang="en-US" sz="3200" dirty="0">
                                <a:uFillTx/>
                                <a:latin typeface="Times New Roman" panose="02020603050405020304" pitchFamily="18" charset="0"/>
                                <a:ea typeface="宋体" panose="02010600030101010101" pitchFamily="2" charset="-122"/>
                                <a:cs typeface="Songti SC"/>
                                <a:sym typeface="+mn-ea"/>
                              </a:rPr>
                            </m:ctrlPr>
                          </m:dPr>
                          <m:e>
                            <m:d>
                              <m:dPr>
                                <m:begChr m:val="|"/>
                                <m:endChr m:val="|"/>
                                <m:ctrlPr>
                                  <a:rPr lang="en-US" sz="3200" dirty="0">
                                    <a:uFillTx/>
                                    <a:latin typeface="Times New Roman" panose="02020603050405020304" pitchFamily="18" charset="0"/>
                                    <a:ea typeface="宋体" panose="02010600030101010101" pitchFamily="2" charset="-122"/>
                                    <a:cs typeface="Songti SC"/>
                                    <a:sym typeface="+mn-ea"/>
                                  </a:rPr>
                                </m:ctrlPr>
                              </m:dPr>
                              <m:e>
                                <m:r>
                                  <m:rPr>
                                    <m:sty m:val="p"/>
                                  </m:rPr>
                                  <a:rPr lang="en-US" sz="3200" dirty="0">
                                    <a:uFillTx/>
                                    <a:latin typeface="Times New Roman" panose="02020603050405020304" pitchFamily="18" charset="0"/>
                                    <a:ea typeface="宋体" panose="02010600030101010101" pitchFamily="2" charset="-122"/>
                                    <a:cs typeface="Songti SC"/>
                                    <a:sym typeface="+mn-ea"/>
                                  </a:rPr>
                                  <m:t>LowBits</m:t>
                                </m:r>
                                <m:d>
                                  <m:dPr>
                                    <m:ctrlPr>
                                      <a:rPr lang="en-US" sz="3200" dirty="0">
                                        <a:uFillTx/>
                                        <a:latin typeface="Times New Roman" panose="02020603050405020304" pitchFamily="18" charset="0"/>
                                        <a:ea typeface="宋体" panose="02010600030101010101" pitchFamily="2" charset="-122"/>
                                        <a:cs typeface="Songti SC"/>
                                        <a:sym typeface="+mn-ea"/>
                                      </a:rPr>
                                    </m:ctrlPr>
                                  </m:dPr>
                                  <m:e>
                                    <m:r>
                                      <m:rPr>
                                        <m:sty m:val="p"/>
                                      </m:rPr>
                                      <a:rPr lang="en-US" sz="3200" dirty="0">
                                        <a:uFillTx/>
                                        <a:latin typeface="Times New Roman" panose="02020603050405020304" pitchFamily="18" charset="0"/>
                                        <a:ea typeface="宋体" panose="02010600030101010101" pitchFamily="2" charset="-122"/>
                                        <a:cs typeface="Songti SC"/>
                                        <a:sym typeface="+mn-ea"/>
                                      </a:rPr>
                                      <m:t>Ay</m:t>
                                    </m:r>
                                    <m:r>
                                      <a:rPr lang="en-US" sz="3200" dirty="0">
                                        <a:uFillTx/>
                                        <a:latin typeface="Times New Roman" panose="02020603050405020304" pitchFamily="18" charset="0"/>
                                        <a:ea typeface="宋体" panose="02010600030101010101" pitchFamily="2" charset="-122"/>
                                        <a:cs typeface="Songti SC"/>
                                        <a:sym typeface="+mn-ea"/>
                                      </a:rPr>
                                      <m:t>−</m:t>
                                    </m:r>
                                    <m:r>
                                      <m:rPr>
                                        <m:sty m:val="p"/>
                                      </m:rPr>
                                      <a:rPr lang="en-US" sz="3200" dirty="0">
                                        <a:uFillTx/>
                                        <a:latin typeface="Times New Roman" panose="02020603050405020304" pitchFamily="18" charset="0"/>
                                        <a:ea typeface="宋体" panose="02010600030101010101" pitchFamily="2" charset="-122"/>
                                        <a:cs typeface="Songti SC"/>
                                        <a:sym typeface="+mn-ea"/>
                                      </a:rPr>
                                      <m:t>c</m:t>
                                    </m:r>
                                    <m:sSub>
                                      <m:sSubPr>
                                        <m:ctrlPr>
                                          <a:rPr lang="en-US" sz="3200" dirty="0">
                                            <a:uFillTx/>
                                            <a:latin typeface="Times New Roman" panose="02020603050405020304" pitchFamily="18" charset="0"/>
                                            <a:ea typeface="宋体" panose="02010600030101010101" pitchFamily="2" charset="-122"/>
                                            <a:cs typeface="Songti SC"/>
                                            <a:sym typeface="+mn-ea"/>
                                          </a:rPr>
                                        </m:ctrlPr>
                                      </m:sSubPr>
                                      <m:e>
                                        <m:r>
                                          <a:rPr lang="en-US" sz="3200" dirty="0">
                                            <a:uFillTx/>
                                            <a:latin typeface="Times New Roman" panose="02020603050405020304" pitchFamily="18" charset="0"/>
                                            <a:ea typeface="宋体" panose="02010600030101010101" pitchFamily="2" charset="-122"/>
                                            <a:cs typeface="Songti SC"/>
                                            <a:sym typeface="+mn-ea"/>
                                          </a:rPr>
                                          <m:t>s</m:t>
                                        </m:r>
                                      </m:e>
                                      <m:sub>
                                        <m:r>
                                          <a:rPr lang="en-US" sz="3200" dirty="0">
                                            <a:uFillTx/>
                                            <a:latin typeface="Times New Roman" panose="02020603050405020304" pitchFamily="18" charset="0"/>
                                            <a:ea typeface="宋体" panose="02010600030101010101" pitchFamily="2" charset="-122"/>
                                            <a:cs typeface="Songti SC"/>
                                            <a:sym typeface="+mn-ea"/>
                                          </a:rPr>
                                          <m:t>2</m:t>
                                        </m:r>
                                      </m:sub>
                                    </m:sSub>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2</m:t>
                                    </m:r>
                                    <m:sSub>
                                      <m:sSubPr>
                                        <m:ctrlPr>
                                          <a:rPr lang="en-US" sz="3200" dirty="0">
                                            <a:uFillTx/>
                                            <a:latin typeface="Times New Roman" panose="02020603050405020304" pitchFamily="18" charset="0"/>
                                            <a:ea typeface="宋体" panose="02010600030101010101" pitchFamily="2" charset="-122"/>
                                            <a:cs typeface="Songti SC"/>
                                            <a:sym typeface="+mn-ea"/>
                                          </a:rPr>
                                        </m:ctrlPr>
                                      </m:sSubPr>
                                      <m:e>
                                        <m:r>
                                          <a:rPr lang="en-US" sz="3200" dirty="0">
                                            <a:uFillTx/>
                                            <a:latin typeface="Times New Roman" panose="02020603050405020304" pitchFamily="18" charset="0"/>
                                            <a:ea typeface="宋体" panose="02010600030101010101" pitchFamily="2" charset="-122"/>
                                            <a:cs typeface="Songti SC"/>
                                            <a:sym typeface="+mn-ea"/>
                                          </a:rPr>
                                          <m:t>γ</m:t>
                                        </m:r>
                                      </m:e>
                                      <m:sub>
                                        <m:r>
                                          <a:rPr lang="en-US" sz="3200" dirty="0">
                                            <a:uFillTx/>
                                            <a:latin typeface="Times New Roman" panose="02020603050405020304" pitchFamily="18" charset="0"/>
                                            <a:ea typeface="宋体" panose="02010600030101010101" pitchFamily="2" charset="-122"/>
                                            <a:cs typeface="Songti SC"/>
                                            <a:sym typeface="+mn-ea"/>
                                          </a:rPr>
                                          <m:t>2</m:t>
                                        </m:r>
                                      </m:sub>
                                    </m:sSub>
                                  </m:e>
                                </m:d>
                              </m:e>
                            </m:d>
                          </m:e>
                        </m:d>
                      </m:e>
                      <m:sub>
                        <m:r>
                          <a:rPr lang="en-US" sz="3200" dirty="0">
                            <a:uFillTx/>
                            <a:latin typeface="Times New Roman" panose="02020603050405020304" pitchFamily="18" charset="0"/>
                            <a:ea typeface="宋体" panose="02010600030101010101" pitchFamily="2" charset="-122"/>
                            <a:cs typeface="Songti SC"/>
                            <a:sym typeface="+mn-ea"/>
                          </a:rPr>
                          <m:t>∞</m:t>
                        </m:r>
                      </m:sub>
                    </m:sSub>
                    <m:r>
                      <a:rPr lang="en-US" sz="3200" dirty="0">
                        <a:uFillTx/>
                        <a:latin typeface="Times New Roman" panose="02020603050405020304" pitchFamily="18" charset="0"/>
                        <a:ea typeface="宋体" panose="02010600030101010101" pitchFamily="2" charset="-122"/>
                        <a:cs typeface="Songti SC"/>
                        <a:sym typeface="+mn-ea"/>
                      </a:rPr>
                      <m:t>≥</m:t>
                    </m:r>
                    <m:sSub>
                      <m:sSubPr>
                        <m:ctrlPr>
                          <a:rPr lang="en-US" sz="3200" dirty="0">
                            <a:uFillTx/>
                            <a:latin typeface="Times New Roman" panose="02020603050405020304" pitchFamily="18" charset="0"/>
                            <a:ea typeface="宋体" panose="02010600030101010101" pitchFamily="2" charset="-122"/>
                            <a:cs typeface="Songti SC"/>
                            <a:sym typeface="+mn-ea"/>
                          </a:rPr>
                        </m:ctrlPr>
                      </m:sSubPr>
                      <m:e>
                        <m:r>
                          <a:rPr lang="en-US" sz="3200" dirty="0">
                            <a:uFillTx/>
                            <a:latin typeface="Times New Roman" panose="02020603050405020304" pitchFamily="18" charset="0"/>
                            <a:ea typeface="宋体" panose="02010600030101010101" pitchFamily="2" charset="-122"/>
                            <a:cs typeface="Songti SC"/>
                            <a:sym typeface="+mn-ea"/>
                          </a:rPr>
                          <m:t>γ</m:t>
                        </m:r>
                      </m:e>
                      <m:sub>
                        <m:r>
                          <a:rPr lang="en-US" sz="3200" dirty="0">
                            <a:uFillTx/>
                            <a:latin typeface="Times New Roman" panose="02020603050405020304" pitchFamily="18" charset="0"/>
                            <a:ea typeface="宋体" panose="02010600030101010101" pitchFamily="2" charset="-122"/>
                            <a:cs typeface="Songti SC"/>
                            <a:sym typeface="+mn-ea"/>
                          </a:rPr>
                          <m:t>2</m:t>
                        </m:r>
                      </m:sub>
                    </m:sSub>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β</m:t>
                    </m:r>
                    <m:r>
                      <a:rPr lang="en-US" sz="3200" dirty="0">
                        <a:uFillTx/>
                        <a:latin typeface="Times New Roman" panose="02020603050405020304" pitchFamily="18" charset="0"/>
                        <a:ea typeface="宋体" panose="02010600030101010101" pitchFamily="2" charset="-122"/>
                        <a:cs typeface="Songti SC"/>
                        <a:sym typeface="+mn-ea"/>
                      </a:rPr>
                      <m:t>,</m:t>
                    </m:r>
                    <m:r>
                      <m:rPr>
                        <m:sty m:val="p"/>
                      </m:rPr>
                      <a:rPr lang="en-US" sz="3200" dirty="0">
                        <a:uFillTx/>
                        <a:latin typeface="Times New Roman" panose="02020603050405020304" pitchFamily="18" charset="0"/>
                        <a:ea typeface="宋体" panose="02010600030101010101" pitchFamily="2" charset="-122"/>
                        <a:cs typeface="Songti SC"/>
                        <a:sym typeface="+mn-ea"/>
                      </a:rPr>
                      <m:t>thenz</m:t>
                    </m:r>
                    <m:r>
                      <a:rPr lang="en-US" sz="3200" dirty="0">
                        <a:uFillTx/>
                        <a:latin typeface="Times New Roman" panose="02020603050405020304" pitchFamily="18" charset="0"/>
                        <a:ea typeface="宋体" panose="02010600030101010101" pitchFamily="2" charset="-122"/>
                        <a:cs typeface="Songti SC"/>
                        <a:sym typeface="+mn-ea"/>
                      </a:rPr>
                      <m:t>≔⊥</m:t>
                    </m:r>
                  </m:oMath>
                </a14:m>
                <a:endParaRPr lang="en-US" sz="3200" dirty="0">
                  <a:uFillTx/>
                  <a:latin typeface="Times New Roman" panose="02020603050405020304" pitchFamily="18" charset="0"/>
                  <a:ea typeface="宋体" panose="02010600030101010101" pitchFamily="2" charset="-122"/>
                  <a:cs typeface="Songti SC"/>
                  <a:sym typeface="+mn-ea"/>
                </a:endParaRPr>
              </a:p>
              <a:p>
                <a:pPr lvl="0" indent="914400" algn="just" defTabSz="914400">
                  <a:lnSpc>
                    <a:spcPct val="125000"/>
                  </a:lnSpc>
                  <a:buSzTx/>
                  <a:defRPr/>
                </a:pPr>
                <a:r>
                  <a:rPr lang="en-US" sz="3200" dirty="0">
                    <a:uFillTx/>
                    <a:latin typeface="Times New Roman" panose="02020603050405020304" pitchFamily="18" charset="0"/>
                    <a:ea typeface="宋体" panose="02010600030101010101" pitchFamily="2" charset="-122"/>
                    <a:cs typeface="Songti SC"/>
                    <a:sym typeface="+mn-ea"/>
                  </a:rPr>
                  <a:t>    3</a:t>
                </a:r>
                <a:r>
                  <a:rPr lang="en-US" sz="3200" dirty="0">
                    <a:uFillTx/>
                    <a:latin typeface="Times New Roman" panose="02020603050405020304" pitchFamily="18" charset="0"/>
                    <a:ea typeface="宋体" panose="02010600030101010101" pitchFamily="2" charset="-122"/>
                    <a:cs typeface="Songti SC"/>
                    <a:sym typeface="+mn-ea"/>
                  </a:rPr>
                  <a:t>、</a:t>
                </a:r>
                <a:r>
                  <a:rPr lang="en-US" sz="3200" dirty="0">
                    <a:uFillTx/>
                    <a:latin typeface="Times New Roman" panose="02020603050405020304" pitchFamily="18" charset="0"/>
                    <a:ea typeface="宋体" panose="02010600030101010101" pitchFamily="2" charset="-122"/>
                    <a:cs typeface="Songti SC"/>
                    <a:sym typeface="+mn-ea"/>
                  </a:rPr>
                  <a:t>Returnσ=(z,c)</a:t>
                </a:r>
                <a:endParaRPr lang="en-US" sz="3200" dirty="0">
                  <a:uFillTx/>
                  <a:latin typeface="Times New Roman" panose="02020603050405020304" pitchFamily="18" charset="0"/>
                  <a:ea typeface="宋体" panose="02010600030101010101" pitchFamily="2" charset="-122"/>
                  <a:cs typeface="Songti SC"/>
                  <a:sym typeface="+mn-ea"/>
                </a:endParaRPr>
              </a:p>
            </p:txBody>
          </p:sp>
        </mc:Choice>
        <mc:Fallback>
          <p:sp>
            <p:nvSpPr>
              <p:cNvPr id="8" name="AutoShape 8"/>
              <p:cNvSpPr txBox="1">
                <a:spLocks noRot="1" noChangeAspect="1" noMove="1" noResize="1" noEditPoints="1" noAdjustHandles="1" noChangeArrowheads="1" noChangeShapeType="1" noTextEdit="1"/>
              </p:cNvSpPr>
              <p:nvPr/>
            </p:nvSpPr>
            <p:spPr>
              <a:xfrm>
                <a:off x="1270000" y="1651000"/>
                <a:ext cx="15719287" cy="7926348"/>
              </a:xfrm>
              <a:prstGeom prst="rect">
                <a:avLst/>
              </a:prstGeom>
              <a:blipFill rotWithShape="1">
                <a:blip r:embed="rId2"/>
                <a:stretch>
                  <a:fillRect r="3" b="4"/>
                </a:stretch>
              </a:blipFill>
              <a:ln w="19050" cap="flat" cmpd="sng">
                <a:noFill/>
                <a:prstDash val="solid"/>
                <a:round/>
              </a:ln>
            </p:spPr>
            <p:txBody>
              <a:bodyPr/>
              <a:lstStyle/>
              <a:p>
                <a:r>
                  <a:rPr lang="zh-CN" altLang="en-US">
                    <a:noFill/>
                  </a:rPr>
                  <a:t> </a:t>
                </a:r>
              </a:p>
            </p:txBody>
          </p:sp>
        </mc:Fallback>
      </mc:AlternateContent>
      <p:sp>
        <p:nvSpPr>
          <p:cNvPr id="9" name="AutoShape 9"/>
          <p:cNvSpPr txBox="1"/>
          <p:nvPr/>
        </p:nvSpPr>
        <p:spPr>
          <a:xfrm>
            <a:off x="15544800" y="9410700"/>
            <a:ext cx="2133600" cy="441325"/>
          </a:xfrm>
          <a:prstGeom prst="rect">
            <a:avLst/>
          </a:prstGeom>
          <a:noFill/>
          <a:ln w="19050" cap="flat" cmpd="sng">
            <a:noFill/>
            <a:prstDash val="solid"/>
            <a:round/>
          </a:ln>
        </p:spPr>
        <p:txBody>
          <a:bodyPr vert="horz" wrap="square" lIns="91440" tIns="45720" rIns="91440" bIns="45720" rtlCol="0" anchor="ctr" anchorCtr="0"/>
          <a:lstStyle/>
          <a:p>
            <a:pPr marL="0" indent="0" algn="r" defTabSz="914400">
              <a:lnSpc>
                <a:spcPct val="100000"/>
              </a:lnSpc>
              <a:defRPr/>
            </a:pPr>
            <a:fld id="{63AA0EBF-BE4A-4C28-82D7-02CBED73021E}" type="slidenum">
              <a:rPr sz="1400" b="0" i="0" u="none" strike="noStrike">
                <a:solidFill>
                  <a:srgbClr val="FFC000"/>
                </a:solidFill>
                <a:latin typeface="Calibri" panose="020F0502020204030204"/>
                <a:ea typeface="Calibri" panose="020F0502020204030204"/>
                <a:cs typeface="Calibri" panose="020F0502020204030204"/>
                <a:sym typeface="Calibri" panose="020F0502020204030204"/>
              </a:rPr>
            </a:fld>
            <a:endParaRPr lang="en-US" sz="1100"/>
          </a:p>
        </p:txBody>
      </p:sp>
      <p:sp>
        <p:nvSpPr>
          <p:cNvPr id="4" name="AutoShape 35"/>
          <p:cNvSpPr txBox="1"/>
          <p:nvPr/>
        </p:nvSpPr>
        <p:spPr>
          <a:xfrm>
            <a:off x="13694774" y="709652"/>
            <a:ext cx="3700052" cy="369332"/>
          </a:xfrm>
          <a:prstGeom prst="rect">
            <a:avLst/>
          </a:prstGeom>
          <a:noFill/>
          <a:ln w="19050" cap="flat" cmpd="sng">
            <a:noFill/>
            <a:prstDash val="solid"/>
            <a:round/>
          </a:ln>
        </p:spPr>
        <p:txBody>
          <a:bodyPr vert="horz" wrap="none" lIns="91440" tIns="45720" rIns="91440" bIns="45720" rtlCol="0" anchor="t" anchorCtr="0"/>
          <a:lstStyle/>
          <a:p>
            <a:pPr>
              <a:defRPr/>
            </a:pPr>
            <a:r>
              <a:rPr lang="zh-CN" altLang="zh-CN" sz="18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仿宋" panose="02010609060101010101" pitchFamily="49" charset="-122"/>
                <a:ea typeface="仿宋" panose="02010609060101010101" pitchFamily="49" charset="-122"/>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密码学</a:t>
            </a:r>
            <a:r>
              <a:rPr lang="en-US" sz="1800" b="1" i="0" u="none" strike="noStrike" dirty="0">
                <a:solidFill>
                  <a:srgbClr val="1F497D"/>
                </a:solidFill>
                <a:latin typeface="仿宋" panose="02010609060101010101" pitchFamily="49" charset="-122"/>
                <a:ea typeface="仿宋" panose="02010609060101010101" pitchFamily="49" charset="-122"/>
                <a:cs typeface="Zhuque Fangsong"/>
                <a:sym typeface="Zhuque Fangsong"/>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基础理论与应用</a:t>
            </a:r>
            <a:endParaRPr lang="en-US" sz="1100" dirty="0">
              <a:latin typeface="仿宋" panose="02010609060101010101" pitchFamily="49" charset="-122"/>
              <a:ea typeface="仿宋" panose="02010609060101010101" pitchFamily="49" charset="-122"/>
            </a:endParaRPr>
          </a:p>
        </p:txBody>
      </p:sp>
      <p:sp>
        <p:nvSpPr>
          <p:cNvPr id="3" name="Freeform 2"/>
          <p:cNvSpPr/>
          <p:nvPr/>
        </p:nvSpPr>
        <p:spPr>
          <a:xfrm>
            <a:off x="412090" y="1028700"/>
            <a:ext cx="7800783" cy="275915"/>
          </a:xfrm>
          <a:custGeom>
            <a:avLst/>
            <a:gdLst/>
            <a:ahLst/>
            <a:cxnLst/>
            <a:rect l="l" t="t" r="r" b="b"/>
            <a:pathLst>
              <a:path w="7800783" h="275915">
                <a:moveTo>
                  <a:pt x="137960" y="0"/>
                </a:moveTo>
                <a:lnTo>
                  <a:pt x="7662827" y="0"/>
                </a:lnTo>
                <a:cubicBezTo>
                  <a:pt x="7699414" y="0"/>
                  <a:pt x="7734504" y="14534"/>
                  <a:pt x="7760377" y="40406"/>
                </a:cubicBezTo>
                <a:cubicBezTo>
                  <a:pt x="7786248" y="66279"/>
                  <a:pt x="7800783" y="101369"/>
                  <a:pt x="7800783" y="137959"/>
                </a:cubicBezTo>
                <a:lnTo>
                  <a:pt x="7800783" y="137959"/>
                </a:lnTo>
                <a:cubicBezTo>
                  <a:pt x="7800783" y="174546"/>
                  <a:pt x="7786248" y="209636"/>
                  <a:pt x="7760377" y="235509"/>
                </a:cubicBezTo>
                <a:cubicBezTo>
                  <a:pt x="7734504" y="261380"/>
                  <a:pt x="7699414" y="275915"/>
                  <a:pt x="7662827" y="275915"/>
                </a:cubicBezTo>
                <a:lnTo>
                  <a:pt x="137960" y="275915"/>
                </a:lnTo>
                <a:cubicBezTo>
                  <a:pt x="101369" y="275915"/>
                  <a:pt x="66279" y="261380"/>
                  <a:pt x="40406" y="235509"/>
                </a:cubicBezTo>
                <a:cubicBezTo>
                  <a:pt x="14534" y="209636"/>
                  <a:pt x="0" y="174546"/>
                  <a:pt x="0" y="137959"/>
                </a:cubicBezTo>
                <a:lnTo>
                  <a:pt x="0" y="137959"/>
                </a:lnTo>
                <a:cubicBezTo>
                  <a:pt x="0" y="101369"/>
                  <a:pt x="14534" y="66279"/>
                  <a:pt x="40406" y="40406"/>
                </a:cubicBezTo>
                <a:cubicBezTo>
                  <a:pt x="66279" y="14534"/>
                  <a:pt x="101369" y="0"/>
                  <a:pt x="137960" y="0"/>
                </a:cubicBezTo>
                <a:close/>
              </a:path>
            </a:pathLst>
          </a:custGeom>
          <a:gradFill rotWithShape="1">
            <a:gsLst>
              <a:gs pos="0">
                <a:srgbClr val="DDEEFF">
                  <a:alpha val="100000"/>
                </a:srgbClr>
              </a:gs>
              <a:gs pos="100000">
                <a:srgbClr val="FFFFFF">
                  <a:alpha val="0"/>
                </a:srgbClr>
              </a:gs>
            </a:gsLst>
            <a:lin ang="0"/>
          </a:gradFill>
          <a:ln w="25400" cap="flat" cmpd="sng">
            <a:noFill/>
            <a:prstDash val="solid"/>
            <a:round/>
          </a:ln>
        </p:spPr>
        <p:txBody>
          <a:bodyPr vert="horz" wrap="square" lIns="91440" tIns="45720" rIns="91440" bIns="45720" rtlCol="0" anchor="t" anchorCtr="0"/>
          <a:lstStyle/>
          <a:p>
            <a:pPr algn="l">
              <a:defRPr/>
            </a:pPr>
          </a:p>
        </p:txBody>
      </p:sp>
      <p:pic>
        <p:nvPicPr>
          <p:cNvPr id="6" name="Picture 5"/>
          <p:cNvPicPr>
            <a:picLocks noChangeAspect="1"/>
          </p:cNvPicPr>
          <p:nvPr/>
        </p:nvPicPr>
        <p:blipFill>
          <a:blip r:embed="rId3">
            <a:alphaModFix amt="80000"/>
          </a:blip>
          <a:srcRect/>
          <a:stretch>
            <a:fillRect/>
          </a:stretch>
        </p:blipFill>
        <p:spPr>
          <a:xfrm>
            <a:off x="762000" y="494030"/>
            <a:ext cx="1069975" cy="656590"/>
          </a:xfrm>
          <a:prstGeom prst="rect">
            <a:avLst/>
          </a:prstGeom>
          <a:noFill/>
          <a:ln w="25400" cap="flat" cmpd="sng">
            <a:noFill/>
            <a:prstDash val="solid"/>
            <a:round/>
          </a:ln>
          <a:effectLst>
            <a:outerShdw blurRad="50800" dist="38100" dir="2700000" algn="tl">
              <a:srgbClr val="000000">
                <a:alpha val="40000"/>
              </a:srgbClr>
            </a:outerShdw>
            <a:reflection blurRad="6350" stA="50000" endA="300" endPos="55000" dir="5400000" sy="-100000" algn="bl" rotWithShape="0"/>
          </a:effectLst>
        </p:spPr>
      </p:pic>
      <p:sp>
        <p:nvSpPr>
          <p:cNvPr id="10" name="TextBox 31"/>
          <p:cNvSpPr txBox="1"/>
          <p:nvPr/>
        </p:nvSpPr>
        <p:spPr>
          <a:xfrm>
            <a:off x="1256625" y="411284"/>
            <a:ext cx="1674789" cy="842645"/>
          </a:xfrm>
          <a:prstGeom prst="rect">
            <a:avLst/>
          </a:prstGeom>
        </p:spPr>
        <p:txBody>
          <a:bodyPr wrap="square" lIns="0" tIns="0" rIns="0" bIns="0" rtlCol="0" anchor="t">
            <a:spAutoFit/>
          </a:bodyPr>
          <a:lstStyle/>
          <a:p>
            <a:pPr lvl="0" algn="ctr">
              <a:lnSpc>
                <a:spcPts val="6575"/>
              </a:lnSpc>
              <a:buSzTx/>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Times New Roman" panose="02020603050405020304" pitchFamily="18" charset="0"/>
                <a:sym typeface="字由文艺黑" panose="00020600040101010101" charset="-122"/>
              </a:rPr>
              <a:t>10.5</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Times New Roman" panose="02020603050405020304" pitchFamily="18" charset="0"/>
              <a:sym typeface="字由文艺黑" panose="00020600040101010101" charset="-122"/>
            </a:endParaRPr>
          </a:p>
        </p:txBody>
      </p:sp>
      <p:sp>
        <p:nvSpPr>
          <p:cNvPr id="13" name="TextBox 30"/>
          <p:cNvSpPr txBox="1"/>
          <p:nvPr/>
        </p:nvSpPr>
        <p:spPr>
          <a:xfrm>
            <a:off x="2931064" y="493890"/>
            <a:ext cx="9458717" cy="717550"/>
          </a:xfrm>
          <a:prstGeom prst="rect">
            <a:avLst/>
          </a:prstGeom>
        </p:spPr>
        <p:txBody>
          <a:bodyPr lIns="0" tIns="0" rIns="0" bIns="0" rtlCol="0" anchor="t">
            <a:spAutoFit/>
          </a:bodyPr>
          <a:lstStyle/>
          <a:p>
            <a:pPr algn="l">
              <a:lnSpc>
                <a:spcPts val="5600"/>
              </a:lnSpc>
            </a:pPr>
            <a:r>
              <a:rPr lang="en-US" altLang="zh-CN" sz="4000" b="1" dirty="0" err="1">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Times New Roman" panose="02020603050405020304" pitchFamily="18" charset="0"/>
                <a:sym typeface="字由文艺黑" panose="00020600040101010101" charset="-122"/>
              </a:rPr>
              <a:t>Dilithium</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数字签名算法</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p:cNvGrpSpPr/>
        <p:nvPr/>
      </p:nvGrpSpPr>
      <p:grpSpPr>
        <a:xfrm>
          <a:off x="0" y="0"/>
          <a:ext cx="0" cy="0"/>
          <a:chOff x="0" y="0"/>
          <a:chExt cx="0" cy="0"/>
        </a:xfrm>
      </p:grpSpPr>
      <p:pic>
        <p:nvPicPr>
          <p:cNvPr id="7" name="Picture 7"/>
          <p:cNvPicPr>
            <a:picLocks noChangeAspect="1"/>
          </p:cNvPicPr>
          <p:nvPr/>
        </p:nvPicPr>
        <p:blipFill>
          <a:blip r:embed="rId1"/>
          <a:srcRect/>
          <a:stretch>
            <a:fillRect/>
          </a:stretch>
        </p:blipFill>
        <p:spPr>
          <a:xfrm>
            <a:off x="13772537" y="1102753"/>
            <a:ext cx="2771429" cy="47619"/>
          </a:xfrm>
          <a:prstGeom prst="rect">
            <a:avLst/>
          </a:prstGeom>
          <a:noFill/>
          <a:ln w="25400" cap="flat" cmpd="sng">
            <a:noFill/>
            <a:prstDash val="solid"/>
            <a:round/>
          </a:ln>
        </p:spPr>
      </p:pic>
      <mc:AlternateContent xmlns:mc="http://schemas.openxmlformats.org/markup-compatibility/2006">
        <mc:Choice xmlns:a14="http://schemas.microsoft.com/office/drawing/2010/main" Requires="a14">
          <p:sp>
            <p:nvSpPr>
              <p:cNvPr id="8" name="AutoShape 8"/>
              <p:cNvSpPr txBox="1"/>
              <p:nvPr/>
            </p:nvSpPr>
            <p:spPr>
              <a:xfrm>
                <a:off x="1479550" y="1806739"/>
                <a:ext cx="15719287" cy="6985000"/>
              </a:xfrm>
              <a:prstGeom prst="rect">
                <a:avLst/>
              </a:prstGeom>
              <a:noFill/>
              <a:ln w="19050" cap="flat" cmpd="sng">
                <a:noFill/>
                <a:prstDash val="solid"/>
                <a:round/>
              </a:ln>
            </p:spPr>
            <p:txBody>
              <a:bodyPr vert="horz" wrap="square" lIns="0" tIns="0" rIns="0" bIns="0" rtlCol="0" anchor="t" anchorCtr="0">
                <a:noAutofit/>
              </a:bodyPr>
              <a:lstStyle/>
              <a:p>
                <a:pPr lvl="0" indent="914400" algn="just" defTabSz="914400">
                  <a:lnSpc>
                    <a:spcPct val="125000"/>
                  </a:lnSpc>
                  <a:buSzTx/>
                  <a:defRPr/>
                </a:pPr>
                <a:r>
                  <a:rPr lang="en-US" sz="3200" b="1" dirty="0">
                    <a:uFillTx/>
                    <a:latin typeface="Times New Roman" panose="02020603050405020304" pitchFamily="18" charset="0"/>
                    <a:ea typeface="宋体" panose="02010600030101010101" pitchFamily="2" charset="-122"/>
                    <a:cs typeface="Songti SC"/>
                    <a:sym typeface="Zhuque Fangsong"/>
                  </a:rPr>
                  <a:t>验证过程</a:t>
                </a:r>
                <a:r>
                  <a:rPr lang="en-US" sz="3200" b="1" dirty="0">
                    <a:uFillTx/>
                    <a:latin typeface="Times New Roman" panose="02020603050405020304" pitchFamily="18" charset="0"/>
                    <a:ea typeface="宋体" panose="02010600030101010101" pitchFamily="2" charset="-122"/>
                    <a:cs typeface="Songti SC"/>
                    <a:sym typeface="Zhuque Fangsong"/>
                  </a:rPr>
                  <a:t>：</a:t>
                </a:r>
                <a:endParaRPr lang="en-US" sz="3200" b="1" dirty="0">
                  <a:uFillTx/>
                  <a:latin typeface="Times New Roman" panose="02020603050405020304" pitchFamily="18" charset="0"/>
                  <a:ea typeface="宋体" panose="02010600030101010101" pitchFamily="2" charset="-122"/>
                  <a:cs typeface="Songti SC"/>
                  <a:sym typeface="Zhuque Fangsong"/>
                </a:endParaRPr>
              </a:p>
              <a:p>
                <a:pPr lvl="0" indent="914400" algn="just" defTabSz="914400">
                  <a:lnSpc>
                    <a:spcPct val="125000"/>
                  </a:lnSpc>
                  <a:buSzTx/>
                  <a:defRPr/>
                </a:pPr>
                <a:r>
                  <a:rPr lang="en-US" sz="3200" dirty="0">
                    <a:uFillTx/>
                    <a:latin typeface="Times New Roman" panose="02020603050405020304" pitchFamily="18" charset="0"/>
                    <a:ea typeface="宋体" panose="02010600030101010101" pitchFamily="2" charset="-122"/>
                    <a:cs typeface="Songti SC"/>
                    <a:sym typeface="+mn-ea"/>
                  </a:rPr>
                  <a:t>输入：公钥</a:t>
                </a:r>
                <a:r>
                  <a:rPr lang="en-US" sz="3200" dirty="0">
                    <a:uFillTx/>
                    <a:latin typeface="Times New Roman" panose="02020603050405020304" pitchFamily="18" charset="0"/>
                    <a:ea typeface="宋体" panose="02010600030101010101" pitchFamily="2" charset="-122"/>
                    <a:cs typeface="Songti SC"/>
                    <a:sym typeface="+mn-ea"/>
                  </a:rPr>
                  <a:t>pk</a:t>
                </a:r>
                <a:r>
                  <a:rPr lang="en-US" sz="3200" dirty="0">
                    <a:uFillTx/>
                    <a:latin typeface="Times New Roman" panose="02020603050405020304" pitchFamily="18" charset="0"/>
                    <a:ea typeface="宋体" panose="02010600030101010101" pitchFamily="2" charset="-122"/>
                    <a:cs typeface="Songti SC"/>
                    <a:sym typeface="+mn-ea"/>
                  </a:rPr>
                  <a:t>=(</a:t>
                </a:r>
                <a:r>
                  <a:rPr lang="en-US" sz="3200" dirty="0">
                    <a:uFillTx/>
                    <a:latin typeface="Times New Roman" panose="02020603050405020304" pitchFamily="18" charset="0"/>
                    <a:ea typeface="宋体" panose="02010600030101010101" pitchFamily="2" charset="-122"/>
                    <a:cs typeface="Songti SC"/>
                    <a:sym typeface="+mn-ea"/>
                  </a:rPr>
                  <a:t>A</a:t>
                </a:r>
                <a:r>
                  <a:rPr lang="en-US" sz="3200" dirty="0">
                    <a:uFillTx/>
                    <a:latin typeface="Times New Roman" panose="02020603050405020304" pitchFamily="18" charset="0"/>
                    <a:ea typeface="宋体" panose="02010600030101010101" pitchFamily="2" charset="-122"/>
                    <a:cs typeface="Songti SC"/>
                    <a:sym typeface="+mn-ea"/>
                  </a:rPr>
                  <a:t>，</a:t>
                </a:r>
                <a:r>
                  <a:rPr lang="en-US" sz="3200" dirty="0">
                    <a:uFillTx/>
                    <a:latin typeface="Times New Roman" panose="02020603050405020304" pitchFamily="18" charset="0"/>
                    <a:ea typeface="宋体" panose="02010600030101010101" pitchFamily="2" charset="-122"/>
                    <a:cs typeface="Songti SC"/>
                    <a:sym typeface="+mn-ea"/>
                  </a:rPr>
                  <a:t>t</a:t>
                </a:r>
                <a:r>
                  <a:rPr lang="en-US" sz="3200" dirty="0">
                    <a:uFillTx/>
                    <a:latin typeface="Times New Roman" panose="02020603050405020304" pitchFamily="18" charset="0"/>
                    <a:ea typeface="宋体" panose="02010600030101010101" pitchFamily="2" charset="-122"/>
                    <a:cs typeface="Songti SC"/>
                    <a:sym typeface="+mn-ea"/>
                  </a:rPr>
                  <a:t>)</a:t>
                </a:r>
                <a:r>
                  <a:rPr lang="en-US" sz="3200" dirty="0">
                    <a:uFillTx/>
                    <a:latin typeface="Times New Roman" panose="02020603050405020304" pitchFamily="18" charset="0"/>
                    <a:ea typeface="宋体" panose="02010600030101010101" pitchFamily="2" charset="-122"/>
                    <a:cs typeface="Songti SC"/>
                    <a:sym typeface="+mn-ea"/>
                  </a:rPr>
                  <a:t>，明文</a:t>
                </a:r>
                <a:r>
                  <a:rPr lang="en-US" sz="3200" dirty="0">
                    <a:uFillTx/>
                    <a:latin typeface="Times New Roman" panose="02020603050405020304" pitchFamily="18" charset="0"/>
                    <a:ea typeface="宋体" panose="02010600030101010101" pitchFamily="2" charset="-122"/>
                    <a:cs typeface="Songti SC"/>
                    <a:sym typeface="+mn-ea"/>
                  </a:rPr>
                  <a:t>M</a:t>
                </a:r>
                <a:r>
                  <a:rPr lang="en-US" sz="3200" dirty="0">
                    <a:uFillTx/>
                    <a:latin typeface="Times New Roman" panose="02020603050405020304" pitchFamily="18" charset="0"/>
                    <a:ea typeface="宋体" panose="02010600030101010101" pitchFamily="2" charset="-122"/>
                    <a:cs typeface="Songti SC"/>
                    <a:sym typeface="+mn-ea"/>
                  </a:rPr>
                  <a:t>，签名</a:t>
                </a:r>
                <a:r>
                  <a:rPr lang="en-US" sz="3200" dirty="0">
                    <a:uFillTx/>
                    <a:latin typeface="Times New Roman" panose="02020603050405020304" pitchFamily="18" charset="0"/>
                    <a:ea typeface="宋体" panose="02010600030101010101" pitchFamily="2" charset="-122"/>
                    <a:cs typeface="Songti SC"/>
                    <a:sym typeface="Symbol" panose="05050102010706020507" pitchFamily="18" charset="2"/>
                  </a:rPr>
                  <a:t></a:t>
                </a:r>
                <a:r>
                  <a:rPr lang="en-US" sz="3200" dirty="0">
                    <a:uFillTx/>
                    <a:latin typeface="Times New Roman" panose="02020603050405020304" pitchFamily="18" charset="0"/>
                    <a:ea typeface="宋体" panose="02010600030101010101" pitchFamily="2" charset="-122"/>
                    <a:cs typeface="Songti SC"/>
                    <a:sym typeface="+mn-ea"/>
                  </a:rPr>
                  <a:t>=(</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mn-ea"/>
                      </a:rPr>
                      <m:t>𝒵</m:t>
                    </m:r>
                  </m:oMath>
                </a14:m>
                <a:r>
                  <a:rPr lang="en-US" sz="3200" dirty="0">
                    <a:uFillTx/>
                    <a:latin typeface="Times New Roman" panose="02020603050405020304" pitchFamily="18" charset="0"/>
                    <a:ea typeface="宋体" panose="02010600030101010101" pitchFamily="2" charset="-122"/>
                    <a:cs typeface="Songti SC"/>
                    <a:sym typeface="+mn-ea"/>
                  </a:rPr>
                  <a:t>，</a:t>
                </a:r>
                <a:r>
                  <a:rPr lang="en-US" sz="3200" dirty="0">
                    <a:uFillTx/>
                    <a:latin typeface="Times New Roman" panose="02020603050405020304" pitchFamily="18" charset="0"/>
                    <a:ea typeface="宋体" panose="02010600030101010101" pitchFamily="2" charset="-122"/>
                    <a:cs typeface="Songti SC"/>
                    <a:sym typeface="+mn-ea"/>
                  </a:rPr>
                  <a:t>c</a:t>
                </a:r>
                <a:r>
                  <a:rPr lang="en-US" sz="3200" dirty="0">
                    <a:uFillTx/>
                    <a:latin typeface="Times New Roman" panose="02020603050405020304" pitchFamily="18" charset="0"/>
                    <a:ea typeface="宋体" panose="02010600030101010101" pitchFamily="2" charset="-122"/>
                    <a:cs typeface="Songti SC"/>
                    <a:sym typeface="+mn-ea"/>
                  </a:rPr>
                  <a:t>)</a:t>
                </a:r>
                <a:endParaRPr lang="en-US" sz="3200" dirty="0">
                  <a:uFillTx/>
                  <a:latin typeface="Times New Roman" panose="02020603050405020304" pitchFamily="18" charset="0"/>
                  <a:ea typeface="宋体" panose="02010600030101010101" pitchFamily="2" charset="-122"/>
                  <a:cs typeface="Songti SC"/>
                  <a:sym typeface="+mn-ea"/>
                </a:endParaRPr>
              </a:p>
              <a:p>
                <a:pPr lvl="0" indent="914400" algn="just" defTabSz="914400">
                  <a:lnSpc>
                    <a:spcPct val="125000"/>
                  </a:lnSpc>
                  <a:buSzTx/>
                  <a:defRPr/>
                </a:pPr>
                <a:r>
                  <a:rPr lang="en-US" sz="3200" dirty="0">
                    <a:uFillTx/>
                    <a:latin typeface="Times New Roman" panose="02020603050405020304" pitchFamily="18" charset="0"/>
                    <a:ea typeface="宋体" panose="02010600030101010101" pitchFamily="2" charset="-122"/>
                    <a:cs typeface="Songti SC"/>
                    <a:sym typeface="Zhuque Fangsong"/>
                  </a:rPr>
                  <a:t>输出：</a:t>
                </a:r>
                <a:r>
                  <a:rPr lang="en-US" sz="3200" dirty="0">
                    <a:uFillTx/>
                    <a:latin typeface="Times New Roman" panose="02020603050405020304" pitchFamily="18" charset="0"/>
                    <a:ea typeface="宋体" panose="02010600030101010101" pitchFamily="2" charset="-122"/>
                    <a:cs typeface="Songti SC"/>
                    <a:sym typeface="+mn-ea"/>
                  </a:rPr>
                  <a:t>签名验证成功输入</a:t>
                </a:r>
                <a:r>
                  <a:rPr lang="en-US" sz="3200" dirty="0">
                    <a:uFillTx/>
                    <a:latin typeface="Times New Roman" panose="02020603050405020304" pitchFamily="18" charset="0"/>
                    <a:ea typeface="宋体" panose="02010600030101010101" pitchFamily="2" charset="-122"/>
                    <a:cs typeface="Songti SC"/>
                    <a:sym typeface="+mn-ea"/>
                  </a:rPr>
                  <a:t>1</a:t>
                </a:r>
                <a:r>
                  <a:rPr lang="en-US" sz="3200" dirty="0">
                    <a:uFillTx/>
                    <a:latin typeface="Times New Roman" panose="02020603050405020304" pitchFamily="18" charset="0"/>
                    <a:ea typeface="宋体" panose="02010600030101010101" pitchFamily="2" charset="-122"/>
                    <a:cs typeface="Songti SC"/>
                    <a:sym typeface="+mn-ea"/>
                  </a:rPr>
                  <a:t>；签名验证失败输出</a:t>
                </a:r>
                <a:r>
                  <a:rPr lang="en-US" sz="3200" dirty="0">
                    <a:uFillTx/>
                    <a:latin typeface="Times New Roman" panose="02020603050405020304" pitchFamily="18" charset="0"/>
                    <a:ea typeface="宋体" panose="02010600030101010101" pitchFamily="2" charset="-122"/>
                    <a:cs typeface="Songti SC"/>
                    <a:sym typeface="+mn-ea"/>
                  </a:rPr>
                  <a:t>0</a:t>
                </a:r>
                <a:endParaRPr lang="en-US" sz="3200" dirty="0">
                  <a:uFillTx/>
                  <a:latin typeface="Times New Roman" panose="02020603050405020304" pitchFamily="18" charset="0"/>
                  <a:ea typeface="宋体" panose="02010600030101010101" pitchFamily="2" charset="-122"/>
                  <a:cs typeface="Songti SC"/>
                  <a:sym typeface="+mn-ea"/>
                </a:endParaRPr>
              </a:p>
              <a:p>
                <a:pPr lvl="0" indent="914400" algn="just" defTabSz="914400">
                  <a:lnSpc>
                    <a:spcPct val="125000"/>
                  </a:lnSpc>
                  <a:buSzTx/>
                  <a:defRPr/>
                </a:pPr>
                <a:r>
                  <a:rPr lang="en-US" sz="3200" dirty="0">
                    <a:uFillTx/>
                    <a:latin typeface="Times New Roman" panose="02020603050405020304" pitchFamily="18" charset="0"/>
                    <a:ea typeface="宋体" panose="02010600030101010101" pitchFamily="2" charset="-122"/>
                    <a:cs typeface="Songti SC"/>
                    <a:sym typeface="+mn-ea"/>
                  </a:rPr>
                  <a:t>1</a:t>
                </a:r>
                <a:r>
                  <a:rPr lang="en-US" sz="3200" dirty="0">
                    <a:uFillTx/>
                    <a:latin typeface="Times New Roman" panose="02020603050405020304" pitchFamily="18" charset="0"/>
                    <a:ea typeface="宋体" panose="02010600030101010101" pitchFamily="2" charset="-122"/>
                    <a:cs typeface="Songti SC"/>
                    <a:sym typeface="+mn-ea"/>
                  </a:rPr>
                  <a:t>、</a:t>
                </a:r>
                <a:r>
                  <a:rPr lang="en-US" sz="3200" dirty="0">
                    <a:uFillTx/>
                    <a:latin typeface="Times New Roman" panose="02020603050405020304" pitchFamily="18" charset="0"/>
                    <a:ea typeface="宋体" panose="02010600030101010101" pitchFamily="2" charset="-122"/>
                    <a:cs typeface="Songti SC"/>
                    <a:sym typeface="+mn-ea"/>
                  </a:rPr>
                  <a:t>计算</a:t>
                </a:r>
                <a:r>
                  <a:rPr lang="en-US" sz="3200" dirty="0">
                    <a:uFillTx/>
                    <a:latin typeface="Times New Roman" panose="02020603050405020304" pitchFamily="18" charset="0"/>
                    <a:ea typeface="宋体" panose="02010600030101010101" pitchFamily="2" charset="-122"/>
                    <a:cs typeface="Songti SC"/>
                    <a:sym typeface="+mn-ea"/>
                  </a:rPr>
                  <a:t>w</a:t>
                </a:r>
                <a:r>
                  <a:rPr lang="en-US" sz="3200" dirty="0">
                    <a:uFillTx/>
                    <a:latin typeface="Times New Roman" panose="02020603050405020304" pitchFamily="18" charset="0"/>
                    <a:ea typeface="宋体" panose="02010600030101010101" pitchFamily="2" charset="-122"/>
                    <a:cs typeface="Songti SC"/>
                    <a:sym typeface="+mn-ea"/>
                  </a:rPr>
                  <a:t>1</a:t>
                </a:r>
                <a:r>
                  <a:rPr lang="en-US" sz="3200" dirty="0">
                    <a:uFillTx/>
                    <a:latin typeface="Times New Roman" panose="02020603050405020304" pitchFamily="18" charset="0"/>
                    <a:ea typeface="宋体" panose="02010600030101010101" pitchFamily="2" charset="-122"/>
                    <a:cs typeface="Songti SC"/>
                    <a:sym typeface="+mn-ea"/>
                  </a:rPr>
                  <a:t>':=</a:t>
                </a:r>
                <a:r>
                  <a:rPr lang="en-US" sz="3200" dirty="0">
                    <a:uFillTx/>
                    <a:latin typeface="Times New Roman" panose="02020603050405020304" pitchFamily="18" charset="0"/>
                    <a:ea typeface="宋体" panose="02010600030101010101" pitchFamily="2" charset="-122"/>
                    <a:cs typeface="Songti SC"/>
                    <a:sym typeface="+mn-ea"/>
                  </a:rPr>
                  <a:t>HighBits</a:t>
                </a:r>
                <a:r>
                  <a:rPr lang="en-US" sz="3200" dirty="0">
                    <a:uFillTx/>
                    <a:latin typeface="Times New Roman" panose="02020603050405020304" pitchFamily="18" charset="0"/>
                    <a:ea typeface="宋体" panose="02010600030101010101" pitchFamily="2" charset="-122"/>
                    <a:cs typeface="Songti SC"/>
                    <a:sym typeface="+mn-ea"/>
                  </a:rPr>
                  <a:t>(</a:t>
                </a:r>
                <a:r>
                  <a:rPr lang="en-US" sz="3200" dirty="0">
                    <a:uFillTx/>
                    <a:latin typeface="Times New Roman" panose="02020603050405020304" pitchFamily="18" charset="0"/>
                    <a:ea typeface="宋体" panose="02010600030101010101" pitchFamily="2" charset="-122"/>
                    <a:cs typeface="Songti SC"/>
                    <a:sym typeface="+mn-ea"/>
                  </a:rPr>
                  <a:t>Az</a:t>
                </a:r>
                <a:r>
                  <a:rPr lang="en-US" sz="3200" dirty="0">
                    <a:uFillTx/>
                    <a:latin typeface="Times New Roman" panose="02020603050405020304" pitchFamily="18" charset="0"/>
                    <a:ea typeface="宋体" panose="02010600030101010101" pitchFamily="2" charset="-122"/>
                    <a:cs typeface="Songti SC"/>
                    <a:sym typeface="+mn-ea"/>
                  </a:rPr>
                  <a:t>-</a:t>
                </a:r>
                <a:r>
                  <a:rPr lang="en-US" sz="3200" dirty="0">
                    <a:uFillTx/>
                    <a:latin typeface="Times New Roman" panose="02020603050405020304" pitchFamily="18" charset="0"/>
                    <a:ea typeface="宋体" panose="02010600030101010101" pitchFamily="2" charset="-122"/>
                    <a:cs typeface="Songti SC"/>
                    <a:sym typeface="+mn-ea"/>
                  </a:rPr>
                  <a:t>ct</a:t>
                </a:r>
                <a:r>
                  <a:rPr lang="en-US" sz="3200" dirty="0">
                    <a:uFillTx/>
                    <a:latin typeface="Times New Roman" panose="02020603050405020304" pitchFamily="18" charset="0"/>
                    <a:ea typeface="宋体" panose="02010600030101010101" pitchFamily="2" charset="-122"/>
                    <a:cs typeface="Songti SC"/>
                    <a:sym typeface="+mn-ea"/>
                  </a:rPr>
                  <a:t>，</a:t>
                </a:r>
                <a14:m>
                  <m:oMath xmlns:m="http://schemas.openxmlformats.org/officeDocument/2006/math">
                    <m:r>
                      <a:rPr lang="en-US" sz="3200" dirty="0">
                        <a:uFillTx/>
                        <a:latin typeface="Times New Roman" panose="02020603050405020304" pitchFamily="18" charset="0"/>
                        <a:ea typeface="宋体" panose="02010600030101010101" pitchFamily="2" charset="-122"/>
                        <a:cs typeface="Songti SC"/>
                        <a:sym typeface="+mn-ea"/>
                      </a:rPr>
                      <m:t>2</m:t>
                    </m:r>
                    <m:sSub>
                      <m:sSubPr>
                        <m:ctrlPr>
                          <a:rPr lang="en-US" sz="3200" dirty="0">
                            <a:uFillTx/>
                            <a:latin typeface="Times New Roman" panose="02020603050405020304" pitchFamily="18" charset="0"/>
                            <a:ea typeface="宋体" panose="02010600030101010101" pitchFamily="2" charset="-122"/>
                            <a:cs typeface="Songti SC"/>
                            <a:sym typeface="+mn-ea"/>
                          </a:rPr>
                        </m:ctrlPr>
                      </m:sSubPr>
                      <m:e>
                        <m:r>
                          <a:rPr lang="en-US" sz="3200" dirty="0">
                            <a:uFillTx/>
                            <a:latin typeface="Times New Roman" panose="02020603050405020304" pitchFamily="18" charset="0"/>
                            <a:ea typeface="宋体" panose="02010600030101010101" pitchFamily="2" charset="-122"/>
                            <a:cs typeface="Songti SC"/>
                            <a:sym typeface="+mn-ea"/>
                          </a:rPr>
                          <m:t>γ</m:t>
                        </m:r>
                      </m:e>
                      <m:sub>
                        <m:r>
                          <a:rPr lang="en-US" sz="3200" dirty="0">
                            <a:uFillTx/>
                            <a:latin typeface="Times New Roman" panose="02020603050405020304" pitchFamily="18" charset="0"/>
                            <a:ea typeface="宋体" panose="02010600030101010101" pitchFamily="2" charset="-122"/>
                            <a:cs typeface="Songti SC"/>
                            <a:sym typeface="+mn-ea"/>
                          </a:rPr>
                          <m:t>2</m:t>
                        </m:r>
                      </m:sub>
                    </m:sSub>
                  </m:oMath>
                </a14:m>
                <a:r>
                  <a:rPr lang="en-US" sz="3200" dirty="0">
                    <a:uFillTx/>
                    <a:latin typeface="Times New Roman" panose="02020603050405020304" pitchFamily="18" charset="0"/>
                    <a:ea typeface="宋体" panose="02010600030101010101" pitchFamily="2" charset="-122"/>
                    <a:cs typeface="Songti SC"/>
                    <a:sym typeface="+mn-ea"/>
                  </a:rPr>
                  <a:t>)</a:t>
                </a:r>
                <a:endParaRPr lang="en-US" sz="3200" dirty="0">
                  <a:uFillTx/>
                  <a:latin typeface="Times New Roman" panose="02020603050405020304" pitchFamily="18" charset="0"/>
                  <a:ea typeface="宋体" panose="02010600030101010101" pitchFamily="2" charset="-122"/>
                  <a:cs typeface="Songti SC"/>
                  <a:sym typeface="+mn-ea"/>
                </a:endParaRPr>
              </a:p>
              <a:p>
                <a:pPr lvl="0" indent="914400" algn="just" defTabSz="914400">
                  <a:lnSpc>
                    <a:spcPct val="125000"/>
                  </a:lnSpc>
                  <a:buSzTx/>
                  <a:defRPr/>
                </a:pPr>
                <a:r>
                  <a:rPr lang="en-US" sz="3200" dirty="0">
                    <a:uFillTx/>
                    <a:latin typeface="Times New Roman" panose="02020603050405020304" pitchFamily="18" charset="0"/>
                    <a:ea typeface="宋体" panose="02010600030101010101" pitchFamily="2" charset="-122"/>
                    <a:cs typeface="Songti SC"/>
                    <a:sym typeface="+mn-ea"/>
                  </a:rPr>
                  <a:t>2</a:t>
                </a:r>
                <a:r>
                  <a:rPr lang="en-US" sz="3200" dirty="0">
                    <a:uFillTx/>
                    <a:latin typeface="Times New Roman" panose="02020603050405020304" pitchFamily="18" charset="0"/>
                    <a:ea typeface="宋体" panose="02010600030101010101" pitchFamily="2" charset="-122"/>
                    <a:cs typeface="Songti SC"/>
                    <a:sym typeface="+mn-ea"/>
                  </a:rPr>
                  <a:t>、</a:t>
                </a:r>
                <a14:m>
                  <m:oMath xmlns:m="http://schemas.openxmlformats.org/officeDocument/2006/math">
                    <m:r>
                      <m:rPr>
                        <m:nor/>
                      </m:rPr>
                      <a:rPr lang="en-US" sz="3200" dirty="0">
                        <a:uFillTx/>
                        <a:latin typeface="Times New Roman" panose="02020603050405020304" pitchFamily="18" charset="0"/>
                        <a:ea typeface="宋体" panose="02010600030101010101" pitchFamily="2" charset="-122"/>
                        <a:cs typeface="Songti SC"/>
                        <a:sym typeface="+mn-ea"/>
                      </a:rPr>
                      <m:t>if</m:t>
                    </m:r>
                    <m:r>
                      <m:rPr>
                        <m:lit/>
                      </m:rPr>
                      <a:rPr lang="en-US" sz="3200" dirty="0">
                        <a:uFillTx/>
                        <a:latin typeface="Times New Roman" panose="02020603050405020304" pitchFamily="18" charset="0"/>
                        <a:ea typeface="宋体" panose="02010600030101010101" pitchFamily="2" charset="-122"/>
                        <a:cs typeface="Songti SC"/>
                        <a:sym typeface="+mn-ea"/>
                      </a:rPr>
                      <m:t>|</m:t>
                    </m:r>
                    <m:r>
                      <m:rPr>
                        <m:lit/>
                      </m:rPr>
                      <a:rPr lang="en-US" sz="3200" dirty="0">
                        <a:uFillTx/>
                        <a:latin typeface="Times New Roman" panose="02020603050405020304" pitchFamily="18" charset="0"/>
                        <a:ea typeface="宋体" panose="02010600030101010101" pitchFamily="2" charset="-122"/>
                        <a:cs typeface="Songti SC"/>
                        <a:sym typeface="+mn-ea"/>
                      </a:rPr>
                      <m:t>|</m:t>
                    </m:r>
                    <m:r>
                      <m:rPr>
                        <m:sty m:val="p"/>
                      </m:rPr>
                      <a:rPr lang="en-US" sz="3200" dirty="0">
                        <a:uFillTx/>
                        <a:latin typeface="Times New Roman" panose="02020603050405020304" pitchFamily="18" charset="0"/>
                        <a:ea typeface="宋体" panose="02010600030101010101" pitchFamily="2" charset="-122"/>
                        <a:cs typeface="Songti SC"/>
                        <a:sym typeface="+mn-ea"/>
                      </a:rPr>
                      <m:t>z</m:t>
                    </m:r>
                    <m:sSub>
                      <m:sSubPr>
                        <m:ctrlPr>
                          <a:rPr lang="en-US" sz="3200" dirty="0">
                            <a:uFillTx/>
                            <a:latin typeface="Times New Roman" panose="02020603050405020304" pitchFamily="18" charset="0"/>
                            <a:ea typeface="宋体" panose="02010600030101010101" pitchFamily="2" charset="-122"/>
                            <a:cs typeface="Songti SC"/>
                            <a:sym typeface="+mn-ea"/>
                          </a:rPr>
                        </m:ctrlPr>
                      </m:sSubPr>
                      <m:e>
                        <m:r>
                          <m:rPr>
                            <m:lit/>
                          </m:rPr>
                          <a:rPr lang="en-US" sz="3200" dirty="0">
                            <a:uFillTx/>
                            <a:latin typeface="Times New Roman" panose="02020603050405020304" pitchFamily="18" charset="0"/>
                            <a:ea typeface="宋体" panose="02010600030101010101" pitchFamily="2" charset="-122"/>
                            <a:cs typeface="Songti SC"/>
                            <a:sym typeface="+mn-ea"/>
                          </a:rPr>
                          <m:t>|</m:t>
                        </m:r>
                        <m:r>
                          <m:rPr>
                            <m:lit/>
                          </m:rPr>
                          <a:rPr lang="en-US" sz="3200" dirty="0">
                            <a:uFillTx/>
                            <a:latin typeface="Times New Roman" panose="02020603050405020304" pitchFamily="18" charset="0"/>
                            <a:ea typeface="宋体" panose="02010600030101010101" pitchFamily="2" charset="-122"/>
                            <a:cs typeface="Songti SC"/>
                            <a:sym typeface="+mn-ea"/>
                          </a:rPr>
                          <m:t>|</m:t>
                        </m:r>
                      </m:e>
                      <m:sub>
                        <m:r>
                          <a:rPr lang="en-US" sz="3200" dirty="0">
                            <a:uFillTx/>
                            <a:latin typeface="Times New Roman" panose="02020603050405020304" pitchFamily="18" charset="0"/>
                            <a:ea typeface="宋体" panose="02010600030101010101" pitchFamily="2" charset="-122"/>
                            <a:cs typeface="Songti SC"/>
                            <a:sym typeface="+mn-ea"/>
                          </a:rPr>
                          <m:t>∞</m:t>
                        </m:r>
                      </m:sub>
                    </m:sSub>
                    <m:r>
                      <a:rPr lang="en-US" sz="3200" dirty="0">
                        <a:uFillTx/>
                        <a:latin typeface="Times New Roman" panose="02020603050405020304" pitchFamily="18" charset="0"/>
                        <a:ea typeface="宋体" panose="02010600030101010101" pitchFamily="2" charset="-122"/>
                        <a:cs typeface="Songti SC"/>
                        <a:sym typeface="+mn-ea"/>
                      </a:rPr>
                      <m:t>&lt;</m:t>
                    </m:r>
                    <m:sSub>
                      <m:sSubPr>
                        <m:ctrlPr>
                          <a:rPr lang="en-US" sz="3200" dirty="0">
                            <a:uFillTx/>
                            <a:latin typeface="Times New Roman" panose="02020603050405020304" pitchFamily="18" charset="0"/>
                            <a:ea typeface="宋体" panose="02010600030101010101" pitchFamily="2" charset="-122"/>
                            <a:cs typeface="Songti SC"/>
                            <a:sym typeface="+mn-ea"/>
                          </a:rPr>
                        </m:ctrlPr>
                      </m:sSubPr>
                      <m:e>
                        <m:r>
                          <a:rPr lang="en-US" sz="3200" dirty="0">
                            <a:uFillTx/>
                            <a:latin typeface="Times New Roman" panose="02020603050405020304" pitchFamily="18" charset="0"/>
                            <a:ea typeface="宋体" panose="02010600030101010101" pitchFamily="2" charset="-122"/>
                            <a:cs typeface="Songti SC"/>
                            <a:sym typeface="+mn-ea"/>
                          </a:rPr>
                          <m:t>γ</m:t>
                        </m:r>
                      </m:e>
                      <m:sub>
                        <m:r>
                          <a:rPr lang="en-US" sz="3200" dirty="0">
                            <a:uFillTx/>
                            <a:latin typeface="Times New Roman" panose="02020603050405020304" pitchFamily="18" charset="0"/>
                            <a:ea typeface="宋体" panose="02010600030101010101" pitchFamily="2" charset="-122"/>
                            <a:cs typeface="Songti SC"/>
                            <a:sym typeface="+mn-ea"/>
                          </a:rPr>
                          <m:t>1</m:t>
                        </m:r>
                      </m:sub>
                    </m:sSub>
                    <m:r>
                      <a:rPr lang="en-US" sz="3200" dirty="0">
                        <a:uFillTx/>
                        <a:latin typeface="Times New Roman" panose="02020603050405020304" pitchFamily="18" charset="0"/>
                        <a:ea typeface="宋体" panose="02010600030101010101" pitchFamily="2" charset="-122"/>
                        <a:cs typeface="Songti SC"/>
                        <a:sym typeface="+mn-ea"/>
                      </a:rPr>
                      <m:t>−</m:t>
                    </m:r>
                    <m:r>
                      <a:rPr lang="en-US" sz="3200" dirty="0">
                        <a:uFillTx/>
                        <a:latin typeface="Times New Roman" panose="02020603050405020304" pitchFamily="18" charset="0"/>
                        <a:ea typeface="宋体" panose="02010600030101010101" pitchFamily="2" charset="-122"/>
                        <a:cs typeface="Songti SC"/>
                        <a:sym typeface="+mn-ea"/>
                      </a:rPr>
                      <m:t>β</m:t>
                    </m:r>
                    <m:r>
                      <m:rPr>
                        <m:nor/>
                      </m:rPr>
                      <a:rPr lang="en-US" sz="3200" dirty="0">
                        <a:uFillTx/>
                        <a:latin typeface="Times New Roman" panose="02020603050405020304" pitchFamily="18" charset="0"/>
                        <a:ea typeface="宋体" panose="02010600030101010101" pitchFamily="2" charset="-122"/>
                        <a:cs typeface="Songti SC"/>
                        <a:sym typeface="+mn-ea"/>
                      </a:rPr>
                      <m:t>且</m:t>
                    </m:r>
                    <m:r>
                      <m:rPr>
                        <m:sty m:val="p"/>
                      </m:rPr>
                      <a:rPr lang="en-US" sz="3200" dirty="0">
                        <a:uFillTx/>
                        <a:latin typeface="Times New Roman" panose="02020603050405020304" pitchFamily="18" charset="0"/>
                        <a:ea typeface="宋体" panose="02010600030101010101" pitchFamily="2" charset="-122"/>
                        <a:cs typeface="Songti SC"/>
                        <a:sym typeface="+mn-ea"/>
                      </a:rPr>
                      <m:t>c</m:t>
                    </m:r>
                    <m:r>
                      <a:rPr lang="en-US" sz="3200" dirty="0">
                        <a:uFillTx/>
                        <a:latin typeface="Times New Roman" panose="02020603050405020304" pitchFamily="18" charset="0"/>
                        <a:ea typeface="宋体" panose="02010600030101010101" pitchFamily="2" charset="-122"/>
                        <a:cs typeface="Songti SC"/>
                        <a:sym typeface="+mn-ea"/>
                      </a:rPr>
                      <m:t>=</m:t>
                    </m:r>
                    <m:r>
                      <m:rPr>
                        <m:sty m:val="p"/>
                      </m:rPr>
                      <a:rPr lang="en-US" sz="3200" dirty="0">
                        <a:uFillTx/>
                        <a:latin typeface="Times New Roman" panose="02020603050405020304" pitchFamily="18" charset="0"/>
                        <a:ea typeface="宋体" panose="02010600030101010101" pitchFamily="2" charset="-122"/>
                        <a:cs typeface="Songti SC"/>
                        <a:sym typeface="+mn-ea"/>
                      </a:rPr>
                      <m:t>H</m:t>
                    </m:r>
                    <m:d>
                      <m:dPr>
                        <m:ctrlPr>
                          <a:rPr lang="en-US" sz="3200" dirty="0">
                            <a:uFillTx/>
                            <a:latin typeface="Times New Roman" panose="02020603050405020304" pitchFamily="18" charset="0"/>
                            <a:ea typeface="宋体" panose="02010600030101010101" pitchFamily="2" charset="-122"/>
                            <a:cs typeface="Songti SC"/>
                            <a:sym typeface="+mn-ea"/>
                          </a:rPr>
                        </m:ctrlPr>
                      </m:dPr>
                      <m:e>
                        <m:r>
                          <m:rPr>
                            <m:sty m:val="p"/>
                          </m:rPr>
                          <a:rPr lang="en-US" sz="3200" dirty="0">
                            <a:uFillTx/>
                            <a:latin typeface="Times New Roman" panose="02020603050405020304" pitchFamily="18" charset="0"/>
                            <a:ea typeface="宋体" panose="02010600030101010101" pitchFamily="2" charset="-122"/>
                            <a:cs typeface="Songti SC"/>
                            <a:sym typeface="+mn-ea"/>
                          </a:rPr>
                          <m:t>M</m:t>
                        </m:r>
                        <m:r>
                          <m:rPr>
                            <m:lit/>
                          </m:rPr>
                          <a:rPr lang="en-US" sz="3200" dirty="0">
                            <a:uFillTx/>
                            <a:latin typeface="Times New Roman" panose="02020603050405020304" pitchFamily="18" charset="0"/>
                            <a:ea typeface="宋体" panose="02010600030101010101" pitchFamily="2" charset="-122"/>
                            <a:cs typeface="Songti SC"/>
                            <a:sym typeface="+mn-ea"/>
                          </a:rPr>
                          <m:t>|</m:t>
                        </m:r>
                        <m:r>
                          <m:rPr>
                            <m:lit/>
                          </m:rPr>
                          <a:rPr lang="en-US" sz="3200" dirty="0">
                            <a:uFillTx/>
                            <a:latin typeface="Times New Roman" panose="02020603050405020304" pitchFamily="18" charset="0"/>
                            <a:ea typeface="宋体" panose="02010600030101010101" pitchFamily="2" charset="-122"/>
                            <a:cs typeface="Songti SC"/>
                            <a:sym typeface="+mn-ea"/>
                          </a:rPr>
                          <m:t>|</m:t>
                        </m:r>
                        <m:sSubSup>
                          <m:sSubSupPr>
                            <m:ctrlPr>
                              <a:rPr lang="en-US" sz="3200" dirty="0">
                                <a:uFillTx/>
                                <a:latin typeface="Times New Roman" panose="02020603050405020304" pitchFamily="18" charset="0"/>
                                <a:ea typeface="宋体" panose="02010600030101010101" pitchFamily="2" charset="-122"/>
                                <a:cs typeface="Songti SC"/>
                                <a:sym typeface="+mn-ea"/>
                              </a:rPr>
                            </m:ctrlPr>
                          </m:sSubSupPr>
                          <m:e>
                            <m:r>
                              <m:rPr>
                                <m:sty m:val="p"/>
                              </m:rPr>
                              <a:rPr lang="en-US" sz="3200" dirty="0">
                                <a:uFillTx/>
                                <a:latin typeface="Times New Roman" panose="02020603050405020304" pitchFamily="18" charset="0"/>
                                <a:ea typeface="宋体" panose="02010600030101010101" pitchFamily="2" charset="-122"/>
                                <a:cs typeface="Songti SC"/>
                                <a:sym typeface="+mn-ea"/>
                              </a:rPr>
                              <m:t>w</m:t>
                            </m:r>
                          </m:e>
                          <m:sub>
                            <m:r>
                              <a:rPr lang="en-US" sz="3200" dirty="0">
                                <a:uFillTx/>
                                <a:latin typeface="Times New Roman" panose="02020603050405020304" pitchFamily="18" charset="0"/>
                                <a:ea typeface="宋体" panose="02010600030101010101" pitchFamily="2" charset="-122"/>
                                <a:cs typeface="Songti SC"/>
                                <a:sym typeface="+mn-ea"/>
                              </a:rPr>
                              <m:t>1</m:t>
                            </m:r>
                          </m:sub>
                          <m:sup>
                            <m:r>
                              <a:rPr lang="en-US" sz="3200" dirty="0">
                                <a:uFillTx/>
                                <a:latin typeface="Times New Roman" panose="02020603050405020304" pitchFamily="18" charset="0"/>
                                <a:ea typeface="宋体" panose="02010600030101010101" pitchFamily="2" charset="-122"/>
                                <a:cs typeface="Songti SC"/>
                                <a:sym typeface="+mn-ea"/>
                              </a:rPr>
                              <m:t>′</m:t>
                            </m:r>
                          </m:sup>
                        </m:sSubSup>
                      </m:e>
                    </m:d>
                    <m:r>
                      <a:rPr lang="en-US" sz="3200" dirty="0">
                        <a:uFillTx/>
                        <a:latin typeface="Times New Roman" panose="02020603050405020304" pitchFamily="18" charset="0"/>
                        <a:ea typeface="宋体" panose="02010600030101010101" pitchFamily="2" charset="-122"/>
                        <a:cs typeface="Songti SC"/>
                        <a:sym typeface="+mn-ea"/>
                      </a:rPr>
                      <m:t>,</m:t>
                    </m:r>
                    <m:r>
                      <m:rPr>
                        <m:nor/>
                      </m:rPr>
                      <a:rPr lang="en-US" sz="3200" dirty="0">
                        <a:uFillTx/>
                        <a:latin typeface="Times New Roman" panose="02020603050405020304" pitchFamily="18" charset="0"/>
                        <a:ea typeface="宋体" panose="02010600030101010101" pitchFamily="2" charset="-122"/>
                        <a:cs typeface="Songti SC"/>
                        <a:sym typeface="+mn-ea"/>
                      </a:rPr>
                      <m:t>return</m:t>
                    </m:r>
                    <m:r>
                      <a:rPr lang="en-US" sz="3200" dirty="0">
                        <a:uFillTx/>
                        <a:latin typeface="Times New Roman" panose="02020603050405020304" pitchFamily="18" charset="0"/>
                        <a:ea typeface="宋体" panose="02010600030101010101" pitchFamily="2" charset="-122"/>
                        <a:cs typeface="Songti SC"/>
                        <a:sym typeface="+mn-ea"/>
                      </a:rPr>
                      <m:t>1</m:t>
                    </m:r>
                  </m:oMath>
                </a14:m>
                <a:endParaRPr lang="en-US" sz="3200" dirty="0">
                  <a:uFillTx/>
                  <a:latin typeface="Times New Roman" panose="02020603050405020304" pitchFamily="18" charset="0"/>
                  <a:ea typeface="宋体" panose="02010600030101010101" pitchFamily="2" charset="-122"/>
                  <a:cs typeface="Songti SC"/>
                  <a:sym typeface="+mn-ea"/>
                </a:endParaRPr>
              </a:p>
              <a:p>
                <a:pPr lvl="0" indent="914400" algn="just" defTabSz="914400">
                  <a:lnSpc>
                    <a:spcPct val="125000"/>
                  </a:lnSpc>
                  <a:buSzTx/>
                  <a:defRPr/>
                </a:pPr>
                <a:r>
                  <a:rPr lang="en-US" sz="3200" dirty="0">
                    <a:uFillTx/>
                    <a:latin typeface="Times New Roman" panose="02020603050405020304" pitchFamily="18" charset="0"/>
                    <a:ea typeface="宋体" panose="02010600030101010101" pitchFamily="2" charset="-122"/>
                    <a:cs typeface="Songti SC"/>
                    <a:sym typeface="+mn-ea"/>
                  </a:rPr>
                  <a:t>    3</a:t>
                </a:r>
                <a:r>
                  <a:rPr lang="en-US" sz="3200" dirty="0">
                    <a:uFillTx/>
                    <a:latin typeface="Times New Roman" panose="02020603050405020304" pitchFamily="18" charset="0"/>
                    <a:ea typeface="宋体" panose="02010600030101010101" pitchFamily="2" charset="-122"/>
                    <a:cs typeface="Songti SC"/>
                    <a:sym typeface="+mn-ea"/>
                  </a:rPr>
                  <a:t>、</a:t>
                </a:r>
                <a:r>
                  <a:rPr lang="en-US" sz="3200" dirty="0">
                    <a:uFillTx/>
                    <a:latin typeface="Times New Roman" panose="02020603050405020304" pitchFamily="18" charset="0"/>
                    <a:ea typeface="宋体" panose="02010600030101010101" pitchFamily="2" charset="-122"/>
                    <a:cs typeface="Songti SC"/>
                    <a:sym typeface="+mn-ea"/>
                  </a:rPr>
                  <a:t>elsereturn</a:t>
                </a:r>
                <a:r>
                  <a:rPr lang="en-US" sz="3200" dirty="0">
                    <a:uFillTx/>
                    <a:latin typeface="Times New Roman" panose="02020603050405020304" pitchFamily="18" charset="0"/>
                    <a:ea typeface="宋体" panose="02010600030101010101" pitchFamily="2" charset="-122"/>
                    <a:cs typeface="Songti SC"/>
                    <a:sym typeface="+mn-ea"/>
                  </a:rPr>
                  <a:t>0</a:t>
                </a:r>
                <a:endParaRPr lang="en-US" sz="3200" dirty="0">
                  <a:uFillTx/>
                  <a:latin typeface="Times New Roman" panose="02020603050405020304" pitchFamily="18" charset="0"/>
                  <a:ea typeface="宋体" panose="02010600030101010101" pitchFamily="2" charset="-122"/>
                  <a:cs typeface="Songti SC"/>
                  <a:sym typeface="+mn-ea"/>
                </a:endParaRPr>
              </a:p>
            </p:txBody>
          </p:sp>
        </mc:Choice>
        <mc:Fallback>
          <p:sp>
            <p:nvSpPr>
              <p:cNvPr id="8" name="AutoShape 8"/>
              <p:cNvSpPr txBox="1">
                <a:spLocks noRot="1" noChangeAspect="1" noMove="1" noResize="1" noEditPoints="1" noAdjustHandles="1" noChangeArrowheads="1" noChangeShapeType="1" noTextEdit="1"/>
              </p:cNvSpPr>
              <p:nvPr/>
            </p:nvSpPr>
            <p:spPr>
              <a:xfrm>
                <a:off x="1479550" y="1806739"/>
                <a:ext cx="15719287" cy="6985000"/>
              </a:xfrm>
              <a:prstGeom prst="rect">
                <a:avLst/>
              </a:prstGeom>
              <a:blipFill rotWithShape="1">
                <a:blip r:embed="rId2"/>
                <a:stretch>
                  <a:fillRect t="-2" r="3" b="2"/>
                </a:stretch>
              </a:blipFill>
              <a:ln w="19050" cap="flat" cmpd="sng">
                <a:noFill/>
                <a:prstDash val="solid"/>
                <a:round/>
              </a:ln>
            </p:spPr>
            <p:txBody>
              <a:bodyPr/>
              <a:lstStyle/>
              <a:p>
                <a:r>
                  <a:rPr lang="zh-CN" altLang="en-US">
                    <a:noFill/>
                  </a:rPr>
                  <a:t> </a:t>
                </a:r>
              </a:p>
            </p:txBody>
          </p:sp>
        </mc:Fallback>
      </mc:AlternateContent>
      <p:sp>
        <p:nvSpPr>
          <p:cNvPr id="9" name="AutoShape 9"/>
          <p:cNvSpPr txBox="1"/>
          <p:nvPr/>
        </p:nvSpPr>
        <p:spPr>
          <a:xfrm>
            <a:off x="15544800" y="9410700"/>
            <a:ext cx="2133600" cy="441325"/>
          </a:xfrm>
          <a:prstGeom prst="rect">
            <a:avLst/>
          </a:prstGeom>
          <a:noFill/>
          <a:ln w="19050" cap="flat" cmpd="sng">
            <a:noFill/>
            <a:prstDash val="solid"/>
            <a:round/>
          </a:ln>
        </p:spPr>
        <p:txBody>
          <a:bodyPr vert="horz" wrap="square" lIns="91440" tIns="45720" rIns="91440" bIns="45720" rtlCol="0" anchor="ctr" anchorCtr="0"/>
          <a:lstStyle/>
          <a:p>
            <a:pPr marL="0" indent="0" algn="r" defTabSz="914400">
              <a:lnSpc>
                <a:spcPct val="100000"/>
              </a:lnSpc>
              <a:defRPr/>
            </a:pPr>
            <a:fld id="{63AA0EBF-BE4A-4C28-82D7-02CBED73021E}" type="slidenum">
              <a:rPr sz="1400" b="0" i="0" u="none" strike="noStrike">
                <a:solidFill>
                  <a:srgbClr val="FFC000"/>
                </a:solidFill>
                <a:latin typeface="Calibri" panose="020F0502020204030204"/>
                <a:ea typeface="Calibri" panose="020F0502020204030204"/>
                <a:cs typeface="Calibri" panose="020F0502020204030204"/>
                <a:sym typeface="Calibri" panose="020F0502020204030204"/>
              </a:rPr>
            </a:fld>
            <a:endParaRPr lang="en-US" sz="1100"/>
          </a:p>
        </p:txBody>
      </p:sp>
      <p:sp>
        <p:nvSpPr>
          <p:cNvPr id="4" name="AutoShape 35"/>
          <p:cNvSpPr txBox="1"/>
          <p:nvPr/>
        </p:nvSpPr>
        <p:spPr>
          <a:xfrm>
            <a:off x="13694774" y="709652"/>
            <a:ext cx="3700052" cy="369332"/>
          </a:xfrm>
          <a:prstGeom prst="rect">
            <a:avLst/>
          </a:prstGeom>
          <a:noFill/>
          <a:ln w="19050" cap="flat" cmpd="sng">
            <a:noFill/>
            <a:prstDash val="solid"/>
            <a:round/>
          </a:ln>
        </p:spPr>
        <p:txBody>
          <a:bodyPr vert="horz" wrap="none" lIns="91440" tIns="45720" rIns="91440" bIns="45720" rtlCol="0" anchor="t" anchorCtr="0"/>
          <a:lstStyle/>
          <a:p>
            <a:pPr>
              <a:defRPr/>
            </a:pPr>
            <a:r>
              <a:rPr lang="zh-CN" altLang="zh-CN" sz="18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仿宋" panose="02010609060101010101" pitchFamily="49" charset="-122"/>
                <a:ea typeface="仿宋" panose="02010609060101010101" pitchFamily="49" charset="-122"/>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密码学</a:t>
            </a:r>
            <a:r>
              <a:rPr lang="en-US" sz="1800" b="1" i="0" u="none" strike="noStrike" dirty="0">
                <a:solidFill>
                  <a:srgbClr val="1F497D"/>
                </a:solidFill>
                <a:latin typeface="仿宋" panose="02010609060101010101" pitchFamily="49" charset="-122"/>
                <a:ea typeface="仿宋" panose="02010609060101010101" pitchFamily="49" charset="-122"/>
                <a:cs typeface="Zhuque Fangsong"/>
                <a:sym typeface="Zhuque Fangsong"/>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基础理论与应用</a:t>
            </a:r>
            <a:endParaRPr lang="en-US" sz="1100" dirty="0">
              <a:latin typeface="仿宋" panose="02010609060101010101" pitchFamily="49" charset="-122"/>
              <a:ea typeface="仿宋" panose="02010609060101010101" pitchFamily="49" charset="-122"/>
            </a:endParaRPr>
          </a:p>
        </p:txBody>
      </p:sp>
      <p:sp>
        <p:nvSpPr>
          <p:cNvPr id="3" name="Freeform 2"/>
          <p:cNvSpPr/>
          <p:nvPr/>
        </p:nvSpPr>
        <p:spPr>
          <a:xfrm>
            <a:off x="412090" y="1028700"/>
            <a:ext cx="7800783" cy="275915"/>
          </a:xfrm>
          <a:custGeom>
            <a:avLst/>
            <a:gdLst/>
            <a:ahLst/>
            <a:cxnLst/>
            <a:rect l="l" t="t" r="r" b="b"/>
            <a:pathLst>
              <a:path w="7800783" h="275915">
                <a:moveTo>
                  <a:pt x="137960" y="0"/>
                </a:moveTo>
                <a:lnTo>
                  <a:pt x="7662827" y="0"/>
                </a:lnTo>
                <a:cubicBezTo>
                  <a:pt x="7699414" y="0"/>
                  <a:pt x="7734504" y="14534"/>
                  <a:pt x="7760377" y="40406"/>
                </a:cubicBezTo>
                <a:cubicBezTo>
                  <a:pt x="7786248" y="66279"/>
                  <a:pt x="7800783" y="101369"/>
                  <a:pt x="7800783" y="137959"/>
                </a:cubicBezTo>
                <a:lnTo>
                  <a:pt x="7800783" y="137959"/>
                </a:lnTo>
                <a:cubicBezTo>
                  <a:pt x="7800783" y="174546"/>
                  <a:pt x="7786248" y="209636"/>
                  <a:pt x="7760377" y="235509"/>
                </a:cubicBezTo>
                <a:cubicBezTo>
                  <a:pt x="7734504" y="261380"/>
                  <a:pt x="7699414" y="275915"/>
                  <a:pt x="7662827" y="275915"/>
                </a:cubicBezTo>
                <a:lnTo>
                  <a:pt x="137960" y="275915"/>
                </a:lnTo>
                <a:cubicBezTo>
                  <a:pt x="101369" y="275915"/>
                  <a:pt x="66279" y="261380"/>
                  <a:pt x="40406" y="235509"/>
                </a:cubicBezTo>
                <a:cubicBezTo>
                  <a:pt x="14534" y="209636"/>
                  <a:pt x="0" y="174546"/>
                  <a:pt x="0" y="137959"/>
                </a:cubicBezTo>
                <a:lnTo>
                  <a:pt x="0" y="137959"/>
                </a:lnTo>
                <a:cubicBezTo>
                  <a:pt x="0" y="101369"/>
                  <a:pt x="14534" y="66279"/>
                  <a:pt x="40406" y="40406"/>
                </a:cubicBezTo>
                <a:cubicBezTo>
                  <a:pt x="66279" y="14534"/>
                  <a:pt x="101369" y="0"/>
                  <a:pt x="137960" y="0"/>
                </a:cubicBezTo>
                <a:close/>
              </a:path>
            </a:pathLst>
          </a:custGeom>
          <a:gradFill rotWithShape="1">
            <a:gsLst>
              <a:gs pos="0">
                <a:srgbClr val="DDEEFF">
                  <a:alpha val="100000"/>
                </a:srgbClr>
              </a:gs>
              <a:gs pos="100000">
                <a:srgbClr val="FFFFFF">
                  <a:alpha val="0"/>
                </a:srgbClr>
              </a:gs>
            </a:gsLst>
            <a:lin ang="0"/>
          </a:gradFill>
          <a:ln w="25400" cap="flat" cmpd="sng">
            <a:noFill/>
            <a:prstDash val="solid"/>
            <a:round/>
          </a:ln>
        </p:spPr>
        <p:txBody>
          <a:bodyPr vert="horz" wrap="square" lIns="91440" tIns="45720" rIns="91440" bIns="45720" rtlCol="0" anchor="t" anchorCtr="0"/>
          <a:lstStyle/>
          <a:p>
            <a:pPr algn="l">
              <a:defRPr/>
            </a:pPr>
          </a:p>
        </p:txBody>
      </p:sp>
      <p:pic>
        <p:nvPicPr>
          <p:cNvPr id="6" name="Picture 5"/>
          <p:cNvPicPr>
            <a:picLocks noChangeAspect="1"/>
          </p:cNvPicPr>
          <p:nvPr/>
        </p:nvPicPr>
        <p:blipFill>
          <a:blip r:embed="rId3">
            <a:alphaModFix amt="80000"/>
          </a:blip>
          <a:srcRect/>
          <a:stretch>
            <a:fillRect/>
          </a:stretch>
        </p:blipFill>
        <p:spPr>
          <a:xfrm>
            <a:off x="762000" y="494030"/>
            <a:ext cx="1069975" cy="656590"/>
          </a:xfrm>
          <a:prstGeom prst="rect">
            <a:avLst/>
          </a:prstGeom>
          <a:noFill/>
          <a:ln w="25400" cap="flat" cmpd="sng">
            <a:noFill/>
            <a:prstDash val="solid"/>
            <a:round/>
          </a:ln>
          <a:effectLst>
            <a:outerShdw blurRad="50800" dist="38100" dir="2700000" algn="tl">
              <a:srgbClr val="000000">
                <a:alpha val="40000"/>
              </a:srgbClr>
            </a:outerShdw>
            <a:reflection blurRad="6350" stA="50000" endA="300" endPos="55000" dir="5400000" sy="-100000" algn="bl" rotWithShape="0"/>
          </a:effectLst>
        </p:spPr>
      </p:pic>
      <p:sp>
        <p:nvSpPr>
          <p:cNvPr id="10" name="TextBox 31"/>
          <p:cNvSpPr txBox="1"/>
          <p:nvPr/>
        </p:nvSpPr>
        <p:spPr>
          <a:xfrm>
            <a:off x="1256625" y="411284"/>
            <a:ext cx="1674789" cy="842645"/>
          </a:xfrm>
          <a:prstGeom prst="rect">
            <a:avLst/>
          </a:prstGeom>
        </p:spPr>
        <p:txBody>
          <a:bodyPr wrap="square" lIns="0" tIns="0" rIns="0" bIns="0" rtlCol="0" anchor="t">
            <a:spAutoFit/>
          </a:bodyPr>
          <a:lstStyle/>
          <a:p>
            <a:pPr lvl="0" algn="ctr">
              <a:lnSpc>
                <a:spcPts val="6575"/>
              </a:lnSpc>
              <a:buSzTx/>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Times New Roman" panose="02020603050405020304" pitchFamily="18" charset="0"/>
                <a:sym typeface="字由文艺黑" panose="00020600040101010101" charset="-122"/>
              </a:rPr>
              <a:t>10.5</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Times New Roman" panose="02020603050405020304" pitchFamily="18" charset="0"/>
              <a:sym typeface="字由文艺黑" panose="00020600040101010101" charset="-122"/>
            </a:endParaRPr>
          </a:p>
        </p:txBody>
      </p:sp>
      <p:sp>
        <p:nvSpPr>
          <p:cNvPr id="13" name="TextBox 30"/>
          <p:cNvSpPr txBox="1"/>
          <p:nvPr/>
        </p:nvSpPr>
        <p:spPr>
          <a:xfrm>
            <a:off x="2931064" y="493890"/>
            <a:ext cx="9458717" cy="717550"/>
          </a:xfrm>
          <a:prstGeom prst="rect">
            <a:avLst/>
          </a:prstGeom>
        </p:spPr>
        <p:txBody>
          <a:bodyPr lIns="0" tIns="0" rIns="0" bIns="0" rtlCol="0" anchor="t">
            <a:spAutoFit/>
          </a:bodyPr>
          <a:lstStyle/>
          <a:p>
            <a:pPr algn="l">
              <a:lnSpc>
                <a:spcPts val="5600"/>
              </a:lnSpc>
            </a:pPr>
            <a:r>
              <a:rPr lang="en-US" altLang="zh-CN" sz="4000" b="1" dirty="0" err="1">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Times New Roman" panose="02020603050405020304" pitchFamily="18" charset="0"/>
                <a:sym typeface="字由文艺黑" panose="00020600040101010101" charset="-122"/>
              </a:rPr>
              <a:t>Dilithium</a:t>
            </a: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Times New Roman" panose="02020603050405020304" pitchFamily="18" charset="0"/>
                <a:ea typeface="仿宋" panose="02010609060101010101" pitchFamily="49" charset="-122"/>
                <a:cs typeface="Times New Roman" panose="02020603050405020304" pitchFamily="18" charset="0"/>
                <a:sym typeface="字由文艺黑" panose="00020600040101010101" charset="-122"/>
              </a:rPr>
              <a:t>数字签名算法</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780296" y="360435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3" name="AutoShape 3"/>
          <p:cNvSpPr txBox="1"/>
          <p:nvPr/>
        </p:nvSpPr>
        <p:spPr>
          <a:xfrm>
            <a:off x="796975" y="3621029"/>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4" name="Freeform 4"/>
          <p:cNvSpPr/>
          <p:nvPr/>
        </p:nvSpPr>
        <p:spPr>
          <a:xfrm>
            <a:off x="780296" y="4024558"/>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5" name="AutoShape 5"/>
          <p:cNvSpPr txBox="1"/>
          <p:nvPr/>
        </p:nvSpPr>
        <p:spPr>
          <a:xfrm>
            <a:off x="796975" y="4041237"/>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6" name="Freeform 6"/>
          <p:cNvSpPr/>
          <p:nvPr/>
        </p:nvSpPr>
        <p:spPr>
          <a:xfrm>
            <a:off x="780296" y="4444768"/>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7" name="AutoShape 7"/>
          <p:cNvSpPr txBox="1"/>
          <p:nvPr/>
        </p:nvSpPr>
        <p:spPr>
          <a:xfrm>
            <a:off x="796975" y="4461447"/>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8" name="Freeform 8"/>
          <p:cNvSpPr/>
          <p:nvPr/>
        </p:nvSpPr>
        <p:spPr>
          <a:xfrm>
            <a:off x="780296" y="4864976"/>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9" name="AutoShape 9"/>
          <p:cNvSpPr txBox="1"/>
          <p:nvPr/>
        </p:nvSpPr>
        <p:spPr>
          <a:xfrm>
            <a:off x="796975" y="4881655"/>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10" name="Freeform 10"/>
          <p:cNvSpPr/>
          <p:nvPr/>
        </p:nvSpPr>
        <p:spPr>
          <a:xfrm>
            <a:off x="17329795" y="3604350"/>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11" name="AutoShape 11"/>
          <p:cNvSpPr txBox="1"/>
          <p:nvPr/>
        </p:nvSpPr>
        <p:spPr>
          <a:xfrm>
            <a:off x="17346474" y="3621029"/>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12" name="Freeform 12"/>
          <p:cNvSpPr/>
          <p:nvPr/>
        </p:nvSpPr>
        <p:spPr>
          <a:xfrm>
            <a:off x="17329795" y="4024558"/>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13" name="AutoShape 13"/>
          <p:cNvSpPr txBox="1"/>
          <p:nvPr/>
        </p:nvSpPr>
        <p:spPr>
          <a:xfrm>
            <a:off x="17346474" y="4041237"/>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14" name="Freeform 14"/>
          <p:cNvSpPr/>
          <p:nvPr/>
        </p:nvSpPr>
        <p:spPr>
          <a:xfrm>
            <a:off x="17329795" y="4444768"/>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FAC38D">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15" name="AutoShape 15"/>
          <p:cNvSpPr txBox="1"/>
          <p:nvPr/>
        </p:nvSpPr>
        <p:spPr>
          <a:xfrm>
            <a:off x="17346474" y="4461447"/>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16" name="Freeform 16"/>
          <p:cNvSpPr/>
          <p:nvPr/>
        </p:nvSpPr>
        <p:spPr>
          <a:xfrm>
            <a:off x="17329795" y="4864976"/>
            <a:ext cx="177909" cy="177909"/>
          </a:xfrm>
          <a:custGeom>
            <a:avLst/>
            <a:gdLst/>
            <a:ahLst/>
            <a:cxnLst/>
            <a:rect l="l" t="t" r="r" b="b"/>
            <a:pathLst>
              <a:path w="177909" h="177909">
                <a:moveTo>
                  <a:pt x="88955" y="0"/>
                </a:moveTo>
                <a:cubicBezTo>
                  <a:pt x="39826" y="0"/>
                  <a:pt x="0" y="39826"/>
                  <a:pt x="0" y="88955"/>
                </a:cubicBezTo>
                <a:cubicBezTo>
                  <a:pt x="0" y="138083"/>
                  <a:pt x="39826" y="177909"/>
                  <a:pt x="88955" y="177909"/>
                </a:cubicBezTo>
                <a:cubicBezTo>
                  <a:pt x="138083" y="177909"/>
                  <a:pt x="177909" y="138083"/>
                  <a:pt x="177909" y="88955"/>
                </a:cubicBezTo>
                <a:cubicBezTo>
                  <a:pt x="177909" y="39826"/>
                  <a:pt x="138083" y="0"/>
                  <a:pt x="88955" y="0"/>
                </a:cubicBezTo>
                <a:close/>
              </a:path>
            </a:pathLst>
          </a:custGeom>
          <a:solidFill>
            <a:srgbClr val="9ECDFF">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17" name="AutoShape 17"/>
          <p:cNvSpPr txBox="1"/>
          <p:nvPr/>
        </p:nvSpPr>
        <p:spPr>
          <a:xfrm>
            <a:off x="17346474" y="4881655"/>
            <a:ext cx="144551" cy="14455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18" name="Freeform 18"/>
          <p:cNvSpPr/>
          <p:nvPr/>
        </p:nvSpPr>
        <p:spPr>
          <a:xfrm rot="10800000">
            <a:off x="5340277" y="802276"/>
            <a:ext cx="7607444" cy="7607444"/>
          </a:xfrm>
          <a:custGeom>
            <a:avLst/>
            <a:gdLst/>
            <a:ahLst/>
            <a:cxnLst/>
            <a:rect l="l" t="t" r="r" b="b"/>
            <a:pathLst>
              <a:path w="7607444" h="7607444">
                <a:moveTo>
                  <a:pt x="3803721" y="0"/>
                </a:moveTo>
                <a:cubicBezTo>
                  <a:pt x="1702980" y="0"/>
                  <a:pt x="0" y="1702980"/>
                  <a:pt x="0" y="3803721"/>
                </a:cubicBezTo>
                <a:cubicBezTo>
                  <a:pt x="0" y="5904464"/>
                  <a:pt x="1702980" y="7607444"/>
                  <a:pt x="3803721" y="7607444"/>
                </a:cubicBezTo>
                <a:cubicBezTo>
                  <a:pt x="5904464" y="7607444"/>
                  <a:pt x="7607444" y="5904464"/>
                  <a:pt x="7607444" y="3803721"/>
                </a:cubicBezTo>
                <a:cubicBezTo>
                  <a:pt x="7607444" y="1702980"/>
                  <a:pt x="5904464" y="0"/>
                  <a:pt x="3803721" y="0"/>
                </a:cubicBezTo>
                <a:close/>
              </a:path>
            </a:pathLst>
          </a:custGeom>
          <a:gradFill rotWithShape="1">
            <a:gsLst>
              <a:gs pos="0">
                <a:srgbClr val="FFFFFF">
                  <a:alpha val="0"/>
                </a:srgbClr>
              </a:gs>
              <a:gs pos="100000">
                <a:srgbClr val="DDEEFF">
                  <a:alpha val="100000"/>
                </a:srgbClr>
              </a:gs>
            </a:gsLst>
            <a:lin ang="5400000"/>
          </a:gradFill>
          <a:ln w="25400" cap="flat" cmpd="sng">
            <a:noFill/>
            <a:prstDash val="solid"/>
            <a:round/>
          </a:ln>
        </p:spPr>
        <p:txBody>
          <a:bodyPr vert="horz" wrap="square" lIns="91440" tIns="45720" rIns="91440" bIns="45720" rtlCol="0" anchor="t" anchorCtr="0"/>
          <a:lstStyle/>
          <a:p>
            <a:pPr algn="l">
              <a:defRPr/>
            </a:pPr>
          </a:p>
        </p:txBody>
      </p:sp>
      <p:sp>
        <p:nvSpPr>
          <p:cNvPr id="19" name="AutoShape 19"/>
          <p:cNvSpPr txBox="1"/>
          <p:nvPr/>
        </p:nvSpPr>
        <p:spPr>
          <a:xfrm rot="10800000">
            <a:off x="6053475" y="1515474"/>
            <a:ext cx="6181047" cy="6181047"/>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20" name="AutoShape 20"/>
          <p:cNvSpPr txBox="1"/>
          <p:nvPr/>
        </p:nvSpPr>
        <p:spPr>
          <a:xfrm>
            <a:off x="7781241" y="2834725"/>
            <a:ext cx="2725514" cy="2190115"/>
          </a:xfrm>
          <a:prstGeom prst="rect">
            <a:avLst/>
          </a:prstGeom>
          <a:noFill/>
          <a:ln w="19050" cap="flat" cmpd="sng">
            <a:noFill/>
            <a:prstDash val="solid"/>
            <a:round/>
          </a:ln>
        </p:spPr>
        <p:txBody>
          <a:bodyPr vert="horz" wrap="square" lIns="0" tIns="0" rIns="0" bIns="0" rtlCol="0" anchor="t" anchorCtr="0"/>
          <a:lstStyle/>
          <a:p>
            <a:pPr marL="0" indent="0" algn="ctr" defTabSz="914400">
              <a:lnSpc>
                <a:spcPts val="17080"/>
              </a:lnSpc>
              <a:defRPr/>
            </a:pPr>
            <a:r>
              <a:rPr lang="en-US" sz="12200" b="0" i="0" u="none" strike="noStrike" dirty="0">
                <a:solidFill>
                  <a:srgbClr val="004AAD"/>
                </a:solidFill>
                <a:latin typeface="Times New Roman" panose="02020603050405020304"/>
                <a:ea typeface="Times New Roman" panose="02020603050405020304"/>
                <a:cs typeface="Times New Roman" panose="02020603050405020304"/>
                <a:sym typeface="Times New Roman" panose="02020603050405020304"/>
              </a:rPr>
              <a:t>10.6</a:t>
            </a:r>
            <a:endParaRPr lang="en-US" sz="1100" dirty="0"/>
          </a:p>
        </p:txBody>
      </p:sp>
      <p:sp>
        <p:nvSpPr>
          <p:cNvPr id="21" name="AutoShape 21"/>
          <p:cNvSpPr txBox="1"/>
          <p:nvPr/>
        </p:nvSpPr>
        <p:spPr>
          <a:xfrm>
            <a:off x="3428998" y="5143500"/>
            <a:ext cx="11429999" cy="2872105"/>
          </a:xfrm>
          <a:prstGeom prst="rect">
            <a:avLst/>
          </a:prstGeom>
          <a:noFill/>
          <a:ln w="19050" cap="flat" cmpd="sng">
            <a:noFill/>
            <a:prstDash val="solid"/>
            <a:round/>
          </a:ln>
        </p:spPr>
        <p:txBody>
          <a:bodyPr vert="horz" wrap="square" lIns="0" tIns="0" rIns="0" bIns="0" rtlCol="0" anchor="t" anchorCtr="0"/>
          <a:lstStyle/>
          <a:p>
            <a:pPr marL="0" indent="0" algn="ctr" defTabSz="914400">
              <a:lnSpc>
                <a:spcPts val="11200"/>
              </a:lnSpc>
              <a:defRPr/>
            </a:pPr>
            <a:r>
              <a:rPr lang="zh-CN" altLang="en-US" sz="9600" b="1" dirty="0">
                <a:solidFill>
                  <a:srgbClr val="004AAD"/>
                </a:solidFill>
                <a:latin typeface="仿宋" panose="02010609060101010101" pitchFamily="49" charset="-122"/>
                <a:ea typeface="仿宋" panose="02010609060101010101" pitchFamily="49" charset="-122"/>
                <a:sym typeface="Zhuque Fangsong"/>
              </a:rPr>
              <a:t>本章小结</a:t>
            </a:r>
            <a:endParaRPr lang="en-US" sz="9600" dirty="0">
              <a:latin typeface="仿宋" panose="02010609060101010101" pitchFamily="49" charset="-122"/>
              <a:ea typeface="仿宋" panose="02010609060101010101" pitchFamily="49" charset="-122"/>
            </a:endParaRPr>
          </a:p>
          <a:p>
            <a:pPr algn="ctr" defTabSz="914400">
              <a:lnSpc>
                <a:spcPts val="11200"/>
              </a:lnSpc>
            </a:pPr>
            <a:endParaRPr lang="en-US" sz="1100" dirty="0"/>
          </a:p>
        </p:txBody>
      </p:sp>
      <p:sp>
        <p:nvSpPr>
          <p:cNvPr id="22" name="Freeform 22"/>
          <p:cNvSpPr/>
          <p:nvPr/>
        </p:nvSpPr>
        <p:spPr>
          <a:xfrm>
            <a:off x="-1028699" y="9030575"/>
            <a:ext cx="20887940" cy="1097222"/>
          </a:xfrm>
          <a:custGeom>
            <a:avLst/>
            <a:gdLst/>
            <a:ahLst/>
            <a:cxnLst/>
            <a:rect l="l" t="t" r="r" b="b"/>
            <a:pathLst>
              <a:path w="20887940" h="1097222">
                <a:moveTo>
                  <a:pt x="71773" y="0"/>
                </a:moveTo>
                <a:lnTo>
                  <a:pt x="20816167" y="0"/>
                </a:lnTo>
                <a:cubicBezTo>
                  <a:pt x="20835201" y="0"/>
                  <a:pt x="20853457" y="7563"/>
                  <a:pt x="20866917" y="21020"/>
                </a:cubicBezTo>
                <a:cubicBezTo>
                  <a:pt x="20880376" y="34479"/>
                  <a:pt x="20887940" y="52735"/>
                  <a:pt x="20887940" y="71773"/>
                </a:cubicBezTo>
                <a:lnTo>
                  <a:pt x="20887940" y="1025454"/>
                </a:lnTo>
                <a:cubicBezTo>
                  <a:pt x="20887940" y="1065089"/>
                  <a:pt x="20855807" y="1097222"/>
                  <a:pt x="20816167" y="1097222"/>
                </a:cubicBezTo>
                <a:lnTo>
                  <a:pt x="71773" y="1097222"/>
                </a:lnTo>
                <a:cubicBezTo>
                  <a:pt x="32134" y="1097222"/>
                  <a:pt x="0" y="1065089"/>
                  <a:pt x="0" y="1025454"/>
                </a:cubicBezTo>
                <a:lnTo>
                  <a:pt x="0" y="71773"/>
                </a:lnTo>
                <a:cubicBezTo>
                  <a:pt x="0" y="32134"/>
                  <a:pt x="32134" y="0"/>
                  <a:pt x="71773" y="0"/>
                </a:cubicBezTo>
                <a:close/>
              </a:path>
            </a:pathLst>
          </a:custGeom>
          <a:gradFill rotWithShape="1">
            <a:gsLst>
              <a:gs pos="0">
                <a:srgbClr val="FFAD5C">
                  <a:alpha val="100000"/>
                </a:srgbClr>
              </a:gs>
              <a:gs pos="100000">
                <a:srgbClr val="FFE1C4">
                  <a:alpha val="100000"/>
                </a:srgbClr>
              </a:gs>
            </a:gsLst>
            <a:lin ang="0"/>
          </a:gradFill>
          <a:ln w="25400" cap="flat" cmpd="sng">
            <a:noFill/>
            <a:prstDash val="solid"/>
            <a:round/>
          </a:ln>
        </p:spPr>
        <p:txBody>
          <a:bodyPr vert="horz" wrap="square" lIns="91440" tIns="45720" rIns="91440" bIns="45720" rtlCol="0" anchor="t" anchorCtr="0"/>
          <a:lstStyle/>
          <a:p>
            <a:pPr algn="l">
              <a:defRPr/>
            </a:pPr>
          </a:p>
        </p:txBody>
      </p:sp>
      <p:sp>
        <p:nvSpPr>
          <p:cNvPr id="23" name="AutoShape 23"/>
          <p:cNvSpPr txBox="1"/>
          <p:nvPr/>
        </p:nvSpPr>
        <p:spPr>
          <a:xfrm>
            <a:off x="-1028699" y="9030575"/>
            <a:ext cx="20887940" cy="1097222"/>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24" name="Freeform 24"/>
          <p:cNvSpPr/>
          <p:nvPr/>
        </p:nvSpPr>
        <p:spPr>
          <a:xfrm>
            <a:off x="-1299970" y="9183427"/>
            <a:ext cx="20887940" cy="1241762"/>
          </a:xfrm>
          <a:custGeom>
            <a:avLst/>
            <a:gdLst/>
            <a:ahLst/>
            <a:cxnLst/>
            <a:rect l="l" t="t" r="r" b="b"/>
            <a:pathLst>
              <a:path w="20887940" h="1241762">
                <a:moveTo>
                  <a:pt x="71773" y="0"/>
                </a:moveTo>
                <a:lnTo>
                  <a:pt x="20816167" y="0"/>
                </a:lnTo>
                <a:cubicBezTo>
                  <a:pt x="20835201" y="0"/>
                  <a:pt x="20853457" y="7563"/>
                  <a:pt x="20866917" y="21020"/>
                </a:cubicBezTo>
                <a:cubicBezTo>
                  <a:pt x="20880376" y="34479"/>
                  <a:pt x="20887940" y="52734"/>
                  <a:pt x="20887940" y="71773"/>
                </a:cubicBezTo>
                <a:lnTo>
                  <a:pt x="20887940" y="1169989"/>
                </a:lnTo>
                <a:cubicBezTo>
                  <a:pt x="20887940" y="1209628"/>
                  <a:pt x="20855807" y="1241762"/>
                  <a:pt x="20816167" y="1241762"/>
                </a:cubicBezTo>
                <a:lnTo>
                  <a:pt x="71773" y="1241762"/>
                </a:lnTo>
                <a:cubicBezTo>
                  <a:pt x="32134" y="1241762"/>
                  <a:pt x="0" y="1209628"/>
                  <a:pt x="0" y="1169989"/>
                </a:cubicBezTo>
                <a:lnTo>
                  <a:pt x="0" y="71773"/>
                </a:lnTo>
                <a:cubicBezTo>
                  <a:pt x="0" y="32134"/>
                  <a:pt x="32134" y="0"/>
                  <a:pt x="71773" y="0"/>
                </a:cubicBezTo>
                <a:close/>
              </a:path>
            </a:pathLst>
          </a:custGeom>
          <a:solidFill>
            <a:srgbClr val="013E7C">
              <a:alpha val="100000"/>
            </a:srgbClr>
          </a:solidFill>
          <a:ln w="25400" cap="flat" cmpd="sng">
            <a:noFill/>
            <a:prstDash val="solid"/>
            <a:round/>
          </a:ln>
        </p:spPr>
        <p:txBody>
          <a:bodyPr vert="horz" wrap="square" lIns="91440" tIns="45720" rIns="91440" bIns="45720" rtlCol="0" anchor="t" anchorCtr="0"/>
          <a:lstStyle/>
          <a:p>
            <a:pPr algn="l">
              <a:defRPr/>
            </a:pPr>
          </a:p>
        </p:txBody>
      </p:sp>
      <p:sp>
        <p:nvSpPr>
          <p:cNvPr id="25" name="AutoShape 25"/>
          <p:cNvSpPr txBox="1"/>
          <p:nvPr/>
        </p:nvSpPr>
        <p:spPr>
          <a:xfrm>
            <a:off x="-1299970" y="9183427"/>
            <a:ext cx="20887940" cy="1241761"/>
          </a:xfrm>
          <a:prstGeom prst="rect">
            <a:avLst/>
          </a:prstGeom>
          <a:noFill/>
          <a:ln w="19050" cap="flat" cmpd="sng">
            <a:noFill/>
            <a:prstDash val="solid"/>
            <a:round/>
          </a:ln>
        </p:spPr>
        <p:txBody>
          <a:bodyPr vert="horz" wrap="square" lIns="50800" tIns="50800" rIns="50800" bIns="50800" rtlCol="0" anchor="ctr" anchorCtr="0"/>
          <a:lstStyle/>
          <a:p>
            <a:pPr algn="ctr">
              <a:defRPr/>
            </a:pPr>
          </a:p>
        </p:txBody>
      </p:sp>
      <p:sp>
        <p:nvSpPr>
          <p:cNvPr id="26" name="AutoShape 26"/>
          <p:cNvSpPr txBox="1"/>
          <p:nvPr/>
        </p:nvSpPr>
        <p:spPr>
          <a:xfrm>
            <a:off x="15374104" y="9522714"/>
            <a:ext cx="2133600" cy="441325"/>
          </a:xfrm>
          <a:prstGeom prst="rect">
            <a:avLst/>
          </a:prstGeom>
          <a:noFill/>
          <a:ln w="19050" cap="flat" cmpd="sng">
            <a:noFill/>
            <a:prstDash val="solid"/>
            <a:round/>
          </a:ln>
        </p:spPr>
        <p:txBody>
          <a:bodyPr vert="horz" wrap="square" lIns="91440" tIns="45720" rIns="91440" bIns="45720" rtlCol="0" anchor="ctr" anchorCtr="0"/>
          <a:lstStyle/>
          <a:p>
            <a:pPr marL="0" indent="0" algn="r" defTabSz="914400">
              <a:lnSpc>
                <a:spcPct val="100000"/>
              </a:lnSpc>
              <a:defRPr/>
            </a:pPr>
            <a:fld id="{3A7FCEBF-F9FC-4BB5-BB9F-D9B7FD5D1141}" type="slidenum">
              <a:rPr sz="1400" b="0" i="0" u="none" strike="noStrike">
                <a:solidFill>
                  <a:srgbClr val="FFC000"/>
                </a:solidFill>
                <a:latin typeface="Calibri" panose="020F0502020204030204"/>
                <a:ea typeface="Calibri" panose="020F0502020204030204"/>
                <a:cs typeface="Calibri" panose="020F0502020204030204"/>
                <a:sym typeface="Calibri" panose="020F0502020204030204"/>
              </a:rPr>
            </a:fld>
            <a:endParaRPr lang="en-US" sz="1100"/>
          </a:p>
        </p:txBody>
      </p:sp>
      <p:pic>
        <p:nvPicPr>
          <p:cNvPr id="28" name="Picture 28"/>
          <p:cNvPicPr>
            <a:picLocks noChangeAspect="1"/>
          </p:cNvPicPr>
          <p:nvPr/>
        </p:nvPicPr>
        <p:blipFill>
          <a:blip r:embed="rId1"/>
          <a:srcRect/>
          <a:stretch>
            <a:fillRect/>
          </a:stretch>
        </p:blipFill>
        <p:spPr>
          <a:xfrm>
            <a:off x="1090952" y="932573"/>
            <a:ext cx="2771429" cy="47619"/>
          </a:xfrm>
          <a:prstGeom prst="rect">
            <a:avLst/>
          </a:prstGeom>
          <a:noFill/>
          <a:ln w="25400" cap="flat" cmpd="sng">
            <a:noFill/>
            <a:prstDash val="solid"/>
            <a:round/>
          </a:ln>
        </p:spPr>
      </p:pic>
      <p:sp>
        <p:nvSpPr>
          <p:cNvPr id="29" name="AutoShape 35"/>
          <p:cNvSpPr txBox="1"/>
          <p:nvPr/>
        </p:nvSpPr>
        <p:spPr>
          <a:xfrm>
            <a:off x="684585" y="486815"/>
            <a:ext cx="3700052" cy="369332"/>
          </a:xfrm>
          <a:prstGeom prst="rect">
            <a:avLst/>
          </a:prstGeom>
          <a:noFill/>
          <a:ln w="19050" cap="flat" cmpd="sng">
            <a:noFill/>
            <a:prstDash val="solid"/>
            <a:round/>
          </a:ln>
        </p:spPr>
        <p:txBody>
          <a:bodyPr vert="horz" wrap="none" lIns="91440" tIns="45720" rIns="91440" bIns="45720" rtlCol="0" anchor="t" anchorCtr="0"/>
          <a:lstStyle/>
          <a:p>
            <a:pPr>
              <a:defRPr/>
            </a:pPr>
            <a:r>
              <a:rPr lang="zh-CN" altLang="zh-CN" sz="18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仿宋" panose="02010609060101010101" pitchFamily="49" charset="-122"/>
                <a:ea typeface="仿宋" panose="02010609060101010101" pitchFamily="49" charset="-122"/>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密码学</a:t>
            </a:r>
            <a:r>
              <a:rPr lang="en-US" sz="1800" b="1" i="0" u="none" strike="noStrike" dirty="0">
                <a:solidFill>
                  <a:srgbClr val="1F497D"/>
                </a:solidFill>
                <a:latin typeface="仿宋" panose="02010609060101010101" pitchFamily="49" charset="-122"/>
                <a:ea typeface="仿宋" panose="02010609060101010101" pitchFamily="49" charset="-122"/>
                <a:cs typeface="Zhuque Fangsong"/>
                <a:sym typeface="Zhuque Fangsong"/>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基础理论与应用</a:t>
            </a:r>
            <a:endParaRPr lang="en-US" sz="1100" dirty="0">
              <a:latin typeface="仿宋" panose="02010609060101010101" pitchFamily="49" charset="-122"/>
              <a:ea typeface="仿宋" panose="02010609060101010101" pitchFamily="49"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gradFill rotWithShape="1">
          <a:gsLst>
            <a:gs pos="0">
              <a:srgbClr val="FFFFFF">
                <a:alpha val="0"/>
              </a:srgbClr>
            </a:gs>
            <a:gs pos="100000">
              <a:srgbClr val="DEE9FF">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412090" y="1028700"/>
            <a:ext cx="7800783" cy="275915"/>
          </a:xfrm>
          <a:custGeom>
            <a:avLst/>
            <a:gdLst/>
            <a:ahLst/>
            <a:cxnLst/>
            <a:rect l="l" t="t" r="r" b="b"/>
            <a:pathLst>
              <a:path w="7800783" h="275915">
                <a:moveTo>
                  <a:pt x="137960" y="0"/>
                </a:moveTo>
                <a:lnTo>
                  <a:pt x="7662827" y="0"/>
                </a:lnTo>
                <a:cubicBezTo>
                  <a:pt x="7699414" y="0"/>
                  <a:pt x="7734504" y="14534"/>
                  <a:pt x="7760377" y="40406"/>
                </a:cubicBezTo>
                <a:cubicBezTo>
                  <a:pt x="7786248" y="66279"/>
                  <a:pt x="7800783" y="101369"/>
                  <a:pt x="7800783" y="137959"/>
                </a:cubicBezTo>
                <a:lnTo>
                  <a:pt x="7800783" y="137959"/>
                </a:lnTo>
                <a:cubicBezTo>
                  <a:pt x="7800783" y="174546"/>
                  <a:pt x="7786248" y="209636"/>
                  <a:pt x="7760377" y="235509"/>
                </a:cubicBezTo>
                <a:cubicBezTo>
                  <a:pt x="7734504" y="261380"/>
                  <a:pt x="7699414" y="275915"/>
                  <a:pt x="7662827" y="275915"/>
                </a:cubicBezTo>
                <a:lnTo>
                  <a:pt x="137960" y="275915"/>
                </a:lnTo>
                <a:cubicBezTo>
                  <a:pt x="101369" y="275915"/>
                  <a:pt x="66279" y="261380"/>
                  <a:pt x="40406" y="235509"/>
                </a:cubicBezTo>
                <a:cubicBezTo>
                  <a:pt x="14534" y="209636"/>
                  <a:pt x="0" y="174546"/>
                  <a:pt x="0" y="137959"/>
                </a:cubicBezTo>
                <a:lnTo>
                  <a:pt x="0" y="137959"/>
                </a:lnTo>
                <a:cubicBezTo>
                  <a:pt x="0" y="101369"/>
                  <a:pt x="14534" y="66279"/>
                  <a:pt x="40406" y="40406"/>
                </a:cubicBezTo>
                <a:cubicBezTo>
                  <a:pt x="66279" y="14534"/>
                  <a:pt x="101369" y="0"/>
                  <a:pt x="137960" y="0"/>
                </a:cubicBezTo>
                <a:close/>
              </a:path>
            </a:pathLst>
          </a:custGeom>
          <a:gradFill rotWithShape="1">
            <a:gsLst>
              <a:gs pos="0">
                <a:srgbClr val="DDEEFF">
                  <a:alpha val="100000"/>
                </a:srgbClr>
              </a:gs>
              <a:gs pos="100000">
                <a:srgbClr val="FFFFFF">
                  <a:alpha val="0"/>
                </a:srgbClr>
              </a:gs>
            </a:gsLst>
            <a:lin ang="0"/>
          </a:gradFill>
          <a:ln w="25400" cap="flat" cmpd="sng">
            <a:noFill/>
            <a:prstDash val="solid"/>
            <a:round/>
          </a:ln>
        </p:spPr>
        <p:txBody>
          <a:bodyPr vert="horz" wrap="square" lIns="91440" tIns="45720" rIns="91440" bIns="45720" rtlCol="0" anchor="t" anchorCtr="0"/>
          <a:lstStyle/>
          <a:p>
            <a:pPr algn="l">
              <a:defRPr/>
            </a:pPr>
          </a:p>
        </p:txBody>
      </p:sp>
      <p:pic>
        <p:nvPicPr>
          <p:cNvPr id="5" name="Picture 5"/>
          <p:cNvPicPr>
            <a:picLocks noChangeAspect="1"/>
          </p:cNvPicPr>
          <p:nvPr/>
        </p:nvPicPr>
        <p:blipFill>
          <a:blip r:embed="rId1">
            <a:alphaModFix amt="80000"/>
          </a:blip>
          <a:srcRect/>
          <a:stretch>
            <a:fillRect/>
          </a:stretch>
        </p:blipFill>
        <p:spPr>
          <a:xfrm>
            <a:off x="762000" y="494030"/>
            <a:ext cx="1069975" cy="656590"/>
          </a:xfrm>
          <a:prstGeom prst="rect">
            <a:avLst/>
          </a:prstGeom>
          <a:noFill/>
          <a:ln w="25400" cap="flat" cmpd="sng">
            <a:noFill/>
            <a:prstDash val="solid"/>
            <a:round/>
          </a:ln>
          <a:effectLst>
            <a:outerShdw blurRad="50800" dist="38100" dir="2700000" algn="tl">
              <a:srgbClr val="000000">
                <a:alpha val="40000"/>
              </a:srgbClr>
            </a:outerShdw>
            <a:reflection blurRad="6350" stA="50000" endA="300" endPos="55000" dir="5400000" sy="-100000" algn="bl" rotWithShape="0"/>
          </a:effectLst>
        </p:spPr>
      </p:pic>
      <p:pic>
        <p:nvPicPr>
          <p:cNvPr id="7" name="Picture 7"/>
          <p:cNvPicPr>
            <a:picLocks noChangeAspect="1"/>
          </p:cNvPicPr>
          <p:nvPr/>
        </p:nvPicPr>
        <p:blipFill>
          <a:blip r:embed="rId2"/>
          <a:srcRect/>
          <a:stretch>
            <a:fillRect/>
          </a:stretch>
        </p:blipFill>
        <p:spPr>
          <a:xfrm>
            <a:off x="13772537" y="1102753"/>
            <a:ext cx="2771429" cy="47619"/>
          </a:xfrm>
          <a:prstGeom prst="rect">
            <a:avLst/>
          </a:prstGeom>
          <a:noFill/>
          <a:ln w="25400" cap="flat" cmpd="sng">
            <a:noFill/>
            <a:prstDash val="solid"/>
            <a:round/>
          </a:ln>
        </p:spPr>
      </p:pic>
      <p:sp>
        <p:nvSpPr>
          <p:cNvPr id="8" name="AutoShape 8"/>
          <p:cNvSpPr txBox="1"/>
          <p:nvPr/>
        </p:nvSpPr>
        <p:spPr>
          <a:xfrm>
            <a:off x="2098675" y="1751965"/>
            <a:ext cx="14274800" cy="6985000"/>
          </a:xfrm>
          <a:prstGeom prst="rect">
            <a:avLst/>
          </a:prstGeom>
          <a:noFill/>
          <a:ln w="19050" cap="flat" cmpd="sng">
            <a:noFill/>
            <a:prstDash val="solid"/>
            <a:round/>
          </a:ln>
        </p:spPr>
        <p:txBody>
          <a:bodyPr vert="horz" wrap="square" lIns="0" tIns="0" rIns="0" bIns="0" rtlCol="0" anchor="t" anchorCtr="0">
            <a:noAutofit/>
          </a:bodyPr>
          <a:lstStyle/>
          <a:p>
            <a:pPr lvl="0" indent="914400" algn="just" defTabSz="914400">
              <a:lnSpc>
                <a:spcPct val="125000"/>
              </a:lnSpc>
              <a:buSzTx/>
              <a:defRPr/>
            </a:pPr>
            <a:r>
              <a:rPr lang="en-US" sz="3200" dirty="0">
                <a:uFillTx/>
                <a:latin typeface="Times New Roman" panose="02020603050405020304" pitchFamily="18" charset="0"/>
                <a:ea typeface="宋体" panose="02010600030101010101" pitchFamily="2" charset="-122"/>
                <a:cs typeface="Songti SC"/>
                <a:sym typeface="Songti SC"/>
              </a:rPr>
              <a:t>本章系统介绍了格理论密码的基础理论与代表性算法。格是n维空间中规则排列的离散点集，具有离散性和基多样性；格上的</a:t>
            </a:r>
            <a:r>
              <a:rPr lang="en-US" sz="3200" dirty="0">
                <a:uFillTx/>
                <a:latin typeface="Times New Roman" panose="02020603050405020304" pitchFamily="18" charset="0"/>
                <a:ea typeface="宋体" panose="02010600030101010101" pitchFamily="2" charset="-122"/>
                <a:cs typeface="Songti SC"/>
                <a:sym typeface="Songti SC"/>
              </a:rPr>
              <a:t>SVP</a:t>
            </a:r>
            <a:r>
              <a:rPr lang="en-US" sz="3200" dirty="0">
                <a:uFillTx/>
                <a:latin typeface="Times New Roman" panose="02020603050405020304" pitchFamily="18" charset="0"/>
                <a:ea typeface="宋体" panose="02010600030101010101" pitchFamily="2" charset="-122"/>
                <a:cs typeface="Songti SC"/>
                <a:sym typeface="Songti SC"/>
              </a:rPr>
              <a:t>、</a:t>
            </a:r>
            <a:r>
              <a:rPr lang="en-US" sz="3200" dirty="0">
                <a:uFillTx/>
                <a:latin typeface="Times New Roman" panose="02020603050405020304" pitchFamily="18" charset="0"/>
                <a:ea typeface="宋体" panose="02010600030101010101" pitchFamily="2" charset="-122"/>
                <a:cs typeface="Songti SC"/>
                <a:sym typeface="Songti SC"/>
              </a:rPr>
              <a:t>CVP</a:t>
            </a:r>
            <a:r>
              <a:rPr lang="en-US" sz="3200" dirty="0">
                <a:uFillTx/>
                <a:latin typeface="Times New Roman" panose="02020603050405020304" pitchFamily="18" charset="0"/>
                <a:ea typeface="宋体" panose="02010600030101010101" pitchFamily="2" charset="-122"/>
                <a:cs typeface="Songti SC"/>
                <a:sym typeface="Songti SC"/>
              </a:rPr>
              <a:t>、</a:t>
            </a:r>
            <a:r>
              <a:rPr lang="en-US" sz="3200" dirty="0">
                <a:uFillTx/>
                <a:latin typeface="Times New Roman" panose="02020603050405020304" pitchFamily="18" charset="0"/>
                <a:ea typeface="宋体" panose="02010600030101010101" pitchFamily="2" charset="-122"/>
                <a:cs typeface="Songti SC"/>
                <a:sym typeface="Songti SC"/>
              </a:rPr>
              <a:t>LWE</a:t>
            </a:r>
            <a:r>
              <a:rPr lang="en-US" sz="3200" dirty="0">
                <a:uFillTx/>
                <a:latin typeface="Times New Roman" panose="02020603050405020304" pitchFamily="18" charset="0"/>
                <a:ea typeface="宋体" panose="02010600030101010101" pitchFamily="2" charset="-122"/>
                <a:cs typeface="Songti SC"/>
                <a:sym typeface="Songti SC"/>
              </a:rPr>
              <a:t>、</a:t>
            </a:r>
            <a:r>
              <a:rPr lang="en-US" sz="3200" dirty="0">
                <a:uFillTx/>
                <a:latin typeface="Times New Roman" panose="02020603050405020304" pitchFamily="18" charset="0"/>
                <a:ea typeface="宋体" panose="02010600030101010101" pitchFamily="2" charset="-122"/>
                <a:cs typeface="Songti SC"/>
                <a:sym typeface="Songti SC"/>
              </a:rPr>
              <a:t>SIS</a:t>
            </a:r>
            <a:r>
              <a:rPr lang="en-US" sz="3200" dirty="0">
                <a:uFillTx/>
                <a:latin typeface="Times New Roman" panose="02020603050405020304" pitchFamily="18" charset="0"/>
                <a:ea typeface="宋体" panose="02010600030101010101" pitchFamily="2" charset="-122"/>
                <a:cs typeface="Songti SC"/>
                <a:sym typeface="Songti SC"/>
              </a:rPr>
              <a:t>等计算困难问题是格密码安全性的数学基础。</a:t>
            </a:r>
            <a:endParaRPr lang="en-US" sz="3200" dirty="0">
              <a:uFillTx/>
              <a:latin typeface="Times New Roman" panose="02020603050405020304" pitchFamily="18" charset="0"/>
              <a:ea typeface="宋体" panose="02010600030101010101" pitchFamily="2" charset="-122"/>
              <a:cs typeface="Songti SC"/>
              <a:sym typeface="+mn-ea"/>
            </a:endParaRPr>
          </a:p>
          <a:p>
            <a:pPr lvl="0" indent="914400" algn="just" defTabSz="914400">
              <a:lnSpc>
                <a:spcPct val="125000"/>
              </a:lnSpc>
              <a:buSzTx/>
              <a:defRPr/>
            </a:pPr>
            <a:r>
              <a:rPr lang="en-US" sz="3200" dirty="0">
                <a:uFillTx/>
                <a:latin typeface="Times New Roman" panose="02020603050405020304" pitchFamily="18" charset="0"/>
                <a:ea typeface="宋体" panose="02010600030101010101" pitchFamily="2" charset="-122"/>
                <a:cs typeface="Songti SC"/>
                <a:sym typeface="Songti SC"/>
              </a:rPr>
              <a:t>NTRU</a:t>
            </a:r>
            <a:r>
              <a:rPr lang="en-US" sz="3200" dirty="0">
                <a:uFillTx/>
                <a:latin typeface="Times New Roman" panose="02020603050405020304" pitchFamily="18" charset="0"/>
                <a:ea typeface="宋体" panose="02010600030101010101" pitchFamily="2" charset="-122"/>
                <a:cs typeface="Songti SC"/>
                <a:sym typeface="Songti SC"/>
              </a:rPr>
              <a:t>是最早的格密码体制之一，基于截断多项式环上的困难问题，具有加解密速度快的特点</a:t>
            </a:r>
            <a:r>
              <a:rPr lang="en-US" sz="3200" dirty="0">
                <a:uFillTx/>
                <a:latin typeface="Times New Roman" panose="02020603050405020304" pitchFamily="18" charset="0"/>
                <a:ea typeface="宋体" panose="02010600030101010101" pitchFamily="2" charset="-122"/>
                <a:cs typeface="Songti SC"/>
                <a:sym typeface="Songti SC"/>
              </a:rPr>
              <a:t>；</a:t>
            </a:r>
            <a:r>
              <a:rPr lang="en-US" sz="3200" dirty="0">
                <a:uFillTx/>
                <a:latin typeface="Times New Roman" panose="02020603050405020304" pitchFamily="18" charset="0"/>
                <a:ea typeface="宋体" panose="02010600030101010101" pitchFamily="2" charset="-122"/>
                <a:cs typeface="Songti SC"/>
                <a:sym typeface="Songti SC"/>
              </a:rPr>
              <a:t>Kyber</a:t>
            </a:r>
            <a:r>
              <a:rPr lang="en-US" sz="3200" dirty="0">
                <a:uFillTx/>
                <a:latin typeface="Times New Roman" panose="02020603050405020304" pitchFamily="18" charset="0"/>
                <a:ea typeface="宋体" panose="02010600030101010101" pitchFamily="2" charset="-122"/>
                <a:cs typeface="Songti SC"/>
                <a:sym typeface="Songti SC"/>
              </a:rPr>
              <a:t>（</a:t>
            </a:r>
            <a:r>
              <a:rPr lang="en-US" sz="3200" dirty="0">
                <a:uFillTx/>
                <a:latin typeface="Times New Roman" panose="02020603050405020304" pitchFamily="18" charset="0"/>
                <a:ea typeface="宋体" panose="02010600030101010101" pitchFamily="2" charset="-122"/>
                <a:cs typeface="Songti SC"/>
                <a:sym typeface="Songti SC"/>
              </a:rPr>
              <a:t>ML-KEM</a:t>
            </a:r>
            <a:r>
              <a:rPr lang="en-US" sz="3200" dirty="0">
                <a:uFillTx/>
                <a:latin typeface="Times New Roman" panose="02020603050405020304" pitchFamily="18" charset="0"/>
                <a:ea typeface="宋体" panose="02010600030101010101" pitchFamily="2" charset="-122"/>
                <a:cs typeface="Songti SC"/>
                <a:sym typeface="Songti SC"/>
              </a:rPr>
              <a:t>）和</a:t>
            </a:r>
            <a:r>
              <a:rPr lang="en-US" sz="3200" dirty="0">
                <a:uFillTx/>
                <a:latin typeface="Times New Roman" panose="02020603050405020304" pitchFamily="18" charset="0"/>
                <a:ea typeface="宋体" panose="02010600030101010101" pitchFamily="2" charset="-122"/>
                <a:cs typeface="Songti SC"/>
                <a:sym typeface="Songti SC"/>
              </a:rPr>
              <a:t>Dilithium（ML-DSA</a:t>
            </a:r>
            <a:r>
              <a:rPr lang="en-US" sz="3200" dirty="0">
                <a:uFillTx/>
                <a:latin typeface="Times New Roman" panose="02020603050405020304" pitchFamily="18" charset="0"/>
                <a:ea typeface="宋体" panose="02010600030101010101" pitchFamily="2" charset="-122"/>
                <a:cs typeface="Songti SC"/>
                <a:sym typeface="Songti SC"/>
              </a:rPr>
              <a:t>）</a:t>
            </a:r>
            <a:r>
              <a:rPr lang="en-US" sz="3200" dirty="0">
                <a:uFillTx/>
                <a:latin typeface="Times New Roman" panose="02020603050405020304" pitchFamily="18" charset="0"/>
                <a:ea typeface="宋体" panose="02010600030101010101" pitchFamily="2" charset="-122"/>
                <a:cs typeface="Songti SC"/>
                <a:sym typeface="Songti SC"/>
              </a:rPr>
              <a:t>是</a:t>
            </a:r>
            <a:r>
              <a:rPr lang="en-US" sz="3200" dirty="0">
                <a:uFillTx/>
                <a:latin typeface="Times New Roman" panose="02020603050405020304" pitchFamily="18" charset="0"/>
                <a:ea typeface="宋体" panose="02010600030101010101" pitchFamily="2" charset="-122"/>
                <a:cs typeface="Songti SC"/>
                <a:sym typeface="Songti SC"/>
              </a:rPr>
              <a:t>NIST</a:t>
            </a:r>
            <a:r>
              <a:rPr lang="en-US" sz="3200" dirty="0">
                <a:uFillTx/>
                <a:latin typeface="Times New Roman" panose="02020603050405020304" pitchFamily="18" charset="0"/>
                <a:ea typeface="宋体" panose="02010600030101010101" pitchFamily="2" charset="-122"/>
                <a:cs typeface="Songti SC"/>
                <a:sym typeface="Songti SC"/>
              </a:rPr>
              <a:t>正式标准化的后量子密码算法，分别用于密钥封装和数字签名，安全性基于</a:t>
            </a:r>
            <a:r>
              <a:rPr lang="en-US" sz="3200" dirty="0">
                <a:uFillTx/>
                <a:latin typeface="Times New Roman" panose="02020603050405020304" pitchFamily="18" charset="0"/>
                <a:ea typeface="宋体" panose="02010600030101010101" pitchFamily="2" charset="-122"/>
                <a:cs typeface="Songti SC"/>
                <a:sym typeface="Songti SC"/>
              </a:rPr>
              <a:t>MLWE</a:t>
            </a:r>
            <a:r>
              <a:rPr lang="en-US" sz="3200" dirty="0">
                <a:uFillTx/>
                <a:latin typeface="Times New Roman" panose="02020603050405020304" pitchFamily="18" charset="0"/>
                <a:ea typeface="宋体" panose="02010600030101010101" pitchFamily="2" charset="-122"/>
                <a:cs typeface="Songti SC"/>
                <a:sym typeface="Songti SC"/>
              </a:rPr>
              <a:t>和</a:t>
            </a:r>
            <a:r>
              <a:rPr lang="en-US" sz="3200" dirty="0">
                <a:uFillTx/>
                <a:latin typeface="Times New Roman" panose="02020603050405020304" pitchFamily="18" charset="0"/>
                <a:ea typeface="宋体" panose="02010600030101010101" pitchFamily="2" charset="-122"/>
                <a:cs typeface="Songti SC"/>
                <a:sym typeface="Songti SC"/>
              </a:rPr>
              <a:t>ML-SIS</a:t>
            </a:r>
            <a:r>
              <a:rPr lang="en-US" sz="3200" dirty="0">
                <a:uFillTx/>
                <a:latin typeface="Times New Roman" panose="02020603050405020304" pitchFamily="18" charset="0"/>
                <a:ea typeface="宋体" panose="02010600030101010101" pitchFamily="2" charset="-122"/>
                <a:cs typeface="Songti SC"/>
                <a:sym typeface="Songti SC"/>
              </a:rPr>
              <a:t>问题。</a:t>
            </a:r>
            <a:endParaRPr lang="en-US" sz="3200" dirty="0">
              <a:uFillTx/>
              <a:latin typeface="Times New Roman" panose="02020603050405020304" pitchFamily="18" charset="0"/>
              <a:ea typeface="宋体" panose="02010600030101010101" pitchFamily="2" charset="-122"/>
              <a:cs typeface="Songti SC"/>
              <a:sym typeface="Songti SC"/>
            </a:endParaRPr>
          </a:p>
          <a:p>
            <a:pPr lvl="0" indent="914400" algn="just" defTabSz="914400">
              <a:lnSpc>
                <a:spcPct val="125000"/>
              </a:lnSpc>
              <a:buSzTx/>
              <a:defRPr/>
            </a:pPr>
            <a:r>
              <a:rPr lang="en-US" sz="3200" dirty="0">
                <a:uFillTx/>
                <a:latin typeface="Times New Roman" panose="02020603050405020304" pitchFamily="18" charset="0"/>
                <a:ea typeface="宋体" panose="02010600030101010101" pitchFamily="2" charset="-122"/>
                <a:cs typeface="Songti SC"/>
                <a:sym typeface="Songti SC"/>
              </a:rPr>
              <a:t>格密码被公认为最有希望抵抗量子计算机攻击的密码体制，已成为后量子密码标准化的主流方向。随着</a:t>
            </a:r>
            <a:r>
              <a:rPr lang="en-US" sz="3200" dirty="0">
                <a:uFillTx/>
                <a:latin typeface="Times New Roman" panose="02020603050405020304" pitchFamily="18" charset="0"/>
                <a:ea typeface="宋体" panose="02010600030101010101" pitchFamily="2" charset="-122"/>
                <a:cs typeface="Songti SC"/>
                <a:sym typeface="Songti SC"/>
              </a:rPr>
              <a:t>NIST</a:t>
            </a:r>
            <a:r>
              <a:rPr lang="en-US" sz="3200" dirty="0">
                <a:uFillTx/>
                <a:latin typeface="Times New Roman" panose="02020603050405020304" pitchFamily="18" charset="0"/>
                <a:ea typeface="宋体" panose="02010600030101010101" pitchFamily="2" charset="-122"/>
                <a:cs typeface="Songti SC"/>
                <a:sym typeface="Songti SC"/>
              </a:rPr>
              <a:t>标准的发布，格密码正在从理论研究走向实际工程部署，将在未来的网络安全体系中发挥核心作用。</a:t>
            </a:r>
            <a:endParaRPr lang="en-US" sz="3200" dirty="0">
              <a:uFillTx/>
              <a:latin typeface="Times New Roman" panose="02020603050405020304" pitchFamily="18" charset="0"/>
              <a:ea typeface="宋体" panose="02010600030101010101" pitchFamily="2" charset="-122"/>
              <a:cs typeface="Songti SC"/>
              <a:sym typeface="Songti SC"/>
            </a:endParaRPr>
          </a:p>
        </p:txBody>
      </p:sp>
      <p:sp>
        <p:nvSpPr>
          <p:cNvPr id="9" name="AutoShape 9"/>
          <p:cNvSpPr txBox="1"/>
          <p:nvPr/>
        </p:nvSpPr>
        <p:spPr>
          <a:xfrm>
            <a:off x="15544800" y="9410700"/>
            <a:ext cx="2133600" cy="441325"/>
          </a:xfrm>
          <a:prstGeom prst="rect">
            <a:avLst/>
          </a:prstGeom>
          <a:noFill/>
          <a:ln w="19050" cap="flat" cmpd="sng">
            <a:noFill/>
            <a:prstDash val="solid"/>
            <a:round/>
          </a:ln>
        </p:spPr>
        <p:txBody>
          <a:bodyPr vert="horz" wrap="square" lIns="91440" tIns="45720" rIns="91440" bIns="45720" rtlCol="0" anchor="ctr" anchorCtr="0"/>
          <a:lstStyle/>
          <a:p>
            <a:pPr marL="0" indent="0" algn="r" defTabSz="914400">
              <a:lnSpc>
                <a:spcPct val="100000"/>
              </a:lnSpc>
              <a:defRPr/>
            </a:pPr>
            <a:fld id="{78AAD293-3674-44B0-BD85-E5B1E32B0BF7}" type="slidenum">
              <a:rPr sz="1400" b="0" i="0" u="none" strike="noStrike">
                <a:solidFill>
                  <a:srgbClr val="FFC000"/>
                </a:solidFill>
                <a:latin typeface="Calibri" panose="020F0502020204030204"/>
                <a:ea typeface="Calibri" panose="020F0502020204030204"/>
                <a:cs typeface="Calibri" panose="020F0502020204030204"/>
                <a:sym typeface="Calibri" panose="020F0502020204030204"/>
              </a:rPr>
            </a:fld>
            <a:endParaRPr lang="en-US" sz="1100"/>
          </a:p>
        </p:txBody>
      </p:sp>
      <p:sp>
        <p:nvSpPr>
          <p:cNvPr id="4" name="AutoShape 35"/>
          <p:cNvSpPr txBox="1"/>
          <p:nvPr/>
        </p:nvSpPr>
        <p:spPr>
          <a:xfrm>
            <a:off x="13694774" y="709652"/>
            <a:ext cx="3700052" cy="369332"/>
          </a:xfrm>
          <a:prstGeom prst="rect">
            <a:avLst/>
          </a:prstGeom>
          <a:noFill/>
          <a:ln w="19050" cap="flat" cmpd="sng">
            <a:noFill/>
            <a:prstDash val="solid"/>
            <a:round/>
          </a:ln>
        </p:spPr>
        <p:txBody>
          <a:bodyPr vert="horz" wrap="none" lIns="91440" tIns="45720" rIns="91440" bIns="45720" rtlCol="0" anchor="t" anchorCtr="0"/>
          <a:lstStyle/>
          <a:p>
            <a:pPr>
              <a:defRPr/>
            </a:pPr>
            <a:r>
              <a:rPr lang="zh-CN" altLang="zh-CN" sz="1800" dirty="0">
                <a:ln w="0"/>
                <a:gradFill flip="none" rotWithShape="1">
                  <a:gsLst>
                    <a:gs pos="0">
                      <a:schemeClr val="accent1">
                        <a:lumMod val="0"/>
                        <a:lumOff val="100000"/>
                      </a:schemeClr>
                    </a:gs>
                    <a:gs pos="35000">
                      <a:schemeClr val="accent1">
                        <a:lumMod val="0"/>
                        <a:lumOff val="100000"/>
                      </a:schemeClr>
                    </a:gs>
                    <a:gs pos="100000">
                      <a:schemeClr val="accent1">
                        <a:lumMod val="100000"/>
                      </a:schemeClr>
                    </a:gs>
                  </a:gsLst>
                  <a:path path="shape">
                    <a:fillToRect l="50000" t="50000" r="50000" b="50000"/>
                  </a:path>
                  <a:tileRect/>
                </a:gradFill>
                <a:latin typeface="仿宋" panose="02010609060101010101" pitchFamily="49" charset="-122"/>
                <a:ea typeface="仿宋" panose="02010609060101010101" pitchFamily="49" charset="-122"/>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密码学</a:t>
            </a:r>
            <a:r>
              <a:rPr lang="en-US" sz="1800" b="1" i="0" u="none" strike="noStrike" dirty="0">
                <a:solidFill>
                  <a:srgbClr val="1F497D"/>
                </a:solidFill>
                <a:latin typeface="仿宋" panose="02010609060101010101" pitchFamily="49" charset="-122"/>
                <a:ea typeface="仿宋" panose="02010609060101010101" pitchFamily="49" charset="-122"/>
                <a:cs typeface="Zhuque Fangsong"/>
                <a:sym typeface="Zhuque Fangsong"/>
              </a:rPr>
              <a:t>——</a:t>
            </a:r>
            <a:r>
              <a:rPr lang="en-US" sz="1800" b="1" i="0" u="none" strike="noStrike" dirty="0" err="1">
                <a:solidFill>
                  <a:srgbClr val="1F497D"/>
                </a:solidFill>
                <a:latin typeface="仿宋" panose="02010609060101010101" pitchFamily="49" charset="-122"/>
                <a:ea typeface="仿宋" panose="02010609060101010101" pitchFamily="49" charset="-122"/>
                <a:cs typeface="Zhuque Fangsong"/>
                <a:sym typeface="Zhuque Fangsong"/>
              </a:rPr>
              <a:t>基础理论与应用</a:t>
            </a:r>
            <a:endParaRPr lang="en-US" sz="1100" dirty="0">
              <a:latin typeface="仿宋" panose="02010609060101010101" pitchFamily="49" charset="-122"/>
              <a:ea typeface="仿宋" panose="02010609060101010101" pitchFamily="49" charset="-122"/>
            </a:endParaRPr>
          </a:p>
        </p:txBody>
      </p:sp>
      <p:sp>
        <p:nvSpPr>
          <p:cNvPr id="11" name="TextBox 30"/>
          <p:cNvSpPr txBox="1"/>
          <p:nvPr/>
        </p:nvSpPr>
        <p:spPr>
          <a:xfrm>
            <a:off x="2810764" y="485937"/>
            <a:ext cx="9458717" cy="717550"/>
          </a:xfrm>
          <a:prstGeom prst="rect">
            <a:avLst/>
          </a:prstGeom>
        </p:spPr>
        <p:txBody>
          <a:bodyPr lIns="0" tIns="0" rIns="0" bIns="0" rtlCol="0" anchor="t">
            <a:spAutoFit/>
          </a:bodyPr>
          <a:lstStyle/>
          <a:p>
            <a:pPr algn="l">
              <a:lnSpc>
                <a:spcPts val="5600"/>
              </a:lnSpc>
            </a:pPr>
            <a:r>
              <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rPr>
              <a:t>密码学的发展历史</a:t>
            </a:r>
            <a:endParaRPr lang="zh-CN" altLang="en-US" sz="4000" b="1"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字由文艺黑" panose="00020600040101010101" charset="-122"/>
              <a:sym typeface="字由文艺黑" panose="00020600040101010101" charset="-122"/>
            </a:endParaRPr>
          </a:p>
        </p:txBody>
      </p:sp>
      <p:sp>
        <p:nvSpPr>
          <p:cNvPr id="12" name="TextBox 31"/>
          <p:cNvSpPr txBox="1"/>
          <p:nvPr/>
        </p:nvSpPr>
        <p:spPr>
          <a:xfrm>
            <a:off x="1269960" y="411284"/>
            <a:ext cx="1674789" cy="842645"/>
          </a:xfrm>
          <a:prstGeom prst="rect">
            <a:avLst/>
          </a:prstGeom>
        </p:spPr>
        <p:txBody>
          <a:bodyPr wrap="square" lIns="0" tIns="0" rIns="0" bIns="0" rtlCol="0" anchor="t">
            <a:spAutoFit/>
          </a:bodyPr>
          <a:lstStyle/>
          <a:p>
            <a:pPr algn="ctr">
              <a:lnSpc>
                <a:spcPts val="6575"/>
              </a:lnSpc>
            </a:pPr>
            <a:r>
              <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Times New Roman" panose="02020603050405020304" pitchFamily="18" charset="0"/>
                <a:sym typeface="字由文艺黑" panose="00020600040101010101" charset="-122"/>
              </a:rPr>
              <a:t>10.6</a:t>
            </a:r>
            <a:endParaRPr lang="en-US" sz="4695" dirty="0">
              <a:solidFill>
                <a:srgbClr val="004AAD"/>
              </a:solidFill>
              <a:effectLst>
                <a:outerShdw blurRad="50800" dist="38100" dir="2700000" algn="tl" rotWithShape="0">
                  <a:prstClr val="black">
                    <a:alpha val="40000"/>
                  </a:prstClr>
                </a:outerShdw>
                <a:reflection blurRad="6350" stA="60000" endA="900" endPos="58000" dir="5400000" sy="-100000" algn="bl" rotWithShape="0"/>
              </a:effectLst>
              <a:latin typeface="仿宋" panose="02010609060101010101" pitchFamily="49" charset="-122"/>
              <a:ea typeface="仿宋" panose="02010609060101010101" pitchFamily="49" charset="-122"/>
              <a:cs typeface="Times New Roman" panose="02020603050405020304" pitchFamily="18" charset="0"/>
              <a:sym typeface="字由文艺黑" panose="00020600040101010101" charset="-122"/>
            </a:endParaRPr>
          </a:p>
        </p:txBody>
      </p:sp>
    </p:spTree>
  </p:cSld>
  <p:clrMapOvr>
    <a:masterClrMapping/>
  </p:clrMapOvr>
</p:sld>
</file>

<file path=ppt/tags/tag1.xml><?xml version="1.0" encoding="utf-8"?>
<p:tagLst xmlns:p="http://schemas.openxmlformats.org/presentationml/2006/main">
  <p:tag name="KSO_WM_DIAGRAM_VIRTUALLY_FRAME" val="{&quot;height&quot;:440.65267716535436,&quot;left&quot;:542.1411023622047,&quot;top&quot;:181.19732283464566,&quot;width&quot;:769.1588976377953}"/>
</p:tagLst>
</file>

<file path=ppt/tags/tag2.xml><?xml version="1.0" encoding="utf-8"?>
<p:tagLst xmlns:p="http://schemas.openxmlformats.org/presentationml/2006/main">
  <p:tag name="KSO_WM_DIAGRAM_VIRTUALLY_FRAME" val="{&quot;height&quot;:440.65267716535436,&quot;left&quot;:542.1411023622047,&quot;top&quot;:181.19732283464566,&quot;width&quot;:769.1588976377953}"/>
</p:tagLst>
</file>

<file path=ppt/tags/tag3.xml><?xml version="1.0" encoding="utf-8"?>
<p:tagLst xmlns:p="http://schemas.openxmlformats.org/presentationml/2006/main">
  <p:tag name="KSO_WM_DIAGRAM_VIRTUALLY_FRAME" val="{&quot;height&quot;:440.65267716535436,&quot;left&quot;:542.1411023622047,&quot;top&quot;:181.19732283464566,&quot;width&quot;:769.1588976377953}"/>
</p:tagLst>
</file>

<file path=ppt/tags/tag4.xml><?xml version="1.0" encoding="utf-8"?>
<p:tagLst xmlns:p="http://schemas.openxmlformats.org/presentationml/2006/main">
  <p:tag name="KSO_WM_DIAGRAM_VIRTUALLY_FRAME" val="{&quot;height&quot;:440.65267716535436,&quot;left&quot;:542.1411023622047,&quot;top&quot;:181.19732283464566,&quot;width&quot;:769.1588976377953}"/>
</p:tagLst>
</file>

<file path=ppt/tags/tag5.xml><?xml version="1.0" encoding="utf-8"?>
<p:tagLst xmlns:p="http://schemas.openxmlformats.org/presentationml/2006/main">
  <p:tag name="KSO_WM_DIAGRAM_VIRTUALLY_FRAME" val="{&quot;height&quot;:440.65267716535436,&quot;left&quot;:542.1411023622047,&quot;top&quot;:181.19732283464566,&quot;width&quot;:769.1588976377953}"/>
</p:tagLst>
</file>

<file path=ppt/tags/tag6.xml><?xml version="1.0" encoding="utf-8"?>
<p:tagLst xmlns:p="http://schemas.openxmlformats.org/presentationml/2006/main">
  <p:tag name="KSO_WM_DIAGRAM_VIRTUALLY_FRAME" val="{&quot;height&quot;:440.65267716535436,&quot;left&quot;:542.1411023622047,&quot;top&quot;:181.19732283464566,&quot;width&quot;:769.1588976377953}"/>
</p:tagLst>
</file>

<file path=ppt/tags/tag7.xml><?xml version="1.0" encoding="utf-8"?>
<p:tagLst xmlns:p="http://schemas.openxmlformats.org/presentationml/2006/main">
  <p:tag name="KSO_WM_DIAGRAM_VIRTUALLY_FRAME" val="{&quot;height&quot;:440.65267716535436,&quot;left&quot;:542.1411023622047,&quot;top&quot;:181.19732283464566,&quot;width&quot;:769.1588976377953}"/>
</p:tagLst>
</file>

<file path=ppt/tags/tag8.xml><?xml version="1.0" encoding="utf-8"?>
<p:tagLst xmlns:p="http://schemas.openxmlformats.org/presentationml/2006/main">
  <p:tag name="KSO_WM_DIAGRAM_VIRTUALLY_FRAME" val="{&quot;height&quot;:440.65267716535436,&quot;left&quot;:542.1411023622047,&quot;top&quot;:181.19732283464566,&quot;width&quot;:769.1588976377953}"/>
</p:tagLst>
</file>

<file path=ppt/tags/tag9.xml><?xml version="1.0" encoding="utf-8"?>
<p:tagLst xmlns:p="http://schemas.openxmlformats.org/presentationml/2006/main">
  <p:tag name="KSO_WM_DIAGRAM_VIRTUALLY_FRAME" val="{&quot;height&quot;:440.65267716535436,&quot;left&quot;:542.1411023622047,&quot;top&quot;:181.19732283464566,&quot;width&quot;:769.1588976377953}"/>
</p:tagLst>
</file>

<file path=ppt/tags/tag10.xml><?xml version="1.0" encoding="utf-8"?>
<p:tagLst xmlns:p="http://schemas.openxmlformats.org/presentationml/2006/main">
  <p:tag name="KSO_WM_DIAGRAM_VIRTUALLY_FRAME" val="{&quot;height&quot;:440.65267716535436,&quot;left&quot;:542.1411023622047,&quot;top&quot;:181.19732283464566,&quot;width&quot;:769.1588976377953}"/>
</p:tagLst>
</file>

<file path=ppt/tags/tag11.xml><?xml version="1.0" encoding="utf-8"?>
<p:tagLst xmlns:p="http://schemas.openxmlformats.org/presentationml/2006/main">
  <p:tag name="KSO_WM_DIAGRAM_VIRTUALLY_FRAME" val="{&quot;height&quot;:440.65267716535436,&quot;left&quot;:542.1411023622047,&quot;top&quot;:181.19732283464566,&quot;width&quot;:769.1588976377953}"/>
</p:tagLst>
</file>

<file path=ppt/tags/tag12.xml><?xml version="1.0" encoding="utf-8"?>
<p:tagLst xmlns:p="http://schemas.openxmlformats.org/presentationml/2006/main">
  <p:tag name="KSO_WM_DIAGRAM_VIRTUALLY_FRAME" val="{&quot;height&quot;:440.65267716535436,&quot;left&quot;:542.1411023622047,&quot;top&quot;:181.19732283464566,&quot;width&quot;:769.1588976377953}"/>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7408</Words>
  <Application>WPS 演示</Application>
  <PresentationFormat>自定义</PresentationFormat>
  <Paragraphs>453</Paragraphs>
  <Slides>34</Slides>
  <Notes>34</Notes>
  <HiddenSlides>0</HiddenSlides>
  <MMClips>0</MMClips>
  <ScaleCrop>false</ScaleCrop>
  <HeadingPairs>
    <vt:vector size="6" baseType="variant">
      <vt:variant>
        <vt:lpstr>已用的字体</vt:lpstr>
      </vt:variant>
      <vt:variant>
        <vt:i4>22</vt:i4>
      </vt:variant>
      <vt:variant>
        <vt:lpstr>主题</vt:lpstr>
      </vt:variant>
      <vt:variant>
        <vt:i4>3</vt:i4>
      </vt:variant>
      <vt:variant>
        <vt:lpstr>幻灯片标题</vt:lpstr>
      </vt:variant>
      <vt:variant>
        <vt:i4>34</vt:i4>
      </vt:variant>
    </vt:vector>
  </HeadingPairs>
  <TitlesOfParts>
    <vt:vector size="59" baseType="lpstr">
      <vt:lpstr>Arial</vt:lpstr>
      <vt:lpstr>宋体</vt:lpstr>
      <vt:lpstr>Wingdings</vt:lpstr>
      <vt:lpstr>Arial</vt:lpstr>
      <vt:lpstr>Calibri</vt:lpstr>
      <vt:lpstr>Noto Sans SC</vt:lpstr>
      <vt:lpstr>仿宋</vt:lpstr>
      <vt:lpstr>Zhuque Fangsong</vt:lpstr>
      <vt:lpstr>Segoe Print</vt:lpstr>
      <vt:lpstr>Times New Roman</vt:lpstr>
      <vt:lpstr>Songti SC</vt:lpstr>
      <vt:lpstr>Times New Roman</vt:lpstr>
      <vt:lpstr>字由文艺黑</vt:lpstr>
      <vt:lpstr>Cambria Math</vt:lpstr>
      <vt:lpstr>微软雅黑</vt:lpstr>
      <vt:lpstr>Arial Unicode MS</vt:lpstr>
      <vt:lpstr>Symbol</vt:lpstr>
      <vt:lpstr>Calibri</vt:lpstr>
      <vt:lpstr>Songti SC</vt:lpstr>
      <vt:lpstr>Symbol</vt:lpstr>
      <vt:lpstr>Zhuque Fangsong</vt:lpstr>
      <vt:lpstr>MS PGothic</vt:lpstr>
      <vt:lpstr>Office 主题​​</vt:lpstr>
      <vt:lpstr>自定义主题</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杨妮</cp:lastModifiedBy>
  <cp:revision>9</cp:revision>
  <dcterms:created xsi:type="dcterms:W3CDTF">2026-10-08T01:34:00Z</dcterms:created>
  <dcterms:modified xsi:type="dcterms:W3CDTF">2026-10-09T11:47:43Z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{"Label":"1","ContentProducer":"001191110102MACQD9K64010000","ProduceID":"7693585368785244372","ReservedCode1":"","ContentPropagator":"","PropagateID":"","ReservedCode2":""}</vt:lpwstr>
  </property>
  <property fmtid="{D5CDD505-2E9C-101B-9397-08002B2CF9AE}" pid="3" name="ICV">
    <vt:lpwstr>3CA298DCB926424088D62737B317F6E3_13</vt:lpwstr>
  </property>
  <property fmtid="{D5CDD505-2E9C-101B-9397-08002B2CF9AE}" pid="4" name="KSOProductBuildVer">
    <vt:lpwstr>2052-12.1.0.28505</vt:lpwstr>
  </property>
</Properties>
</file>